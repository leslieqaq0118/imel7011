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2.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3.xml" ContentType="application/vnd.openxmlformats-officedocument.drawingml.chart+xml"/>
  <Override PartName="/ppt/notesSlides/notesSlide29.xml" ContentType="application/vnd.openxmlformats-officedocument.presentationml.notesSlide+xml"/>
  <Override PartName="/ppt/charts/chart4.xml" ContentType="application/vnd.openxmlformats-officedocument.drawingml.chart+xml"/>
  <Override PartName="/ppt/notesSlides/notesSlide30.xml" ContentType="application/vnd.openxmlformats-officedocument.presentationml.notesSlide+xml"/>
  <Override PartName="/ppt/charts/chart5.xml" ContentType="application/vnd.openxmlformats-officedocument.drawingml.chart+xml"/>
  <Override PartName="/ppt/notesSlides/notesSlide31.xml" ContentType="application/vnd.openxmlformats-officedocument.presentationml.notesSlide+xml"/>
  <Override PartName="/ppt/charts/chart6.xml" ContentType="application/vnd.openxmlformats-officedocument.drawingml.chart+xml"/>
  <Override PartName="/ppt/notesSlides/notesSlide32.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rts/chart9.xml" ContentType="application/vnd.openxmlformats-officedocument.drawingml.chart+xml"/>
  <Override PartName="/ppt/notesSlides/notesSlide35.xml" ContentType="application/vnd.openxmlformats-officedocument.presentationml.notesSlide+xml"/>
  <Override PartName="/ppt/charts/chart10.xml" ContentType="application/vnd.openxmlformats-officedocument.drawingml.chart+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59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0"/>
        <c:ser>
          <c:idx val="0"/>
          <c:order val="0"/>
          <c:tx>
            <c:v>Simulink displacement</c:v>
          </c:tx>
          <c:spPr>
            <a:ln w="28575">
              <a:solidFill>
                <a:srgbClr val="245B9B"/>
              </a:solidFill>
              <a:prstDash val="solid"/>
            </a:ln>
          </c:spPr>
          <c:marker>
            <c:symbol val="none"/>
          </c:marker>
          <c:xVal>
            <c:numLit>
              <c:formatCode>General</c:formatCode>
              <c:ptCount val="325"/>
              <c:pt idx="0">
                <c:v>3.5009999999999999</c:v>
              </c:pt>
              <c:pt idx="1">
                <c:v>3.5209999999999999</c:v>
              </c:pt>
              <c:pt idx="2">
                <c:v>3.5409999999999999</c:v>
              </c:pt>
              <c:pt idx="3">
                <c:v>3.5609999999999999</c:v>
              </c:pt>
              <c:pt idx="4">
                <c:v>3.581</c:v>
              </c:pt>
              <c:pt idx="5">
                <c:v>3.601</c:v>
              </c:pt>
              <c:pt idx="6">
                <c:v>3.6209999999999996</c:v>
              </c:pt>
              <c:pt idx="7">
                <c:v>3.6409999999999996</c:v>
              </c:pt>
              <c:pt idx="8">
                <c:v>3.6609999999999996</c:v>
              </c:pt>
              <c:pt idx="9">
                <c:v>3.6809999999999996</c:v>
              </c:pt>
              <c:pt idx="10">
                <c:v>3.7010000000000001</c:v>
              </c:pt>
              <c:pt idx="11">
                <c:v>3.7210000000000001</c:v>
              </c:pt>
              <c:pt idx="12">
                <c:v>3.7410000000000001</c:v>
              </c:pt>
              <c:pt idx="13">
                <c:v>3.7610000000000001</c:v>
              </c:pt>
              <c:pt idx="14">
                <c:v>3.7809999999999997</c:v>
              </c:pt>
              <c:pt idx="15">
                <c:v>3.8009999999999997</c:v>
              </c:pt>
              <c:pt idx="16">
                <c:v>3.8209999999999997</c:v>
              </c:pt>
              <c:pt idx="17">
                <c:v>3.8409999999999997</c:v>
              </c:pt>
              <c:pt idx="18">
                <c:v>3.8609999999999998</c:v>
              </c:pt>
              <c:pt idx="19">
                <c:v>3.8809999999999998</c:v>
              </c:pt>
              <c:pt idx="20">
                <c:v>3.9009999999999998</c:v>
              </c:pt>
              <c:pt idx="21">
                <c:v>3.9209999999999998</c:v>
              </c:pt>
              <c:pt idx="22">
                <c:v>3.9409999999999998</c:v>
              </c:pt>
              <c:pt idx="23">
                <c:v>3.9610000000000003</c:v>
              </c:pt>
              <c:pt idx="24">
                <c:v>3.9810000000000003</c:v>
              </c:pt>
              <c:pt idx="25">
                <c:v>4.0010000000000003</c:v>
              </c:pt>
              <c:pt idx="26">
                <c:v>4.020999999999999</c:v>
              </c:pt>
              <c:pt idx="27">
                <c:v>4.0409999999999995</c:v>
              </c:pt>
              <c:pt idx="28">
                <c:v>4.0609999999999999</c:v>
              </c:pt>
              <c:pt idx="29">
                <c:v>4.0809999999999995</c:v>
              </c:pt>
              <c:pt idx="30">
                <c:v>4.101</c:v>
              </c:pt>
              <c:pt idx="31">
                <c:v>4.1209999999999996</c:v>
              </c:pt>
              <c:pt idx="32">
                <c:v>4.141</c:v>
              </c:pt>
              <c:pt idx="33">
                <c:v>4.1609999999999996</c:v>
              </c:pt>
              <c:pt idx="34">
                <c:v>4.181</c:v>
              </c:pt>
              <c:pt idx="35">
                <c:v>4.2009999999999996</c:v>
              </c:pt>
              <c:pt idx="36">
                <c:v>4.2210000000000001</c:v>
              </c:pt>
              <c:pt idx="37">
                <c:v>4.2409999999999997</c:v>
              </c:pt>
              <c:pt idx="38">
                <c:v>4.2610000000000001</c:v>
              </c:pt>
              <c:pt idx="39">
                <c:v>4.2809999999999997</c:v>
              </c:pt>
              <c:pt idx="40">
                <c:v>4.3010000000000002</c:v>
              </c:pt>
              <c:pt idx="41">
                <c:v>4.3210000000000006</c:v>
              </c:pt>
              <c:pt idx="42">
                <c:v>4.3409999999999993</c:v>
              </c:pt>
              <c:pt idx="43">
                <c:v>4.3609999999999998</c:v>
              </c:pt>
              <c:pt idx="44">
                <c:v>4.3809999999999993</c:v>
              </c:pt>
              <c:pt idx="45">
                <c:v>4.4009999999999998</c:v>
              </c:pt>
              <c:pt idx="46">
                <c:v>4.4209999999999994</c:v>
              </c:pt>
              <c:pt idx="47">
                <c:v>4.4409999999999998</c:v>
              </c:pt>
              <c:pt idx="48">
                <c:v>4.4609999999999994</c:v>
              </c:pt>
              <c:pt idx="49">
                <c:v>4.4809999999999999</c:v>
              </c:pt>
              <c:pt idx="50">
                <c:v>4.5009999999999994</c:v>
              </c:pt>
              <c:pt idx="51">
                <c:v>4.5209999999999999</c:v>
              </c:pt>
              <c:pt idx="52">
                <c:v>4.5409999999999995</c:v>
              </c:pt>
              <c:pt idx="53">
                <c:v>4.5609999999999999</c:v>
              </c:pt>
              <c:pt idx="54">
                <c:v>4.5810000000000004</c:v>
              </c:pt>
              <c:pt idx="55">
                <c:v>4.601</c:v>
              </c:pt>
              <c:pt idx="56">
                <c:v>4.6210000000000004</c:v>
              </c:pt>
              <c:pt idx="57">
                <c:v>4.641</c:v>
              </c:pt>
              <c:pt idx="58">
                <c:v>4.6610000000000005</c:v>
              </c:pt>
              <c:pt idx="59">
                <c:v>4.6809999999999992</c:v>
              </c:pt>
              <c:pt idx="60">
                <c:v>4.7009999999999996</c:v>
              </c:pt>
              <c:pt idx="61">
                <c:v>4.7209999999999992</c:v>
              </c:pt>
              <c:pt idx="62">
                <c:v>4.7409999999999997</c:v>
              </c:pt>
              <c:pt idx="63">
                <c:v>4.7609999999999992</c:v>
              </c:pt>
              <c:pt idx="64">
                <c:v>4.7809999999999997</c:v>
              </c:pt>
              <c:pt idx="65">
                <c:v>4.8010000000000002</c:v>
              </c:pt>
              <c:pt idx="66">
                <c:v>4.8209999999999997</c:v>
              </c:pt>
              <c:pt idx="67">
                <c:v>4.8410000000000002</c:v>
              </c:pt>
              <c:pt idx="68">
                <c:v>4.8609999999999998</c:v>
              </c:pt>
              <c:pt idx="69">
                <c:v>4.8810000000000002</c:v>
              </c:pt>
              <c:pt idx="70">
                <c:v>4.9009999999999998</c:v>
              </c:pt>
              <c:pt idx="71">
                <c:v>4.9210000000000003</c:v>
              </c:pt>
              <c:pt idx="72">
                <c:v>4.9409999999999998</c:v>
              </c:pt>
              <c:pt idx="73">
                <c:v>4.9610000000000003</c:v>
              </c:pt>
              <c:pt idx="74">
                <c:v>4.9809999999999999</c:v>
              </c:pt>
              <c:pt idx="75">
                <c:v>5.0009999999999994</c:v>
              </c:pt>
              <c:pt idx="76">
                <c:v>5.020999999999999</c:v>
              </c:pt>
              <c:pt idx="77">
                <c:v>5.0409999999999995</c:v>
              </c:pt>
              <c:pt idx="78">
                <c:v>5.0609999999999999</c:v>
              </c:pt>
              <c:pt idx="79">
                <c:v>5.0809999999999995</c:v>
              </c:pt>
              <c:pt idx="80">
                <c:v>5.101</c:v>
              </c:pt>
              <c:pt idx="81">
                <c:v>5.1209999999999996</c:v>
              </c:pt>
              <c:pt idx="82">
                <c:v>5.141</c:v>
              </c:pt>
              <c:pt idx="83">
                <c:v>5.1609999999999996</c:v>
              </c:pt>
              <c:pt idx="84">
                <c:v>5.181</c:v>
              </c:pt>
              <c:pt idx="85">
                <c:v>5.2009999999999996</c:v>
              </c:pt>
              <c:pt idx="86">
                <c:v>5.2210000000000001</c:v>
              </c:pt>
              <c:pt idx="87">
                <c:v>5.2409999999999997</c:v>
              </c:pt>
              <c:pt idx="88">
                <c:v>5.2610000000000001</c:v>
              </c:pt>
              <c:pt idx="89">
                <c:v>5.2809999999999997</c:v>
              </c:pt>
              <c:pt idx="90">
                <c:v>5.3010000000000002</c:v>
              </c:pt>
              <c:pt idx="91">
                <c:v>5.3209999999999997</c:v>
              </c:pt>
              <c:pt idx="92">
                <c:v>5.3409999999999993</c:v>
              </c:pt>
              <c:pt idx="93">
                <c:v>5.3609999999999998</c:v>
              </c:pt>
              <c:pt idx="94">
                <c:v>5.3809999999999993</c:v>
              </c:pt>
              <c:pt idx="95">
                <c:v>5.4009999999999998</c:v>
              </c:pt>
              <c:pt idx="96">
                <c:v>5.4209999999999994</c:v>
              </c:pt>
              <c:pt idx="97">
                <c:v>5.4409999999999998</c:v>
              </c:pt>
              <c:pt idx="98">
                <c:v>5.4609999999999994</c:v>
              </c:pt>
              <c:pt idx="99">
                <c:v>5.4809999999999999</c:v>
              </c:pt>
              <c:pt idx="100">
                <c:v>5.5009999999999994</c:v>
              </c:pt>
              <c:pt idx="101">
                <c:v>5.5209999999999999</c:v>
              </c:pt>
              <c:pt idx="102">
                <c:v>5.5409999999999995</c:v>
              </c:pt>
              <c:pt idx="103">
                <c:v>5.5609999999999999</c:v>
              </c:pt>
              <c:pt idx="104">
                <c:v>5.5810000000000004</c:v>
              </c:pt>
              <c:pt idx="105">
                <c:v>5.601</c:v>
              </c:pt>
              <c:pt idx="106">
                <c:v>5.6210000000000004</c:v>
              </c:pt>
              <c:pt idx="107">
                <c:v>5.6409999999999991</c:v>
              </c:pt>
              <c:pt idx="108">
                <c:v>5.6609999999999996</c:v>
              </c:pt>
              <c:pt idx="109">
                <c:v>5.6809999999999992</c:v>
              </c:pt>
              <c:pt idx="110">
                <c:v>5.7009999999999996</c:v>
              </c:pt>
              <c:pt idx="111">
                <c:v>5.7209999999999992</c:v>
              </c:pt>
              <c:pt idx="112">
                <c:v>5.7409999999999997</c:v>
              </c:pt>
              <c:pt idx="113">
                <c:v>5.7609999999999992</c:v>
              </c:pt>
              <c:pt idx="114">
                <c:v>5.7809999999999997</c:v>
              </c:pt>
              <c:pt idx="115">
                <c:v>5.8010000000000002</c:v>
              </c:pt>
              <c:pt idx="116">
                <c:v>5.8209999999999997</c:v>
              </c:pt>
              <c:pt idx="117">
                <c:v>5.8410000000000002</c:v>
              </c:pt>
              <c:pt idx="118">
                <c:v>5.8609999999999998</c:v>
              </c:pt>
              <c:pt idx="119">
                <c:v>5.8810000000000002</c:v>
              </c:pt>
              <c:pt idx="120">
                <c:v>5.9009999999999998</c:v>
              </c:pt>
              <c:pt idx="121">
                <c:v>5.9210000000000003</c:v>
              </c:pt>
              <c:pt idx="122">
                <c:v>5.9409999999999998</c:v>
              </c:pt>
              <c:pt idx="123">
                <c:v>5.9610000000000003</c:v>
              </c:pt>
              <c:pt idx="124">
                <c:v>5.980999999999999</c:v>
              </c:pt>
              <c:pt idx="125">
                <c:v>6.0009999999999994</c:v>
              </c:pt>
              <c:pt idx="126">
                <c:v>6.020999999999999</c:v>
              </c:pt>
              <c:pt idx="127">
                <c:v>6.0409999999999995</c:v>
              </c:pt>
              <c:pt idx="128">
                <c:v>6.0609999999999999</c:v>
              </c:pt>
              <c:pt idx="129">
                <c:v>6.0809999999999995</c:v>
              </c:pt>
              <c:pt idx="130">
                <c:v>6.101</c:v>
              </c:pt>
              <c:pt idx="131">
                <c:v>6.1209999999999996</c:v>
              </c:pt>
              <c:pt idx="132">
                <c:v>6.141</c:v>
              </c:pt>
              <c:pt idx="133">
                <c:v>6.1609999999999996</c:v>
              </c:pt>
              <c:pt idx="134">
                <c:v>6.181</c:v>
              </c:pt>
              <c:pt idx="135">
                <c:v>6.2009999999999996</c:v>
              </c:pt>
              <c:pt idx="136">
                <c:v>6.2210000000000001</c:v>
              </c:pt>
              <c:pt idx="137">
                <c:v>6.2409999999999997</c:v>
              </c:pt>
              <c:pt idx="138">
                <c:v>6.2610000000000001</c:v>
              </c:pt>
              <c:pt idx="139">
                <c:v>6.2809999999999997</c:v>
              </c:pt>
              <c:pt idx="140">
                <c:v>6.3009999999999993</c:v>
              </c:pt>
              <c:pt idx="141">
                <c:v>6.3209999999999997</c:v>
              </c:pt>
              <c:pt idx="142">
                <c:v>6.3409999999999993</c:v>
              </c:pt>
              <c:pt idx="143">
                <c:v>6.3609999999999998</c:v>
              </c:pt>
              <c:pt idx="144">
                <c:v>6.3809999999999993</c:v>
              </c:pt>
              <c:pt idx="145">
                <c:v>6.4009999999999998</c:v>
              </c:pt>
              <c:pt idx="146">
                <c:v>6.4209999999999994</c:v>
              </c:pt>
              <c:pt idx="147">
                <c:v>6.4409999999999998</c:v>
              </c:pt>
              <c:pt idx="148">
                <c:v>6.4609999999999994</c:v>
              </c:pt>
              <c:pt idx="149">
                <c:v>6.4809999999999999</c:v>
              </c:pt>
              <c:pt idx="150">
                <c:v>6.5009999999999994</c:v>
              </c:pt>
              <c:pt idx="151">
                <c:v>6.5209999999999999</c:v>
              </c:pt>
              <c:pt idx="152">
                <c:v>6.5410000000000004</c:v>
              </c:pt>
              <c:pt idx="153">
                <c:v>6.5609999999999999</c:v>
              </c:pt>
              <c:pt idx="154">
                <c:v>6.5810000000000004</c:v>
              </c:pt>
              <c:pt idx="155">
                <c:v>6.601</c:v>
              </c:pt>
              <c:pt idx="156">
                <c:v>6.6209999999999996</c:v>
              </c:pt>
              <c:pt idx="157">
                <c:v>6.6409999999999991</c:v>
              </c:pt>
              <c:pt idx="158">
                <c:v>6.6609999999999996</c:v>
              </c:pt>
              <c:pt idx="159">
                <c:v>6.6809999999999992</c:v>
              </c:pt>
              <c:pt idx="160">
                <c:v>6.7009999999999996</c:v>
              </c:pt>
              <c:pt idx="161">
                <c:v>6.7209999999999992</c:v>
              </c:pt>
              <c:pt idx="162">
                <c:v>6.7409999999999997</c:v>
              </c:pt>
              <c:pt idx="163">
                <c:v>6.7609999999999992</c:v>
              </c:pt>
              <c:pt idx="164">
                <c:v>6.7809999999999997</c:v>
              </c:pt>
              <c:pt idx="165">
                <c:v>6.8010000000000002</c:v>
              </c:pt>
              <c:pt idx="166">
                <c:v>6.8209999999999997</c:v>
              </c:pt>
              <c:pt idx="167">
                <c:v>6.8410000000000002</c:v>
              </c:pt>
              <c:pt idx="168">
                <c:v>6.8609999999999998</c:v>
              </c:pt>
              <c:pt idx="169">
                <c:v>6.8810000000000002</c:v>
              </c:pt>
              <c:pt idx="170">
                <c:v>6.9009999999999998</c:v>
              </c:pt>
              <c:pt idx="171">
                <c:v>6.9210000000000003</c:v>
              </c:pt>
              <c:pt idx="172">
                <c:v>6.9409999999999989</c:v>
              </c:pt>
              <c:pt idx="173">
                <c:v>6.9609999999999994</c:v>
              </c:pt>
              <c:pt idx="174">
                <c:v>6.980999999999999</c:v>
              </c:pt>
              <c:pt idx="175">
                <c:v>7.0009999999999994</c:v>
              </c:pt>
              <c:pt idx="176">
                <c:v>7.020999999999999</c:v>
              </c:pt>
              <c:pt idx="177">
                <c:v>7.0409999999999995</c:v>
              </c:pt>
              <c:pt idx="178">
                <c:v>7.0609999999999999</c:v>
              </c:pt>
              <c:pt idx="179">
                <c:v>7.0809999999999995</c:v>
              </c:pt>
              <c:pt idx="180">
                <c:v>7.101</c:v>
              </c:pt>
              <c:pt idx="181">
                <c:v>7.1209999999999996</c:v>
              </c:pt>
              <c:pt idx="182">
                <c:v>7.141</c:v>
              </c:pt>
              <c:pt idx="183">
                <c:v>7.1609999999999996</c:v>
              </c:pt>
              <c:pt idx="184">
                <c:v>7.181</c:v>
              </c:pt>
              <c:pt idx="185">
                <c:v>7.2009999999999996</c:v>
              </c:pt>
              <c:pt idx="186">
                <c:v>7.2210000000000001</c:v>
              </c:pt>
              <c:pt idx="187">
                <c:v>7.2409999999999997</c:v>
              </c:pt>
              <c:pt idx="188">
                <c:v>7.2610000000000001</c:v>
              </c:pt>
              <c:pt idx="189">
                <c:v>7.2809999999999997</c:v>
              </c:pt>
              <c:pt idx="190">
                <c:v>7.3009999999999993</c:v>
              </c:pt>
              <c:pt idx="191">
                <c:v>7.3209999999999997</c:v>
              </c:pt>
              <c:pt idx="192">
                <c:v>7.3409999999999993</c:v>
              </c:pt>
              <c:pt idx="193">
                <c:v>7.3609999999999998</c:v>
              </c:pt>
              <c:pt idx="194">
                <c:v>7.3809999999999993</c:v>
              </c:pt>
              <c:pt idx="195">
                <c:v>7.4009999999999998</c:v>
              </c:pt>
              <c:pt idx="196">
                <c:v>7.4209999999999994</c:v>
              </c:pt>
              <c:pt idx="197">
                <c:v>7.4409999999999998</c:v>
              </c:pt>
              <c:pt idx="198">
                <c:v>7.4609999999999994</c:v>
              </c:pt>
              <c:pt idx="199">
                <c:v>7.4809999999999999</c:v>
              </c:pt>
              <c:pt idx="200">
                <c:v>7.5009999999999994</c:v>
              </c:pt>
              <c:pt idx="201">
                <c:v>7.5209999999999999</c:v>
              </c:pt>
              <c:pt idx="202">
                <c:v>7.5410000000000004</c:v>
              </c:pt>
              <c:pt idx="203">
                <c:v>7.5609999999999999</c:v>
              </c:pt>
              <c:pt idx="204">
                <c:v>7.5810000000000004</c:v>
              </c:pt>
              <c:pt idx="205">
                <c:v>7.6009999999999991</c:v>
              </c:pt>
              <c:pt idx="206">
                <c:v>7.6209999999999996</c:v>
              </c:pt>
              <c:pt idx="207">
                <c:v>7.6409999999999991</c:v>
              </c:pt>
              <c:pt idx="208">
                <c:v>7.6609999999999996</c:v>
              </c:pt>
              <c:pt idx="209">
                <c:v>7.6809999999999992</c:v>
              </c:pt>
              <c:pt idx="210">
                <c:v>7.7009999999999996</c:v>
              </c:pt>
              <c:pt idx="211">
                <c:v>7.7209999999999992</c:v>
              </c:pt>
              <c:pt idx="212">
                <c:v>7.7409999999999997</c:v>
              </c:pt>
              <c:pt idx="213">
                <c:v>7.7609999999999992</c:v>
              </c:pt>
              <c:pt idx="214">
                <c:v>7.7809999999999997</c:v>
              </c:pt>
              <c:pt idx="215">
                <c:v>7.8010000000000002</c:v>
              </c:pt>
              <c:pt idx="216">
                <c:v>7.8209999999999997</c:v>
              </c:pt>
              <c:pt idx="217">
                <c:v>7.8409999999999993</c:v>
              </c:pt>
              <c:pt idx="218">
                <c:v>7.8609999999999998</c:v>
              </c:pt>
              <c:pt idx="219">
                <c:v>7.8809999999999993</c:v>
              </c:pt>
              <c:pt idx="220">
                <c:v>7.9009999999999998</c:v>
              </c:pt>
              <c:pt idx="221">
                <c:v>7.9209999999999994</c:v>
              </c:pt>
              <c:pt idx="222">
                <c:v>7.9409999999999998</c:v>
              </c:pt>
              <c:pt idx="223">
                <c:v>7.9609999999999994</c:v>
              </c:pt>
              <c:pt idx="224">
                <c:v>7.9809999999999999</c:v>
              </c:pt>
              <c:pt idx="225">
                <c:v>8.0009999999999994</c:v>
              </c:pt>
              <c:pt idx="226">
                <c:v>8.0210000000000008</c:v>
              </c:pt>
              <c:pt idx="227">
                <c:v>8.0410000000000004</c:v>
              </c:pt>
              <c:pt idx="228">
                <c:v>8.0609999999999999</c:v>
              </c:pt>
              <c:pt idx="229">
                <c:v>8.0809999999999995</c:v>
              </c:pt>
              <c:pt idx="230">
                <c:v>8.1009999999999991</c:v>
              </c:pt>
              <c:pt idx="231">
                <c:v>8.1210000000000004</c:v>
              </c:pt>
              <c:pt idx="232">
                <c:v>8.1409999999999982</c:v>
              </c:pt>
              <c:pt idx="233">
                <c:v>8.1609999999999996</c:v>
              </c:pt>
              <c:pt idx="234">
                <c:v>8.1809999999999992</c:v>
              </c:pt>
              <c:pt idx="235">
                <c:v>8.2010000000000005</c:v>
              </c:pt>
              <c:pt idx="236">
                <c:v>8.2209999999999983</c:v>
              </c:pt>
              <c:pt idx="237">
                <c:v>8.2409999999999997</c:v>
              </c:pt>
              <c:pt idx="238">
                <c:v>8.2609999999999992</c:v>
              </c:pt>
              <c:pt idx="239">
                <c:v>8.2810000000000006</c:v>
              </c:pt>
              <c:pt idx="240">
                <c:v>8.3010000000000002</c:v>
              </c:pt>
              <c:pt idx="241">
                <c:v>8.3209999999999997</c:v>
              </c:pt>
              <c:pt idx="242">
                <c:v>8.3409999999999993</c:v>
              </c:pt>
              <c:pt idx="243">
                <c:v>8.3610000000000007</c:v>
              </c:pt>
              <c:pt idx="244">
                <c:v>8.3810000000000002</c:v>
              </c:pt>
              <c:pt idx="245">
                <c:v>8.4009999999999998</c:v>
              </c:pt>
              <c:pt idx="246">
                <c:v>8.4209999999999994</c:v>
              </c:pt>
              <c:pt idx="247">
                <c:v>8.4409999999999989</c:v>
              </c:pt>
              <c:pt idx="248">
                <c:v>8.4610000000000003</c:v>
              </c:pt>
              <c:pt idx="249">
                <c:v>8.4809999999999981</c:v>
              </c:pt>
              <c:pt idx="250">
                <c:v>8.5009999999999994</c:v>
              </c:pt>
              <c:pt idx="251">
                <c:v>8.520999999999999</c:v>
              </c:pt>
              <c:pt idx="252">
                <c:v>8.5410000000000004</c:v>
              </c:pt>
              <c:pt idx="253">
                <c:v>8.5609999999999999</c:v>
              </c:pt>
              <c:pt idx="254">
                <c:v>8.5809999999999995</c:v>
              </c:pt>
              <c:pt idx="255">
                <c:v>8.6009999999999991</c:v>
              </c:pt>
              <c:pt idx="256">
                <c:v>8.6210000000000004</c:v>
              </c:pt>
              <c:pt idx="257">
                <c:v>8.641</c:v>
              </c:pt>
              <c:pt idx="258">
                <c:v>8.6609999999999996</c:v>
              </c:pt>
              <c:pt idx="259">
                <c:v>8.6809999999999992</c:v>
              </c:pt>
              <c:pt idx="260">
                <c:v>8.7010000000000005</c:v>
              </c:pt>
              <c:pt idx="261">
                <c:v>8.7210000000000001</c:v>
              </c:pt>
              <c:pt idx="262">
                <c:v>8.7409999999999997</c:v>
              </c:pt>
              <c:pt idx="263">
                <c:v>8.7609999999999992</c:v>
              </c:pt>
              <c:pt idx="264">
                <c:v>8.7809999999999988</c:v>
              </c:pt>
              <c:pt idx="265">
                <c:v>8.8010000000000002</c:v>
              </c:pt>
              <c:pt idx="266">
                <c:v>8.8209999999999997</c:v>
              </c:pt>
              <c:pt idx="267">
                <c:v>8.8409999999999993</c:v>
              </c:pt>
              <c:pt idx="268">
                <c:v>8.8609999999999989</c:v>
              </c:pt>
              <c:pt idx="269">
                <c:v>8.8810000000000002</c:v>
              </c:pt>
              <c:pt idx="270">
                <c:v>8.9009999999999998</c:v>
              </c:pt>
              <c:pt idx="271">
                <c:v>8.9209999999999994</c:v>
              </c:pt>
              <c:pt idx="272">
                <c:v>8.9409999999999989</c:v>
              </c:pt>
              <c:pt idx="273">
                <c:v>8.9610000000000003</c:v>
              </c:pt>
              <c:pt idx="274">
                <c:v>8.9809999999999999</c:v>
              </c:pt>
              <c:pt idx="275">
                <c:v>9.0009999999999994</c:v>
              </c:pt>
              <c:pt idx="276">
                <c:v>9.020999999999999</c:v>
              </c:pt>
              <c:pt idx="277">
                <c:v>9.0410000000000004</c:v>
              </c:pt>
              <c:pt idx="278">
                <c:v>9.0609999999999999</c:v>
              </c:pt>
              <c:pt idx="279">
                <c:v>9.0809999999999995</c:v>
              </c:pt>
              <c:pt idx="280">
                <c:v>9.1009999999999991</c:v>
              </c:pt>
              <c:pt idx="281">
                <c:v>9.1209999999999987</c:v>
              </c:pt>
              <c:pt idx="282">
                <c:v>9.141</c:v>
              </c:pt>
              <c:pt idx="283">
                <c:v>9.1609999999999996</c:v>
              </c:pt>
              <c:pt idx="284">
                <c:v>9.1809999999999992</c:v>
              </c:pt>
              <c:pt idx="285">
                <c:v>9.2009999999999987</c:v>
              </c:pt>
              <c:pt idx="286">
                <c:v>9.2210000000000001</c:v>
              </c:pt>
              <c:pt idx="287">
                <c:v>9.2409999999999997</c:v>
              </c:pt>
              <c:pt idx="288">
                <c:v>9.261000000000001</c:v>
              </c:pt>
              <c:pt idx="289">
                <c:v>9.2809999999999988</c:v>
              </c:pt>
              <c:pt idx="290">
                <c:v>9.3010000000000002</c:v>
              </c:pt>
              <c:pt idx="291">
                <c:v>9.3209999999999997</c:v>
              </c:pt>
              <c:pt idx="292">
                <c:v>9.3410000000000011</c:v>
              </c:pt>
              <c:pt idx="293">
                <c:v>9.3609999999999989</c:v>
              </c:pt>
              <c:pt idx="294">
                <c:v>9.3809999999999985</c:v>
              </c:pt>
              <c:pt idx="295">
                <c:v>9.4009999999999998</c:v>
              </c:pt>
              <c:pt idx="296">
                <c:v>9.4209999999999994</c:v>
              </c:pt>
              <c:pt idx="297">
                <c:v>9.4409999999999989</c:v>
              </c:pt>
              <c:pt idx="298">
                <c:v>9.4609999999999985</c:v>
              </c:pt>
              <c:pt idx="299">
                <c:v>9.4809999999999999</c:v>
              </c:pt>
              <c:pt idx="300">
                <c:v>9.5009999999999994</c:v>
              </c:pt>
              <c:pt idx="301">
                <c:v>9.5210000000000008</c:v>
              </c:pt>
              <c:pt idx="302">
                <c:v>9.5409999999999986</c:v>
              </c:pt>
              <c:pt idx="303">
                <c:v>9.5609999999999999</c:v>
              </c:pt>
              <c:pt idx="304">
                <c:v>9.5809999999999995</c:v>
              </c:pt>
              <c:pt idx="305">
                <c:v>9.6010000000000009</c:v>
              </c:pt>
              <c:pt idx="306">
                <c:v>9.6209999999999987</c:v>
              </c:pt>
              <c:pt idx="307">
                <c:v>9.641</c:v>
              </c:pt>
              <c:pt idx="308">
                <c:v>9.6609999999999996</c:v>
              </c:pt>
              <c:pt idx="309">
                <c:v>9.6810000000000009</c:v>
              </c:pt>
              <c:pt idx="310">
                <c:v>9.7009999999999987</c:v>
              </c:pt>
              <c:pt idx="311">
                <c:v>9.7209999999999983</c:v>
              </c:pt>
              <c:pt idx="312">
                <c:v>9.7409999999999997</c:v>
              </c:pt>
              <c:pt idx="313">
                <c:v>9.7609999999999992</c:v>
              </c:pt>
              <c:pt idx="314">
                <c:v>9.7810000000000006</c:v>
              </c:pt>
              <c:pt idx="315">
                <c:v>9.8009999999999984</c:v>
              </c:pt>
              <c:pt idx="316">
                <c:v>9.8209999999999997</c:v>
              </c:pt>
              <c:pt idx="317">
                <c:v>9.8409999999999993</c:v>
              </c:pt>
              <c:pt idx="318">
                <c:v>9.8610000000000007</c:v>
              </c:pt>
              <c:pt idx="319">
                <c:v>9.8809999999999985</c:v>
              </c:pt>
              <c:pt idx="320">
                <c:v>9.9009999999999998</c:v>
              </c:pt>
              <c:pt idx="321">
                <c:v>9.9209999999999994</c:v>
              </c:pt>
              <c:pt idx="322">
                <c:v>9.9410000000000007</c:v>
              </c:pt>
              <c:pt idx="323">
                <c:v>9.9609999999999985</c:v>
              </c:pt>
              <c:pt idx="324">
                <c:v>9.9809999999999999</c:v>
              </c:pt>
            </c:numLit>
          </c:xVal>
          <c:yVal>
            <c:numLit>
              <c:formatCode>0.00</c:formatCode>
              <c:ptCount val="325"/>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6.5162265279634921E-6</c:v>
              </c:pt>
              <c:pt idx="76">
                <c:v>2.0634814731082048E-3</c:v>
              </c:pt>
              <c:pt idx="77">
                <c:v>7.3510229771407143E-3</c:v>
              </c:pt>
              <c:pt idx="78">
                <c:v>1.527151121785447E-2</c:v>
              </c:pt>
              <c:pt idx="79">
                <c:v>2.5285652139955452E-2</c:v>
              </c:pt>
              <c:pt idx="80">
                <c:v>3.6910875189039863E-2</c:v>
              </c:pt>
              <c:pt idx="81">
                <c:v>4.9719161100646163E-2</c:v>
              </c:pt>
              <c:pt idx="82">
                <c:v>6.3334431236248365E-2</c:v>
              </c:pt>
              <c:pt idx="83">
                <c:v>7.7429606952056557E-2</c:v>
              </c:pt>
              <c:pt idx="84">
                <c:v>9.1723434757003369E-2</c:v>
              </c:pt>
              <c:pt idx="85">
                <c:v>0.10597716095560504</c:v>
              </c:pt>
              <c:pt idx="86">
                <c:v>0.11999112814601449</c:v>
              </c:pt>
              <c:pt idx="87">
                <c:v>0.13360135539868476</c:v>
              </c:pt>
              <c:pt idx="88">
                <c:v>0.14667615420322122</c:v>
              </c:pt>
              <c:pt idx="89">
                <c:v>0.15911282335084284</c:v>
              </c:pt>
              <c:pt idx="90">
                <c:v>0.17083445781448384</c:v>
              </c:pt>
              <c:pt idx="91">
                <c:v>0.18178689938371873</c:v>
              </c:pt>
              <c:pt idx="92">
                <c:v>0.19193585028388091</c:v>
              </c:pt>
              <c:pt idx="93">
                <c:v>0.20126416522701127</c:v>
              </c:pt>
              <c:pt idx="94">
                <c:v>0.20976933226987299</c:v>
              </c:pt>
              <c:pt idx="95">
                <c:v>0.21746114845012207</c:v>
              </c:pt>
              <c:pt idx="96">
                <c:v>0.22435959239171566</c:v>
              </c:pt>
              <c:pt idx="97">
                <c:v>0.23049289286874694</c:v>
              </c:pt>
              <c:pt idx="98">
                <c:v>0.2358957896461602</c:v>
              </c:pt>
              <c:pt idx="99">
                <c:v>0.24060798072915038</c:v>
              </c:pt>
              <c:pt idx="100">
                <c:v>0.24467274840402223</c:v>
              </c:pt>
              <c:pt idx="101">
                <c:v>0.24813575509656774</c:v>
              </c:pt>
              <c:pt idx="102">
                <c:v>0.25104399906594571</c:v>
              </c:pt>
              <c:pt idx="103">
                <c:v>0.25344491925095192</c:v>
              </c:pt>
              <c:pt idx="104">
                <c:v>0.25538563815206489</c:v>
              </c:pt>
              <c:pt idx="105">
                <c:v>0.25691233142984665</c:v>
              </c:pt>
              <c:pt idx="106">
                <c:v>0.25806971289387587</c:v>
              </c:pt>
              <c:pt idx="107">
                <c:v>0.25890062371481415</c:v>
              </c:pt>
              <c:pt idx="108">
                <c:v>0.25944571498656183</c:v>
              </c:pt>
              <c:pt idx="109">
                <c:v>0.25974321316957011</c:v>
              </c:pt>
              <c:pt idx="110">
                <c:v>0.2598287584366854</c:v>
              </c:pt>
              <c:pt idx="111">
                <c:v>0.25973530649841864</c:v>
              </c:pt>
              <c:pt idx="112">
                <c:v>0.25949308508670227</c:v>
              </c:pt>
              <c:pt idx="113">
                <c:v>0.25912959690878212</c:v>
              </c:pt>
              <c:pt idx="114">
                <c:v>0.25866966153184223</c:v>
              </c:pt>
              <c:pt idx="115">
                <c:v>0.25813548931225222</c:v>
              </c:pt>
              <c:pt idx="116">
                <c:v>0.25754678113080359</c:v>
              </c:pt>
              <c:pt idx="117">
                <c:v>0.25692084832854839</c:v>
              </c:pt>
              <c:pt idx="118">
                <c:v>0.25627274785000609</c:v>
              </c:pt>
              <c:pt idx="119">
                <c:v>0.25561542818610278</c:v>
              </c:pt>
              <c:pt idx="120">
                <c:v>0.25495988226408767</c:v>
              </c:pt>
              <c:pt idx="121">
                <c:v>0.25431530395274043</c:v>
              </c:pt>
              <c:pt idx="122">
                <c:v>0.25368924533638132</c:v>
              </c:pt>
              <c:pt idx="123">
                <c:v>0.25308777235927976</c:v>
              </c:pt>
              <c:pt idx="124">
                <c:v>0.25251561685254081</c:v>
              </c:pt>
              <c:pt idx="125">
                <c:v>0.25197632332855713</c:v>
              </c:pt>
              <c:pt idx="126">
                <c:v>0.25147238926430832</c:v>
              </c:pt>
              <c:pt idx="127">
                <c:v>0.25100539789522841</c:v>
              </c:pt>
              <c:pt idx="128">
                <c:v>0.25057614280749468</c:v>
              </c:pt>
              <c:pt idx="129">
                <c:v>0.25018474385007394</c:v>
              </c:pt>
              <c:pt idx="130">
                <c:v>0.24983075409061722</c:v>
              </c:pt>
              <c:pt idx="131">
                <c:v>0.24951325771331193</c:v>
              </c:pt>
              <c:pt idx="132">
                <c:v>0.24923095890423821</c:v>
              </c:pt>
              <c:pt idx="133">
                <c:v>0.24898226189275213</c:v>
              </c:pt>
              <c:pt idx="134">
                <c:v>0.24876534241813136</c:v>
              </c:pt>
              <c:pt idx="135">
                <c:v>0.24857821097128668</c:v>
              </c:pt>
              <c:pt idx="136">
                <c:v>0.24841876822385167</c:v>
              </c:pt>
              <c:pt idx="137">
                <c:v>0.24828485310342968</c:v>
              </c:pt>
              <c:pt idx="138">
                <c:v>0.24817428400611155</c:v>
              </c:pt>
              <c:pt idx="139">
                <c:v>0.24808489365739275</c:v>
              </c:pt>
              <c:pt idx="140">
                <c:v>0.24801455814201454</c:v>
              </c:pt>
              <c:pt idx="141">
                <c:v>0.24796122062360601</c:v>
              </c:pt>
              <c:pt idx="142">
                <c:v>0.247922910267767</c:v>
              </c:pt>
              <c:pt idx="143">
                <c:v>0.24789775686873225</c:v>
              </c:pt>
              <c:pt idx="144">
                <c:v>0.24788400166120889</c:v>
              </c:pt>
              <c:pt idx="145">
                <c:v>0.24788000477645061</c:v>
              </c:pt>
              <c:pt idx="146">
                <c:v>0.24788424977610621</c:v>
              </c:pt>
              <c:pt idx="147">
                <c:v>0.24789534566969718</c:v>
              </c:pt>
              <c:pt idx="148">
                <c:v>0.24791202679249869</c:v>
              </c:pt>
              <c:pt idx="149">
                <c:v>0.24793315089075293</c:v>
              </c:pt>
              <c:pt idx="150">
                <c:v>0.24795769573110463</c:v>
              </c:pt>
              <c:pt idx="151">
                <c:v>0.24798475452136562</c:v>
              </c:pt>
              <c:pt idx="152">
                <c:v>0.2480135304005911</c:v>
              </c:pt>
              <c:pt idx="153">
                <c:v>0.24804333022828751</c:v>
              </c:pt>
              <c:pt idx="154">
                <c:v>0.24807355787563445</c:v>
              </c:pt>
              <c:pt idx="155">
                <c:v>0.24810370719607389</c:v>
              </c:pt>
              <c:pt idx="156">
                <c:v>0.24813335482864743</c:v>
              </c:pt>
              <c:pt idx="157">
                <c:v>0.24816215296513416</c:v>
              </c:pt>
              <c:pt idx="158">
                <c:v>0.24818982219142516</c:v>
              </c:pt>
              <c:pt idx="159">
                <c:v>0.24821614449468363</c:v>
              </c:pt>
              <c:pt idx="160">
                <c:v>0.24824095651066777</c:v>
              </c:pt>
              <c:pt idx="161">
                <c:v>0.24826414307012698</c:v>
              </c:pt>
              <c:pt idx="162">
                <c:v>0.24828563108935053</c:v>
              </c:pt>
              <c:pt idx="163">
                <c:v>0.24830538383769904</c:v>
              </c:pt>
              <c:pt idx="164">
                <c:v>0.24832339560420244</c:v>
              </c:pt>
              <c:pt idx="165">
                <c:v>0.24833968677597359</c:v>
              </c:pt>
              <c:pt idx="166">
                <c:v>0.24835429933317263</c:v>
              </c:pt>
              <c:pt idx="167">
                <c:v>0.24836729275847541</c:v>
              </c:pt>
              <c:pt idx="168">
                <c:v>0.24837874035332702</c:v>
              </c:pt>
              <c:pt idx="169">
                <c:v>0.24838872594863115</c:v>
              </c:pt>
              <c:pt idx="170">
                <c:v>0.24839734099381064</c:v>
              </c:pt>
              <c:pt idx="171">
                <c:v>0.24840468200529503</c:v>
              </c:pt>
              <c:pt idx="172">
                <c:v>0.2484108483533492</c:v>
              </c:pt>
              <c:pt idx="173">
                <c:v>0.24841594036466699</c:v>
              </c:pt>
              <c:pt idx="174">
                <c:v>0.2484200577172283</c:v>
              </c:pt>
              <c:pt idx="175">
                <c:v>0.24842329810348313</c:v>
              </c:pt>
              <c:pt idx="176">
                <c:v>0.24842575613790735</c:v>
              </c:pt>
              <c:pt idx="177">
                <c:v>0.24842752248530606</c:v>
              </c:pt>
              <c:pt idx="178">
                <c:v>0.24842868318685848</c:v>
              </c:pt>
              <c:pt idx="179">
                <c:v>0.24842931916175076</c:v>
              </c:pt>
              <c:pt idx="180">
                <c:v>0.24842950586327603</c:v>
              </c:pt>
              <c:pt idx="181">
                <c:v>0.24842931306945845</c:v>
              </c:pt>
              <c:pt idx="182">
                <c:v>0.24842880478952475</c:v>
              </c:pt>
              <c:pt idx="183">
                <c:v>0.24842803926888854</c:v>
              </c:pt>
              <c:pt idx="184">
                <c:v>0.2484270690766818</c:v>
              </c:pt>
              <c:pt idx="185">
                <c:v>0.24842594126125286</c:v>
              </c:pt>
              <c:pt idx="186">
                <c:v>0.24842469756041563</c:v>
              </c:pt>
              <c:pt idx="187">
                <c:v>0.24842337465457776</c:v>
              </c:pt>
              <c:pt idx="188">
                <c:v>0.24842200445217039</c:v>
              </c:pt>
              <c:pt idx="189">
                <c:v>0.24842061439804017</c:v>
              </c:pt>
              <c:pt idx="190">
                <c:v>0.24841922779663958</c:v>
              </c:pt>
              <c:pt idx="191">
                <c:v>0.24841786414295494</c:v>
              </c:pt>
              <c:pt idx="192">
                <c:v>0.248416539455137</c:v>
              </c:pt>
              <c:pt idx="193">
                <c:v>0.24841526660375157</c:v>
              </c:pt>
              <c:pt idx="194">
                <c:v>0.24841405563343091</c:v>
              </c:pt>
              <c:pt idx="195">
                <c:v>0.24841291407350369</c:v>
              </c:pt>
              <c:pt idx="196">
                <c:v>0.24841184723488602</c:v>
              </c:pt>
              <c:pt idx="197">
                <c:v>0.24841085849115965</c:v>
              </c:pt>
              <c:pt idx="198">
                <c:v>0.24840994954232154</c:v>
              </c:pt>
              <c:pt idx="199">
                <c:v>0.24840912066018686</c:v>
              </c:pt>
              <c:pt idx="200">
                <c:v>0.24840837091485621</c:v>
              </c:pt>
              <c:pt idx="201">
                <c:v>0.24840769838202653</c:v>
              </c:pt>
              <c:pt idx="202">
                <c:v>0.24840710033123969</c:v>
              </c:pt>
              <c:pt idx="203">
                <c:v>0.24840657339541847</c:v>
              </c:pt>
              <c:pt idx="204">
                <c:v>0.24840611372226035</c:v>
              </c:pt>
              <c:pt idx="205">
                <c:v>0.24840571710822387</c:v>
              </c:pt>
              <c:pt idx="206">
                <c:v>0.24840537911598037</c:v>
              </c:pt>
              <c:pt idx="207">
                <c:v>0.24840509517629836</c:v>
              </c:pt>
              <c:pt idx="208">
                <c:v>0.24840486067539916</c:v>
              </c:pt>
              <c:pt idx="209">
                <c:v>0.24840467102886443</c:v>
              </c:pt>
              <c:pt idx="210">
                <c:v>0.24840452174319611</c:v>
              </c:pt>
              <c:pt idx="211">
                <c:v>0.24840440846613041</c:v>
              </c:pt>
              <c:pt idx="212">
                <c:v>0.24840432702679266</c:v>
              </c:pt>
              <c:pt idx="213">
                <c:v>0.24840427346675142</c:v>
              </c:pt>
              <c:pt idx="214">
                <c:v>0.24840424406299064</c:v>
              </c:pt>
              <c:pt idx="215">
                <c:v>0.24840423534377068</c:v>
              </c:pt>
              <c:pt idx="216">
                <c:v>0.24840424409829751</c:v>
              </c:pt>
              <c:pt idx="217">
                <c:v>0.24840426738105914</c:v>
              </c:pt>
              <c:pt idx="218">
                <c:v>0.24840430251162465</c:v>
              </c:pt>
              <c:pt idx="219">
                <c:v>0.24840434707064335</c:v>
              </c:pt>
              <c:pt idx="220">
                <c:v>0.24840439889271315</c:v>
              </c:pt>
              <c:pt idx="221">
                <c:v>0.24840445605672759</c:v>
              </c:pt>
              <c:pt idx="222">
                <c:v>0.24840451687424717</c:v>
              </c:pt>
              <c:pt idx="223">
                <c:v>0.24840457987638129</c:v>
              </c:pt>
              <c:pt idx="224">
                <c:v>0.24840464379961263</c:v>
              </c:pt>
              <c:pt idx="225">
                <c:v>0.24840470757093758</c:v>
              </c:pt>
              <c:pt idx="226">
                <c:v>0.2484047702926489</c:v>
              </c:pt>
              <c:pt idx="227">
                <c:v>0.2484048312270388</c:v>
              </c:pt>
              <c:pt idx="228">
                <c:v>0.2484048897812553</c:v>
              </c:pt>
              <c:pt idx="229">
                <c:v>0.24840494549250691</c:v>
              </c:pt>
              <c:pt idx="230">
                <c:v>0.24840499801377391</c:v>
              </c:pt>
              <c:pt idx="231">
                <c:v>0.24840504710014971</c:v>
              </c:pt>
              <c:pt idx="232">
                <c:v>0.24840509259590968</c:v>
              </c:pt>
              <c:pt idx="233">
                <c:v>0.24840513442237608</c:v>
              </c:pt>
              <c:pt idx="234">
                <c:v>0.24840517256662575</c:v>
              </c:pt>
              <c:pt idx="235">
                <c:v>0.24840520707107025</c:v>
              </c:pt>
              <c:pt idx="236">
                <c:v>0.24840523802391498</c:v>
              </c:pt>
              <c:pt idx="237">
                <c:v>0.24840526555049669</c:v>
              </c:pt>
              <c:pt idx="238">
                <c:v>0.24840528980548016</c:v>
              </c:pt>
              <c:pt idx="239">
                <c:v>0.24840531096589102</c:v>
              </c:pt>
              <c:pt idx="240">
                <c:v>0.24840532922494774</c:v>
              </c:pt>
              <c:pt idx="241">
                <c:v>0.24840534478665563</c:v>
              </c:pt>
              <c:pt idx="242">
                <c:v>0.24840535786111645</c:v>
              </c:pt>
              <c:pt idx="243">
                <c:v>0.24840536866050636</c:v>
              </c:pt>
              <c:pt idx="244">
                <c:v>0.248405377395673</c:v>
              </c:pt>
              <c:pt idx="245">
                <c:v>0.24840538427330103</c:v>
              </c:pt>
              <c:pt idx="246">
                <c:v>0.24840538949359425</c:v>
              </c:pt>
              <c:pt idx="247">
                <c:v>0.24840539324842639</c:v>
              </c:pt>
              <c:pt idx="248">
                <c:v>0.24840539571990994</c:v>
              </c:pt>
              <c:pt idx="249">
                <c:v>0.24840539707933726</c:v>
              </c:pt>
              <c:pt idx="250">
                <c:v>0.24840539748644913</c:v>
              </c:pt>
              <c:pt idx="251">
                <c:v>0.24840539708898829</c:v>
              </c:pt>
              <c:pt idx="252">
                <c:v>0.24840539602249823</c:v>
              </c:pt>
              <c:pt idx="253">
                <c:v>0.24840539441033135</c:v>
              </c:pt>
              <c:pt idx="254">
                <c:v>0.24840539236383161</c:v>
              </c:pt>
              <c:pt idx="255">
                <c:v>0.24840538998266176</c:v>
              </c:pt>
              <c:pt idx="256">
                <c:v>0.24840538735524628</c:v>
              </c:pt>
              <c:pt idx="257">
                <c:v>0.24840538455930594</c:v>
              </c:pt>
              <c:pt idx="258">
                <c:v>0.24840538166246035</c:v>
              </c:pt>
              <c:pt idx="259">
                <c:v>0.24840537872287982</c:v>
              </c:pt>
              <c:pt idx="260">
                <c:v>0.24840537578996838</c:v>
              </c:pt>
              <c:pt idx="261">
                <c:v>0.24840537290506379</c:v>
              </c:pt>
              <c:pt idx="262">
                <c:v>0.24840537010214087</c:v>
              </c:pt>
              <c:pt idx="263">
                <c:v>0.24840536740850785</c:v>
              </c:pt>
              <c:pt idx="264">
                <c:v>0.248405364845487</c:v>
              </c:pt>
              <c:pt idx="265">
                <c:v>0.24840536242907216</c:v>
              </c:pt>
              <c:pt idx="266">
                <c:v>0.24840536017055689</c:v>
              </c:pt>
              <c:pt idx="267">
                <c:v>0.24840535807712943</c:v>
              </c:pt>
              <c:pt idx="268">
                <c:v>0.24840535615243087</c:v>
              </c:pt>
              <c:pt idx="269">
                <c:v>0.24840535439707492</c:v>
              </c:pt>
              <c:pt idx="270">
                <c:v>0.24840535280912746</c:v>
              </c:pt>
              <c:pt idx="271">
                <c:v>0.24840535138454545</c:v>
              </c:pt>
              <c:pt idx="272">
                <c:v>0.24840535011757542</c:v>
              </c:pt>
              <c:pt idx="273">
                <c:v>0.24840534900111316</c:v>
              </c:pt>
              <c:pt idx="274">
                <c:v>0.2484053480270238</c:v>
              </c:pt>
              <c:pt idx="275">
                <c:v>0.24840534718642571</c:v>
              </c:pt>
              <c:pt idx="276">
                <c:v>0.24840534646994006</c:v>
              </c:pt>
              <c:pt idx="277">
                <c:v>0.24840534586790569</c:v>
              </c:pt>
              <c:pt idx="278">
                <c:v>0.24840534537056563</c:v>
              </c:pt>
              <c:pt idx="279">
                <c:v>0.24840534496822228</c:v>
              </c:pt>
              <c:pt idx="280">
                <c:v>0.24840534465136868</c:v>
              </c:pt>
              <c:pt idx="281">
                <c:v>0.24840534441079576</c:v>
              </c:pt>
              <c:pt idx="282">
                <c:v>0.24840534423767663</c:v>
              </c:pt>
              <c:pt idx="283">
                <c:v>0.24840534412363302</c:v>
              </c:pt>
              <c:pt idx="284">
                <c:v>0.24840534406078391</c:v>
              </c:pt>
              <c:pt idx="285">
                <c:v>0.24840534404177925</c:v>
              </c:pt>
              <c:pt idx="286">
                <c:v>0.2484053440598209</c:v>
              </c:pt>
              <c:pt idx="287">
                <c:v>0.24840534410867157</c:v>
              </c:pt>
              <c:pt idx="288">
                <c:v>0.24840534418265453</c:v>
              </c:pt>
              <c:pt idx="289">
                <c:v>0.24840534427664554</c:v>
              </c:pt>
              <c:pt idx="290">
                <c:v>0.24840534438605744</c:v>
              </c:pt>
              <c:pt idx="291">
                <c:v>0.2484053445068205</c:v>
              </c:pt>
              <c:pt idx="292">
                <c:v>0.24840534463535685</c:v>
              </c:pt>
              <c:pt idx="293">
                <c:v>0.248405344768554</c:v>
              </c:pt>
              <c:pt idx="294">
                <c:v>0.24840534490373378</c:v>
              </c:pt>
              <c:pt idx="295">
                <c:v>0.24840534503862147</c:v>
              </c:pt>
              <c:pt idx="296">
                <c:v>0.24840534517131352</c:v>
              </c:pt>
              <c:pt idx="297">
                <c:v>0.24840534530024522</c:v>
              </c:pt>
              <c:pt idx="298">
                <c:v>0.24840534542415874</c:v>
              </c:pt>
              <c:pt idx="299">
                <c:v>0.24840534554207158</c:v>
              </c:pt>
              <c:pt idx="300">
                <c:v>0.24840534565324673</c:v>
              </c:pt>
              <c:pt idx="301">
                <c:v>0.24840534575716339</c:v>
              </c:pt>
              <c:pt idx="302">
                <c:v>0.24840534585348961</c:v>
              </c:pt>
              <c:pt idx="303">
                <c:v>0.24840534594205702</c:v>
              </c:pt>
              <c:pt idx="304">
                <c:v>0.24840534602283648</c:v>
              </c:pt>
              <c:pt idx="305">
                <c:v>0.24840534609591625</c:v>
              </c:pt>
              <c:pt idx="306">
                <c:v>0.24840534616148163</c:v>
              </c:pt>
              <c:pt idx="307">
                <c:v>0.24840534621979668</c:v>
              </c:pt>
              <c:pt idx="308">
                <c:v>0.2484053462711876</c:v>
              </c:pt>
              <c:pt idx="309">
                <c:v>0.24840534631602845</c:v>
              </c:pt>
              <c:pt idx="310">
                <c:v>0.24840534635472722</c:v>
              </c:pt>
              <c:pt idx="311">
                <c:v>0.2484053463877153</c:v>
              </c:pt>
              <c:pt idx="312">
                <c:v>0.24840534641543693</c:v>
              </c:pt>
              <c:pt idx="313">
                <c:v>0.2484053464383407</c:v>
              </c:pt>
              <c:pt idx="314">
                <c:v>0.24840534645687268</c:v>
              </c:pt>
              <c:pt idx="315">
                <c:v>0.24840534647147022</c:v>
              </c:pt>
              <c:pt idx="316">
                <c:v>0.24840534648255683</c:v>
              </c:pt>
              <c:pt idx="317">
                <c:v>0.24840534649053858</c:v>
              </c:pt>
              <c:pt idx="318">
                <c:v>0.24840534649580093</c:v>
              </c:pt>
              <c:pt idx="319">
                <c:v>0.24840534649870652</c:v>
              </c:pt>
              <c:pt idx="320">
                <c:v>0.24840534649959348</c:v>
              </c:pt>
              <c:pt idx="321">
                <c:v>0.24840534649877466</c:v>
              </c:pt>
              <c:pt idx="322">
                <c:v>0.24840534649653695</c:v>
              </c:pt>
              <c:pt idx="323">
                <c:v>0.248405346493142</c:v>
              </c:pt>
              <c:pt idx="324">
                <c:v>0.2484053464888252</c:v>
              </c:pt>
            </c:numLit>
          </c:yVal>
          <c:smooth val="1"/>
          <c:extLst>
            <c:ext xmlns:c16="http://schemas.microsoft.com/office/drawing/2014/chart" uri="{C3380CC4-5D6E-409C-BE32-E72D297353CC}">
              <c16:uniqueId val="{00000000-D3C6-4129-B1ED-71867B674BE2}"/>
            </c:ext>
          </c:extLst>
        </c:ser>
        <c:dLbls>
          <c:showLegendKey val="0"/>
          <c:showVal val="0"/>
          <c:showCatName val="0"/>
          <c:showSerName val="0"/>
          <c:showPercent val="0"/>
          <c:showBubbleSize val="0"/>
        </c:dLbls>
        <c:axId val="48650112"/>
        <c:axId val="48672768"/>
      </c:scatterChart>
      <c:valAx>
        <c:axId val="48672768"/>
        <c:scaling>
          <c:orientation val="minMax"/>
          <c:max val="0.3"/>
          <c:min val="0"/>
        </c:scaling>
        <c:delete val="0"/>
        <c:axPos val="l"/>
        <c:majorGridlines>
          <c:spPr>
            <a:ln w="9525">
              <a:solidFill>
                <a:srgbClr val="E3E9F0"/>
              </a:solidFill>
            </a:ln>
          </c:spPr>
        </c:majorGridlines>
        <c:title>
          <c:tx>
            <c:rich>
              <a:bodyPr/>
              <a:lstStyle/>
              <a:p>
                <a:r>
                  <a:rPr>
                    <a:latin typeface="Arial"/>
                    <a:ea typeface="Arial"/>
                    <a:cs typeface="Arial"/>
                  </a:rPr>
                  <a:t>Relative displacement (um)</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650">
                <a:solidFill>
                  <a:srgbClr val="172F46"/>
                </a:solidFill>
                <a:latin typeface="Arial"/>
                <a:ea typeface="Arial"/>
                <a:cs typeface="Arial"/>
              </a:defRPr>
            </a:pPr>
            <a:endParaRPr lang="zh-CN"/>
          </a:p>
        </c:txPr>
        <c:crossAx val="48650112"/>
        <c:crosses val="autoZero"/>
        <c:crossBetween val="midCat"/>
        <c:majorUnit val="0.05"/>
      </c:valAx>
      <c:valAx>
        <c:axId val="48650112"/>
        <c:scaling>
          <c:orientation val="minMax"/>
          <c:max val="10"/>
          <c:min val="3.5"/>
        </c:scaling>
        <c:delete val="0"/>
        <c:axPos val="b"/>
        <c:majorGridlines>
          <c:spPr>
            <a:ln w="9525">
              <a:solidFill>
                <a:srgbClr val="E3E9F0"/>
              </a:solidFill>
            </a:ln>
          </c:spPr>
        </c:majorGridlines>
        <c:title>
          <c:tx>
            <c:rich>
              <a:bodyPr/>
              <a:lstStyle/>
              <a:p>
                <a:r>
                  <a:rPr>
                    <a:latin typeface="Arial"/>
                    <a:ea typeface="Arial"/>
                    <a:cs typeface="Arial"/>
                  </a:rPr>
                  <a:t>Time (ms)</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650">
                <a:solidFill>
                  <a:srgbClr val="172F46"/>
                </a:solidFill>
                <a:latin typeface="Arial"/>
                <a:ea typeface="Arial"/>
                <a:cs typeface="Arial"/>
              </a:defRPr>
            </a:pPr>
            <a:endParaRPr lang="zh-CN"/>
          </a:p>
        </c:txPr>
        <c:crossAx val="48672768"/>
        <c:crosses val="autoZero"/>
        <c:crossBetween val="midCat"/>
        <c:majorUnit val="1"/>
      </c:valAx>
      <c:spPr>
        <a:solidFill>
          <a:srgbClr val="FFFFFF"/>
        </a:solidFill>
      </c:spPr>
    </c:plotArea>
    <c:plotVisOnly val="1"/>
    <c:dispBlanksAs val="zero"/>
    <c:showDLblsOverMax val="1"/>
  </c:chart>
  <c:spPr>
    <a:solidFill>
      <a:srgbClr val="FFFFFF"/>
    </a:solidFill>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0"/>
        <c:ser>
          <c:idx val="0"/>
          <c:order val="0"/>
          <c:tx>
            <c:v>Transfer Fcn</c:v>
          </c:tx>
          <c:spPr>
            <a:ln w="24765">
              <a:solidFill>
                <a:srgbClr val="245B9B"/>
              </a:solidFill>
              <a:prstDash val="solid"/>
            </a:ln>
          </c:spPr>
          <c:marker>
            <c:symbol val="none"/>
          </c:marker>
          <c:xVal>
            <c:numLit>
              <c:formatCode>General</c:formatCode>
              <c:ptCount val="351"/>
              <c:pt idx="0">
                <c:v>4.5</c:v>
              </c:pt>
              <c:pt idx="1">
                <c:v>4.51</c:v>
              </c:pt>
              <c:pt idx="2">
                <c:v>4.5199999999999996</c:v>
              </c:pt>
              <c:pt idx="3">
                <c:v>4.53</c:v>
              </c:pt>
              <c:pt idx="4">
                <c:v>4.54</c:v>
              </c:pt>
              <c:pt idx="5">
                <c:v>4.55</c:v>
              </c:pt>
              <c:pt idx="6">
                <c:v>4.5599999999999996</c:v>
              </c:pt>
              <c:pt idx="7">
                <c:v>4.5699999999999994</c:v>
              </c:pt>
              <c:pt idx="8">
                <c:v>4.58</c:v>
              </c:pt>
              <c:pt idx="9">
                <c:v>4.59</c:v>
              </c:pt>
              <c:pt idx="10">
                <c:v>4.5999999999999996</c:v>
              </c:pt>
              <c:pt idx="11">
                <c:v>4.6099999999999994</c:v>
              </c:pt>
              <c:pt idx="12">
                <c:v>4.62</c:v>
              </c:pt>
              <c:pt idx="13">
                <c:v>4.63</c:v>
              </c:pt>
              <c:pt idx="14">
                <c:v>4.6399999999999997</c:v>
              </c:pt>
              <c:pt idx="15">
                <c:v>4.6499999999999995</c:v>
              </c:pt>
              <c:pt idx="16">
                <c:v>4.66</c:v>
              </c:pt>
              <c:pt idx="17">
                <c:v>4.67</c:v>
              </c:pt>
              <c:pt idx="18">
                <c:v>4.68</c:v>
              </c:pt>
              <c:pt idx="19">
                <c:v>4.6899999999999995</c:v>
              </c:pt>
              <c:pt idx="20">
                <c:v>4.7</c:v>
              </c:pt>
              <c:pt idx="21">
                <c:v>4.71</c:v>
              </c:pt>
              <c:pt idx="22">
                <c:v>4.72</c:v>
              </c:pt>
              <c:pt idx="23">
                <c:v>4.7299999999999995</c:v>
              </c:pt>
              <c:pt idx="24">
                <c:v>4.7399999999999993</c:v>
              </c:pt>
              <c:pt idx="25">
                <c:v>4.75</c:v>
              </c:pt>
              <c:pt idx="26">
                <c:v>4.76</c:v>
              </c:pt>
              <c:pt idx="27">
                <c:v>4.7699999999999996</c:v>
              </c:pt>
              <c:pt idx="28">
                <c:v>4.7799999999999994</c:v>
              </c:pt>
              <c:pt idx="29">
                <c:v>4.79</c:v>
              </c:pt>
              <c:pt idx="30">
                <c:v>4.8</c:v>
              </c:pt>
              <c:pt idx="31">
                <c:v>4.8099999999999996</c:v>
              </c:pt>
              <c:pt idx="32">
                <c:v>4.8199999999999994</c:v>
              </c:pt>
              <c:pt idx="33">
                <c:v>4.83</c:v>
              </c:pt>
              <c:pt idx="34">
                <c:v>4.84</c:v>
              </c:pt>
              <c:pt idx="35">
                <c:v>4.8500000000000005</c:v>
              </c:pt>
              <c:pt idx="36">
                <c:v>4.8599999999999994</c:v>
              </c:pt>
              <c:pt idx="37">
                <c:v>4.87</c:v>
              </c:pt>
              <c:pt idx="38">
                <c:v>4.88</c:v>
              </c:pt>
              <c:pt idx="39">
                <c:v>4.8899999999999997</c:v>
              </c:pt>
              <c:pt idx="40">
                <c:v>4.8999999999999995</c:v>
              </c:pt>
              <c:pt idx="41">
                <c:v>4.9099999999999993</c:v>
              </c:pt>
              <c:pt idx="42">
                <c:v>4.92</c:v>
              </c:pt>
              <c:pt idx="43">
                <c:v>4.93</c:v>
              </c:pt>
              <c:pt idx="44">
                <c:v>4.9399999999999995</c:v>
              </c:pt>
              <c:pt idx="45">
                <c:v>4.9499999999999993</c:v>
              </c:pt>
              <c:pt idx="46">
                <c:v>4.96</c:v>
              </c:pt>
              <c:pt idx="47">
                <c:v>4.97</c:v>
              </c:pt>
              <c:pt idx="48">
                <c:v>4.9800000000000004</c:v>
              </c:pt>
              <c:pt idx="49">
                <c:v>4.9899999999999993</c:v>
              </c:pt>
              <c:pt idx="50">
                <c:v>5</c:v>
              </c:pt>
              <c:pt idx="51">
                <c:v>5.01</c:v>
              </c:pt>
              <c:pt idx="52">
                <c:v>5.0200000000000005</c:v>
              </c:pt>
              <c:pt idx="53">
                <c:v>5.0299999999999994</c:v>
              </c:pt>
              <c:pt idx="54">
                <c:v>5.0399999999999991</c:v>
              </c:pt>
              <c:pt idx="55">
                <c:v>5.05</c:v>
              </c:pt>
              <c:pt idx="56">
                <c:v>5.0599999999999996</c:v>
              </c:pt>
              <c:pt idx="57">
                <c:v>5.07</c:v>
              </c:pt>
              <c:pt idx="58">
                <c:v>5.0799999999999992</c:v>
              </c:pt>
              <c:pt idx="59">
                <c:v>5.09</c:v>
              </c:pt>
              <c:pt idx="60">
                <c:v>5.0999999999999996</c:v>
              </c:pt>
              <c:pt idx="61">
                <c:v>5.1100000000000003</c:v>
              </c:pt>
              <c:pt idx="62">
                <c:v>5.1199999999999992</c:v>
              </c:pt>
              <c:pt idx="63">
                <c:v>5.13</c:v>
              </c:pt>
              <c:pt idx="64">
                <c:v>5.14</c:v>
              </c:pt>
              <c:pt idx="65">
                <c:v>5.15</c:v>
              </c:pt>
              <c:pt idx="66">
                <c:v>5.1599999999999993</c:v>
              </c:pt>
              <c:pt idx="67">
                <c:v>5.17</c:v>
              </c:pt>
              <c:pt idx="68">
                <c:v>5.18</c:v>
              </c:pt>
              <c:pt idx="69">
                <c:v>5.19</c:v>
              </c:pt>
              <c:pt idx="70">
                <c:v>5.2</c:v>
              </c:pt>
              <c:pt idx="71">
                <c:v>5.2099999999999991</c:v>
              </c:pt>
              <c:pt idx="72">
                <c:v>5.22</c:v>
              </c:pt>
              <c:pt idx="73">
                <c:v>5.2299999999999995</c:v>
              </c:pt>
              <c:pt idx="74">
                <c:v>5.24</c:v>
              </c:pt>
              <c:pt idx="75">
                <c:v>5.2499999999999991</c:v>
              </c:pt>
              <c:pt idx="76">
                <c:v>5.26</c:v>
              </c:pt>
              <c:pt idx="77">
                <c:v>5.27</c:v>
              </c:pt>
              <c:pt idx="78">
                <c:v>5.28</c:v>
              </c:pt>
              <c:pt idx="79">
                <c:v>5.2899999999999991</c:v>
              </c:pt>
              <c:pt idx="80">
                <c:v>5.3</c:v>
              </c:pt>
              <c:pt idx="81">
                <c:v>5.31</c:v>
              </c:pt>
              <c:pt idx="82">
                <c:v>5.32</c:v>
              </c:pt>
              <c:pt idx="83">
                <c:v>5.33</c:v>
              </c:pt>
              <c:pt idx="84">
                <c:v>5.34</c:v>
              </c:pt>
              <c:pt idx="85">
                <c:v>5.35</c:v>
              </c:pt>
              <c:pt idx="86">
                <c:v>5.36</c:v>
              </c:pt>
              <c:pt idx="87">
                <c:v>5.37</c:v>
              </c:pt>
              <c:pt idx="88">
                <c:v>5.379999999999999</c:v>
              </c:pt>
              <c:pt idx="89">
                <c:v>5.39</c:v>
              </c:pt>
              <c:pt idx="90">
                <c:v>5.3999999999999995</c:v>
              </c:pt>
              <c:pt idx="91">
                <c:v>5.41</c:v>
              </c:pt>
              <c:pt idx="92">
                <c:v>5.419999999999999</c:v>
              </c:pt>
              <c:pt idx="93">
                <c:v>5.43</c:v>
              </c:pt>
              <c:pt idx="94">
                <c:v>5.4399999999999995</c:v>
              </c:pt>
              <c:pt idx="95">
                <c:v>5.45</c:v>
              </c:pt>
              <c:pt idx="96">
                <c:v>5.46</c:v>
              </c:pt>
              <c:pt idx="97">
                <c:v>5.47</c:v>
              </c:pt>
              <c:pt idx="98">
                <c:v>5.4799999999999995</c:v>
              </c:pt>
              <c:pt idx="99">
                <c:v>5.49</c:v>
              </c:pt>
              <c:pt idx="100">
                <c:v>5.5</c:v>
              </c:pt>
              <c:pt idx="101">
                <c:v>5.51</c:v>
              </c:pt>
              <c:pt idx="102">
                <c:v>5.52</c:v>
              </c:pt>
              <c:pt idx="103">
                <c:v>5.5299999999999994</c:v>
              </c:pt>
              <c:pt idx="104">
                <c:v>5.54</c:v>
              </c:pt>
              <c:pt idx="105">
                <c:v>5.5499999999999989</c:v>
              </c:pt>
              <c:pt idx="106">
                <c:v>5.56</c:v>
              </c:pt>
              <c:pt idx="107">
                <c:v>5.5699999999999994</c:v>
              </c:pt>
              <c:pt idx="108">
                <c:v>5.58</c:v>
              </c:pt>
              <c:pt idx="109">
                <c:v>5.59</c:v>
              </c:pt>
              <c:pt idx="110">
                <c:v>5.6</c:v>
              </c:pt>
              <c:pt idx="111">
                <c:v>5.6099999999999994</c:v>
              </c:pt>
              <c:pt idx="112">
                <c:v>5.62</c:v>
              </c:pt>
              <c:pt idx="113">
                <c:v>5.63</c:v>
              </c:pt>
              <c:pt idx="114">
                <c:v>5.64</c:v>
              </c:pt>
              <c:pt idx="115">
                <c:v>5.6499999999999995</c:v>
              </c:pt>
              <c:pt idx="116">
                <c:v>5.66</c:v>
              </c:pt>
              <c:pt idx="117">
                <c:v>5.67</c:v>
              </c:pt>
              <c:pt idx="118">
                <c:v>5.68</c:v>
              </c:pt>
              <c:pt idx="119">
                <c:v>5.6899999999999995</c:v>
              </c:pt>
              <c:pt idx="120">
                <c:v>5.6999999999999993</c:v>
              </c:pt>
              <c:pt idx="121">
                <c:v>5.71</c:v>
              </c:pt>
              <c:pt idx="122">
                <c:v>5.72</c:v>
              </c:pt>
              <c:pt idx="123">
                <c:v>5.7299999999999995</c:v>
              </c:pt>
              <c:pt idx="124">
                <c:v>5.7399999999999993</c:v>
              </c:pt>
              <c:pt idx="125">
                <c:v>5.75</c:v>
              </c:pt>
              <c:pt idx="126">
                <c:v>5.76</c:v>
              </c:pt>
              <c:pt idx="127">
                <c:v>5.77</c:v>
              </c:pt>
              <c:pt idx="128">
                <c:v>5.7799999999999994</c:v>
              </c:pt>
              <c:pt idx="129">
                <c:v>5.79</c:v>
              </c:pt>
              <c:pt idx="130">
                <c:v>5.8</c:v>
              </c:pt>
              <c:pt idx="131">
                <c:v>5.8100000000000005</c:v>
              </c:pt>
              <c:pt idx="132">
                <c:v>5.8199999999999994</c:v>
              </c:pt>
              <c:pt idx="133">
                <c:v>5.83</c:v>
              </c:pt>
              <c:pt idx="134">
                <c:v>5.84</c:v>
              </c:pt>
              <c:pt idx="135">
                <c:v>5.8500000000000005</c:v>
              </c:pt>
              <c:pt idx="136">
                <c:v>5.8599999999999994</c:v>
              </c:pt>
              <c:pt idx="137">
                <c:v>5.8699999999999992</c:v>
              </c:pt>
              <c:pt idx="138">
                <c:v>5.88</c:v>
              </c:pt>
              <c:pt idx="139">
                <c:v>5.89</c:v>
              </c:pt>
              <c:pt idx="140">
                <c:v>5.8999999999999995</c:v>
              </c:pt>
              <c:pt idx="141">
                <c:v>5.9099999999999993</c:v>
              </c:pt>
              <c:pt idx="142">
                <c:v>5.92</c:v>
              </c:pt>
              <c:pt idx="143">
                <c:v>5.93</c:v>
              </c:pt>
              <c:pt idx="144">
                <c:v>5.94</c:v>
              </c:pt>
              <c:pt idx="145">
                <c:v>5.9499999999999993</c:v>
              </c:pt>
              <c:pt idx="146">
                <c:v>5.96</c:v>
              </c:pt>
              <c:pt idx="147">
                <c:v>5.97</c:v>
              </c:pt>
              <c:pt idx="148">
                <c:v>5.98</c:v>
              </c:pt>
              <c:pt idx="149">
                <c:v>5.9899999999999993</c:v>
              </c:pt>
              <c:pt idx="150">
                <c:v>6</c:v>
              </c:pt>
              <c:pt idx="151">
                <c:v>6.01</c:v>
              </c:pt>
              <c:pt idx="152">
                <c:v>6.02</c:v>
              </c:pt>
              <c:pt idx="153">
                <c:v>6.0299999999999994</c:v>
              </c:pt>
              <c:pt idx="154">
                <c:v>6.0399999999999991</c:v>
              </c:pt>
              <c:pt idx="155">
                <c:v>6.05</c:v>
              </c:pt>
              <c:pt idx="156">
                <c:v>6.06</c:v>
              </c:pt>
              <c:pt idx="157">
                <c:v>6.07</c:v>
              </c:pt>
              <c:pt idx="158">
                <c:v>6.0799999999999992</c:v>
              </c:pt>
              <c:pt idx="159">
                <c:v>6.09</c:v>
              </c:pt>
              <c:pt idx="160">
                <c:v>6.1</c:v>
              </c:pt>
              <c:pt idx="161">
                <c:v>6.11</c:v>
              </c:pt>
              <c:pt idx="162">
                <c:v>6.1199999999999992</c:v>
              </c:pt>
              <c:pt idx="163">
                <c:v>6.13</c:v>
              </c:pt>
              <c:pt idx="164">
                <c:v>6.14</c:v>
              </c:pt>
              <c:pt idx="165">
                <c:v>6.15</c:v>
              </c:pt>
              <c:pt idx="166">
                <c:v>6.1599999999999993</c:v>
              </c:pt>
              <c:pt idx="167">
                <c:v>6.17</c:v>
              </c:pt>
              <c:pt idx="168">
                <c:v>6.18</c:v>
              </c:pt>
              <c:pt idx="169">
                <c:v>6.1899999999999995</c:v>
              </c:pt>
              <c:pt idx="170">
                <c:v>6.2</c:v>
              </c:pt>
              <c:pt idx="171">
                <c:v>6.2099999999999991</c:v>
              </c:pt>
              <c:pt idx="172">
                <c:v>6.22</c:v>
              </c:pt>
              <c:pt idx="173">
                <c:v>6.2299999999999995</c:v>
              </c:pt>
              <c:pt idx="174">
                <c:v>6.24</c:v>
              </c:pt>
              <c:pt idx="175">
                <c:v>6.2499999999999991</c:v>
              </c:pt>
              <c:pt idx="176">
                <c:v>6.26</c:v>
              </c:pt>
              <c:pt idx="177">
                <c:v>6.27</c:v>
              </c:pt>
              <c:pt idx="178">
                <c:v>6.28</c:v>
              </c:pt>
              <c:pt idx="179">
                <c:v>6.2899999999999991</c:v>
              </c:pt>
              <c:pt idx="180">
                <c:v>6.3</c:v>
              </c:pt>
              <c:pt idx="181">
                <c:v>6.31</c:v>
              </c:pt>
              <c:pt idx="182">
                <c:v>6.32</c:v>
              </c:pt>
              <c:pt idx="183">
                <c:v>6.33</c:v>
              </c:pt>
              <c:pt idx="184">
                <c:v>6.339999999999999</c:v>
              </c:pt>
              <c:pt idx="185">
                <c:v>6.35</c:v>
              </c:pt>
              <c:pt idx="186">
                <c:v>6.3599999999999994</c:v>
              </c:pt>
              <c:pt idx="187">
                <c:v>6.37</c:v>
              </c:pt>
              <c:pt idx="188">
                <c:v>6.379999999999999</c:v>
              </c:pt>
              <c:pt idx="189">
                <c:v>6.39</c:v>
              </c:pt>
              <c:pt idx="190">
                <c:v>6.3999999999999995</c:v>
              </c:pt>
              <c:pt idx="191">
                <c:v>6.41</c:v>
              </c:pt>
              <c:pt idx="192">
                <c:v>6.42</c:v>
              </c:pt>
              <c:pt idx="193">
                <c:v>6.43</c:v>
              </c:pt>
              <c:pt idx="194">
                <c:v>6.4399999999999995</c:v>
              </c:pt>
              <c:pt idx="195">
                <c:v>6.45</c:v>
              </c:pt>
              <c:pt idx="196">
                <c:v>6.46</c:v>
              </c:pt>
              <c:pt idx="197">
                <c:v>6.47</c:v>
              </c:pt>
              <c:pt idx="198">
                <c:v>6.4799999999999995</c:v>
              </c:pt>
              <c:pt idx="199">
                <c:v>6.49</c:v>
              </c:pt>
              <c:pt idx="200">
                <c:v>6.5</c:v>
              </c:pt>
              <c:pt idx="201">
                <c:v>6.5099999999999989</c:v>
              </c:pt>
              <c:pt idx="202">
                <c:v>6.52</c:v>
              </c:pt>
              <c:pt idx="203">
                <c:v>6.5299999999999994</c:v>
              </c:pt>
              <c:pt idx="204">
                <c:v>6.54</c:v>
              </c:pt>
              <c:pt idx="205">
                <c:v>6.55</c:v>
              </c:pt>
              <c:pt idx="206">
                <c:v>6.56</c:v>
              </c:pt>
              <c:pt idx="207">
                <c:v>6.5699999999999994</c:v>
              </c:pt>
              <c:pt idx="208">
                <c:v>6.58</c:v>
              </c:pt>
              <c:pt idx="209">
                <c:v>6.59</c:v>
              </c:pt>
              <c:pt idx="210">
                <c:v>6.6</c:v>
              </c:pt>
              <c:pt idx="211">
                <c:v>6.6099999999999994</c:v>
              </c:pt>
              <c:pt idx="212">
                <c:v>6.62</c:v>
              </c:pt>
              <c:pt idx="213">
                <c:v>6.63</c:v>
              </c:pt>
              <c:pt idx="214">
                <c:v>6.64</c:v>
              </c:pt>
              <c:pt idx="215">
                <c:v>6.6499999999999995</c:v>
              </c:pt>
              <c:pt idx="216">
                <c:v>6.66</c:v>
              </c:pt>
              <c:pt idx="217">
                <c:v>6.67</c:v>
              </c:pt>
              <c:pt idx="218">
                <c:v>6.68</c:v>
              </c:pt>
              <c:pt idx="219">
                <c:v>6.6899999999999995</c:v>
              </c:pt>
              <c:pt idx="220">
                <c:v>6.6999999999999993</c:v>
              </c:pt>
              <c:pt idx="221">
                <c:v>6.71</c:v>
              </c:pt>
              <c:pt idx="222">
                <c:v>6.72</c:v>
              </c:pt>
              <c:pt idx="223">
                <c:v>6.7299999999999995</c:v>
              </c:pt>
              <c:pt idx="224">
                <c:v>6.7399999999999993</c:v>
              </c:pt>
              <c:pt idx="225">
                <c:v>6.75</c:v>
              </c:pt>
              <c:pt idx="226">
                <c:v>6.76</c:v>
              </c:pt>
              <c:pt idx="227">
                <c:v>6.77</c:v>
              </c:pt>
              <c:pt idx="228">
                <c:v>6.7799999999999994</c:v>
              </c:pt>
              <c:pt idx="229">
                <c:v>6.79</c:v>
              </c:pt>
              <c:pt idx="230">
                <c:v>6.8</c:v>
              </c:pt>
              <c:pt idx="231">
                <c:v>6.8100000000000005</c:v>
              </c:pt>
              <c:pt idx="232">
                <c:v>6.8199999999999994</c:v>
              </c:pt>
              <c:pt idx="233">
                <c:v>6.8299999999999992</c:v>
              </c:pt>
              <c:pt idx="234">
                <c:v>6.84</c:v>
              </c:pt>
              <c:pt idx="235">
                <c:v>6.85</c:v>
              </c:pt>
              <c:pt idx="236">
                <c:v>6.8599999999999994</c:v>
              </c:pt>
              <c:pt idx="237">
                <c:v>6.8699999999999992</c:v>
              </c:pt>
              <c:pt idx="238">
                <c:v>6.88</c:v>
              </c:pt>
              <c:pt idx="239">
                <c:v>6.89</c:v>
              </c:pt>
              <c:pt idx="240">
                <c:v>6.8999999999999995</c:v>
              </c:pt>
              <c:pt idx="241">
                <c:v>6.9099999999999993</c:v>
              </c:pt>
              <c:pt idx="242">
                <c:v>6.92</c:v>
              </c:pt>
              <c:pt idx="243">
                <c:v>6.93</c:v>
              </c:pt>
              <c:pt idx="244">
                <c:v>6.94</c:v>
              </c:pt>
              <c:pt idx="245">
                <c:v>6.9499999999999993</c:v>
              </c:pt>
              <c:pt idx="246">
                <c:v>6.96</c:v>
              </c:pt>
              <c:pt idx="247">
                <c:v>6.97</c:v>
              </c:pt>
              <c:pt idx="248">
                <c:v>6.98</c:v>
              </c:pt>
              <c:pt idx="249">
                <c:v>6.9899999999999993</c:v>
              </c:pt>
              <c:pt idx="250">
                <c:v>6.9999999999999991</c:v>
              </c:pt>
              <c:pt idx="251">
                <c:v>7.01</c:v>
              </c:pt>
              <c:pt idx="252">
                <c:v>7.02</c:v>
              </c:pt>
              <c:pt idx="253">
                <c:v>7.0299999999999994</c:v>
              </c:pt>
              <c:pt idx="254">
                <c:v>7.0399999999999991</c:v>
              </c:pt>
              <c:pt idx="255">
                <c:v>7.05</c:v>
              </c:pt>
              <c:pt idx="256">
                <c:v>7.06</c:v>
              </c:pt>
              <c:pt idx="257">
                <c:v>7.07</c:v>
              </c:pt>
              <c:pt idx="258">
                <c:v>7.0799999999999992</c:v>
              </c:pt>
              <c:pt idx="259">
                <c:v>7.09</c:v>
              </c:pt>
              <c:pt idx="260">
                <c:v>7.1</c:v>
              </c:pt>
              <c:pt idx="261">
                <c:v>7.11</c:v>
              </c:pt>
              <c:pt idx="262">
                <c:v>7.1199999999999992</c:v>
              </c:pt>
              <c:pt idx="263">
                <c:v>7.13</c:v>
              </c:pt>
              <c:pt idx="264">
                <c:v>7.14</c:v>
              </c:pt>
              <c:pt idx="265">
                <c:v>7.15</c:v>
              </c:pt>
              <c:pt idx="266">
                <c:v>7.16</c:v>
              </c:pt>
              <c:pt idx="267">
                <c:v>7.169999999999999</c:v>
              </c:pt>
              <c:pt idx="268">
                <c:v>7.18</c:v>
              </c:pt>
              <c:pt idx="269">
                <c:v>7.1899999999999995</c:v>
              </c:pt>
              <c:pt idx="270">
                <c:v>7.2</c:v>
              </c:pt>
              <c:pt idx="271">
                <c:v>7.2099999999999991</c:v>
              </c:pt>
              <c:pt idx="272">
                <c:v>7.22</c:v>
              </c:pt>
              <c:pt idx="273">
                <c:v>7.2299999999999995</c:v>
              </c:pt>
              <c:pt idx="274">
                <c:v>7.24</c:v>
              </c:pt>
              <c:pt idx="275">
                <c:v>7.2499999999999991</c:v>
              </c:pt>
              <c:pt idx="276">
                <c:v>7.26</c:v>
              </c:pt>
              <c:pt idx="277">
                <c:v>7.27</c:v>
              </c:pt>
              <c:pt idx="278">
                <c:v>7.28</c:v>
              </c:pt>
              <c:pt idx="279">
                <c:v>7.29</c:v>
              </c:pt>
              <c:pt idx="280">
                <c:v>7.3</c:v>
              </c:pt>
              <c:pt idx="281">
                <c:v>7.31</c:v>
              </c:pt>
              <c:pt idx="282">
                <c:v>7.3199999999999994</c:v>
              </c:pt>
              <c:pt idx="283">
                <c:v>7.33</c:v>
              </c:pt>
              <c:pt idx="284">
                <c:v>7.339999999999999</c:v>
              </c:pt>
              <c:pt idx="285">
                <c:v>7.35</c:v>
              </c:pt>
              <c:pt idx="286">
                <c:v>7.3599999999999994</c:v>
              </c:pt>
              <c:pt idx="287">
                <c:v>7.37</c:v>
              </c:pt>
              <c:pt idx="288">
                <c:v>7.379999999999999</c:v>
              </c:pt>
              <c:pt idx="289">
                <c:v>7.39</c:v>
              </c:pt>
              <c:pt idx="290">
                <c:v>7.3999999999999995</c:v>
              </c:pt>
              <c:pt idx="291">
                <c:v>7.41</c:v>
              </c:pt>
              <c:pt idx="292">
                <c:v>7.42</c:v>
              </c:pt>
              <c:pt idx="293">
                <c:v>7.43</c:v>
              </c:pt>
              <c:pt idx="294">
                <c:v>7.4399999999999995</c:v>
              </c:pt>
              <c:pt idx="295">
                <c:v>7.45</c:v>
              </c:pt>
              <c:pt idx="296">
                <c:v>7.46</c:v>
              </c:pt>
              <c:pt idx="297">
                <c:v>7.47</c:v>
              </c:pt>
              <c:pt idx="298">
                <c:v>7.4799999999999995</c:v>
              </c:pt>
              <c:pt idx="299">
                <c:v>7.4899999999999993</c:v>
              </c:pt>
              <c:pt idx="300">
                <c:v>7.5</c:v>
              </c:pt>
              <c:pt idx="301">
                <c:v>7.5099999999999989</c:v>
              </c:pt>
              <c:pt idx="302">
                <c:v>7.52</c:v>
              </c:pt>
              <c:pt idx="303">
                <c:v>7.5299999999999994</c:v>
              </c:pt>
              <c:pt idx="304">
                <c:v>7.54</c:v>
              </c:pt>
              <c:pt idx="305">
                <c:v>7.55</c:v>
              </c:pt>
              <c:pt idx="306">
                <c:v>7.56</c:v>
              </c:pt>
              <c:pt idx="307">
                <c:v>7.5699999999999994</c:v>
              </c:pt>
              <c:pt idx="308">
                <c:v>7.58</c:v>
              </c:pt>
              <c:pt idx="309">
                <c:v>7.59</c:v>
              </c:pt>
              <c:pt idx="310">
                <c:v>7.6</c:v>
              </c:pt>
              <c:pt idx="311">
                <c:v>7.6099999999999994</c:v>
              </c:pt>
              <c:pt idx="312">
                <c:v>7.62</c:v>
              </c:pt>
              <c:pt idx="313">
                <c:v>7.63</c:v>
              </c:pt>
              <c:pt idx="314">
                <c:v>7.6399999999999988</c:v>
              </c:pt>
              <c:pt idx="315">
                <c:v>7.6499999999999995</c:v>
              </c:pt>
              <c:pt idx="316">
                <c:v>7.6599999999999993</c:v>
              </c:pt>
              <c:pt idx="317">
                <c:v>7.67</c:v>
              </c:pt>
              <c:pt idx="318">
                <c:v>7.68</c:v>
              </c:pt>
              <c:pt idx="319">
                <c:v>7.6899999999999995</c:v>
              </c:pt>
              <c:pt idx="320">
                <c:v>7.6999999999999993</c:v>
              </c:pt>
              <c:pt idx="321">
                <c:v>7.71</c:v>
              </c:pt>
              <c:pt idx="322">
                <c:v>7.72</c:v>
              </c:pt>
              <c:pt idx="323">
                <c:v>7.7299999999999995</c:v>
              </c:pt>
              <c:pt idx="324">
                <c:v>7.7399999999999993</c:v>
              </c:pt>
              <c:pt idx="325">
                <c:v>7.75</c:v>
              </c:pt>
              <c:pt idx="326">
                <c:v>7.76</c:v>
              </c:pt>
              <c:pt idx="327">
                <c:v>7.77</c:v>
              </c:pt>
              <c:pt idx="328">
                <c:v>7.7799999999999994</c:v>
              </c:pt>
              <c:pt idx="329">
                <c:v>7.79</c:v>
              </c:pt>
              <c:pt idx="330">
                <c:v>7.8</c:v>
              </c:pt>
              <c:pt idx="331">
                <c:v>7.81</c:v>
              </c:pt>
              <c:pt idx="332">
                <c:v>7.8199999999999985</c:v>
              </c:pt>
              <c:pt idx="333">
                <c:v>7.83</c:v>
              </c:pt>
              <c:pt idx="334">
                <c:v>7.84</c:v>
              </c:pt>
              <c:pt idx="335">
                <c:v>7.85</c:v>
              </c:pt>
              <c:pt idx="336">
                <c:v>7.8599999999999985</c:v>
              </c:pt>
              <c:pt idx="337">
                <c:v>7.87</c:v>
              </c:pt>
              <c:pt idx="338">
                <c:v>7.88</c:v>
              </c:pt>
              <c:pt idx="339">
                <c:v>7.89</c:v>
              </c:pt>
              <c:pt idx="340">
                <c:v>7.8999999999999995</c:v>
              </c:pt>
              <c:pt idx="341">
                <c:v>7.91</c:v>
              </c:pt>
              <c:pt idx="342">
                <c:v>7.92</c:v>
              </c:pt>
              <c:pt idx="343">
                <c:v>7.93</c:v>
              </c:pt>
              <c:pt idx="344">
                <c:v>7.9399999999999995</c:v>
              </c:pt>
              <c:pt idx="345">
                <c:v>7.95</c:v>
              </c:pt>
              <c:pt idx="346">
                <c:v>7.96</c:v>
              </c:pt>
              <c:pt idx="347">
                <c:v>7.97</c:v>
              </c:pt>
              <c:pt idx="348">
                <c:v>7.9799999999999995</c:v>
              </c:pt>
              <c:pt idx="349">
                <c:v>7.9899999999999984</c:v>
              </c:pt>
              <c:pt idx="350">
                <c:v>8</c:v>
              </c:pt>
            </c:numLit>
          </c:xVal>
          <c:yVal>
            <c:numLit>
              <c:formatCode>0.00</c:formatCode>
              <c:ptCount val="35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4.9174603532883083E-4</c:v>
              </c:pt>
              <c:pt idx="52">
                <c:v>1.8786876720360613E-3</c:v>
              </c:pt>
              <c:pt idx="53">
                <c:v>4.0802036540519542E-3</c:v>
              </c:pt>
              <c:pt idx="54">
                <c:v>7.0193841582335053E-3</c:v>
              </c:pt>
              <c:pt idx="55">
                <c:v>1.062300882791805E-2</c:v>
              </c:pt>
              <c:pt idx="56">
                <c:v>1.4821512717597929E-2</c:v>
              </c:pt>
              <c:pt idx="57">
                <c:v>1.9548941295339881E-2</c:v>
              </c:pt>
              <c:pt idx="58">
                <c:v>2.474289559435882E-2</c:v>
              </c:pt>
              <c:pt idx="59">
                <c:v>3.0344468550467449E-2</c:v>
              </c:pt>
              <c:pt idx="60">
                <c:v>3.6298173508123699E-2</c:v>
              </c:pt>
              <c:pt idx="61">
                <c:v>4.255186582463269E-2</c:v>
              </c:pt>
              <c:pt idx="62">
                <c:v>4.905665844985975E-2</c:v>
              </c:pt>
              <c:pt idx="63">
                <c:v>5.5766832307692298E-2</c:v>
              </c:pt>
              <c:pt idx="64">
                <c:v>6.2639742255551689E-2</c:v>
              </c:pt>
              <c:pt idx="65">
                <c:v>6.9635719349592895E-2</c:v>
              </c:pt>
              <c:pt idx="66">
                <c:v>7.6717970095914356E-2</c:v>
              </c:pt>
              <c:pt idx="67">
                <c:v>8.3852473322199805E-2</c:v>
              </c:pt>
              <c:pt idx="68">
                <c:v>9.100787525978038E-2</c:v>
              </c:pt>
              <c:pt idx="69">
                <c:v>9.8155383383186412E-2</c:v>
              </c:pt>
              <c:pt idx="70">
                <c:v>0.10526865951288433</c:v>
              </c:pt>
              <c:pt idx="71">
                <c:v>0.11232371264709598</c:v>
              </c:pt>
              <c:pt idx="72">
                <c:v>0.11929879195038823</c:v>
              </c:pt>
              <c:pt idx="73">
                <c:v>0.12617428029011563</c:v>
              </c:pt>
              <c:pt idx="74">
                <c:v>0.1329325886767963</c:v>
              </c:pt>
              <c:pt idx="75">
                <c:v>0.13955805193110227</c:v>
              </c:pt>
              <c:pt idx="76">
                <c:v>0.14603682586833955</c:v>
              </c:pt>
              <c:pt idx="77">
                <c:v>0.15235678626106652</c:v>
              </c:pt>
              <c:pt idx="78">
                <c:v>0.15850742981183308</c:v>
              </c:pt>
              <c:pt idx="79">
                <c:v>0.16447977734089445</c:v>
              </c:pt>
              <c:pt idx="80">
                <c:v>0.17026627936813557</c:v>
              </c:pt>
              <c:pt idx="81">
                <c:v>0.17586072424430327</c:v>
              </c:pt>
              <c:pt idx="82">
                <c:v>0.18125814896395345</c:v>
              </c:pt>
              <c:pt idx="83">
                <c:v>0.1864547527712378</c:v>
              </c:pt>
              <c:pt idx="84">
                <c:v>0.19144781364974725</c:v>
              </c:pt>
              <c:pt idx="85">
                <c:v>0.19623560776905213</c:v>
              </c:pt>
              <c:pt idx="86">
                <c:v>0.20081733194329154</c:v>
              </c:pt>
              <c:pt idx="87">
                <c:v>0.20519302914112469</c:v>
              </c:pt>
              <c:pt idx="88">
                <c:v>0.20936351707151832</c:v>
              </c:pt>
              <c:pt idx="89">
                <c:v>0.21333031985616269</c:v>
              </c:pt>
              <c:pt idx="90">
                <c:v>0.21709560278674023</c:v>
              </c:pt>
              <c:pt idx="91">
                <c:v>0.22066211015376408</c:v>
              </c:pt>
              <c:pt idx="92">
                <c:v>0.224033106123219</c:v>
              </c:pt>
              <c:pt idx="93">
                <c:v>0.22721231862772479</c:v>
              </c:pt>
              <c:pt idx="94">
                <c:v>0.23020388623035479</c:v>
              </c:pt>
              <c:pt idx="95">
                <c:v>0.23301230791153743</c:v>
              </c:pt>
              <c:pt idx="96">
                <c:v>0.23564239572260035</c:v>
              </c:pt>
              <c:pt idx="97">
                <c:v>0.23809923024343876</c:v>
              </c:pt>
              <c:pt idx="98">
                <c:v>0.24038811877646021</c:v>
              </c:pt>
              <c:pt idx="99">
                <c:v>0.2425145562043344</c:v>
              </c:pt>
              <c:pt idx="100">
                <c:v>0.24448418843511444</c:v>
              </c:pt>
              <c:pt idx="101">
                <c:v>0.2463027783549589</c:v>
              </c:pt>
              <c:pt idx="102">
                <c:v>0.24797617420592474</c:v>
              </c:pt>
              <c:pt idx="103">
                <c:v>0.2495102803040937</c:v>
              </c:pt>
              <c:pt idx="104">
                <c:v>0.25091103001158249</c:v>
              </c:pt>
              <c:pt idx="105">
                <c:v>0.25218436087475754</c:v>
              </c:pt>
              <c:pt idx="106">
                <c:v>0.25333619184017014</c:v>
              </c:pt>
              <c:pt idx="107">
                <c:v>0.25437240245933168</c:v>
              </c:pt>
              <c:pt idx="108">
                <c:v>0.25529881399341875</c:v>
              </c:pt>
              <c:pt idx="109">
                <c:v>0.25612117232930648</c:v>
              </c:pt>
              <c:pt idx="110">
                <c:v>0.25684513261894482</c:v>
              </c:pt>
              <c:pt idx="111">
                <c:v>0.25747624555499604</c:v>
              </c:pt>
              <c:pt idx="112">
                <c:v>0.25801994519679528</c:v>
              </c:pt>
              <c:pt idx="113">
                <c:v>0.25848153826208142</c:v>
              </c:pt>
              <c:pt idx="114">
                <c:v>0.25886619480152567</c:v>
              </c:pt>
              <c:pt idx="115">
                <c:v>0.25917894017484822</c:v>
              </c:pt>
              <c:pt idx="116">
                <c:v>0.25942464824923361</c:v>
              </c:pt>
              <c:pt idx="117">
                <c:v>0.25960803574281532</c:v>
              </c:pt>
              <c:pt idx="118">
                <c:v>0.25973365763817829</c:v>
              </c:pt>
              <c:pt idx="119">
                <c:v>0.25980590359310218</c:v>
              </c:pt>
              <c:pt idx="120">
                <c:v>0.25982899527813269</c:v>
              </c:pt>
              <c:pt idx="121">
                <c:v>0.2598069845729935</c:v>
              </c:pt>
              <c:pt idx="122">
                <c:v>0.25974375255633303</c:v>
              </c:pt>
              <c:pt idx="123">
                <c:v>0.25964300922581773</c:v>
              </c:pt>
              <c:pt idx="124">
                <c:v>0.25950829388813074</c:v>
              </c:pt>
              <c:pt idx="125">
                <c:v>0.25934297616099072</c:v>
              </c:pt>
              <c:pt idx="126">
                <c:v>0.25915025753186904</c:v>
              </c:pt>
              <c:pt idx="127">
                <c:v>0.25893317342064048</c:v>
              </c:pt>
              <c:pt idx="128">
                <c:v>0.25869459569593839</c:v>
              </c:pt>
              <c:pt idx="129">
                <c:v>0.25843723559750326</c:v>
              </c:pt>
              <c:pt idx="130">
                <c:v>0.25816364701929762</c:v>
              </c:pt>
              <c:pt idx="131">
                <c:v>0.2578762301106044</c:v>
              </c:pt>
              <c:pt idx="132">
                <c:v>0.25757723515472697</c:v>
              </c:pt>
              <c:pt idx="133">
                <c:v>0.25726876668726223</c:v>
              </c:pt>
              <c:pt idx="134">
                <c:v>0.25695278781821523</c:v>
              </c:pt>
              <c:pt idx="135">
                <c:v>0.25663112472445943</c:v>
              </c:pt>
              <c:pt idx="136">
                <c:v>0.25630547128122855</c:v>
              </c:pt>
              <c:pt idx="137">
                <c:v>0.25597739380343371</c:v>
              </c:pt>
              <c:pt idx="138">
                <c:v>0.25564833586964575</c:v>
              </c:pt>
              <c:pt idx="139">
                <c:v>0.2553196232035575</c:v>
              </c:pt>
              <c:pt idx="140">
                <c:v>0.25499246858964231</c:v>
              </c:pt>
              <c:pt idx="141">
                <c:v>0.25466797680156095</c:v>
              </c:pt>
              <c:pt idx="142">
                <c:v>0.25434714952362131</c:v>
              </c:pt>
              <c:pt idx="143">
                <c:v>0.25403089024728415</c:v>
              </c:pt>
              <c:pt idx="144">
                <c:v>0.2537200091263182</c:v>
              </c:pt>
              <c:pt idx="145">
                <c:v>0.25341522777574294</c:v>
              </c:pt>
              <c:pt idx="146">
                <c:v>0.25311718400116234</c:v>
              </c:pt>
              <c:pt idx="147">
                <c:v>0.25282643644648495</c:v>
              </c:pt>
              <c:pt idx="148">
                <c:v>0.25254346914934317</c:v>
              </c:pt>
              <c:pt idx="149">
                <c:v>0.25226869599477386</c:v>
              </c:pt>
              <c:pt idx="150">
                <c:v>0.25200246505890195</c:v>
              </c:pt>
              <c:pt idx="151">
                <c:v>0.25174506283547998</c:v>
              </c:pt>
              <c:pt idx="152">
                <c:v>0.25149671833917797</c:v>
              </c:pt>
              <c:pt idx="153">
                <c:v>0.25125760708050282</c:v>
              </c:pt>
              <c:pt idx="154">
                <c:v>0.25102785490813817</c:v>
              </c:pt>
              <c:pt idx="155">
                <c:v>0.25080754171535374</c:v>
              </c:pt>
              <c:pt idx="156">
                <c:v>0.25059670500792619</c:v>
              </c:pt>
              <c:pt idx="157">
                <c:v>0.25039534333175506</c:v>
              </c:pt>
              <c:pt idx="158">
                <c:v>0.25020341955903957</c:v>
              </c:pt>
              <c:pt idx="159">
                <c:v>0.25002086403250962</c:v>
              </c:pt>
              <c:pt idx="160">
                <c:v>0.24984757756778639</c:v>
              </c:pt>
              <c:pt idx="161">
                <c:v>0.24968343431447559</c:v>
              </c:pt>
              <c:pt idx="162">
                <c:v>0.24952828447708114</c:v>
              </c:pt>
              <c:pt idx="163">
                <c:v>0.24938195689726161</c:v>
              </c:pt>
              <c:pt idx="164">
                <c:v>0.249244261499352</c:v>
              </c:pt>
              <c:pt idx="165">
                <c:v>0.24911499160142461</c:v>
              </c:pt>
              <c:pt idx="166">
                <c:v>0.24899392609447993</c:v>
              </c:pt>
              <c:pt idx="167">
                <c:v>0.24888083149264129</c:v>
              </c:pt>
              <c:pt idx="168">
                <c:v>0.24877546385746696</c:v>
              </c:pt>
              <c:pt idx="169">
                <c:v>0.24867757059971204</c:v>
              </c:pt>
              <c:pt idx="170">
                <c:v>0.24858689216205301</c:v>
              </c:pt>
              <c:pt idx="171">
                <c:v>0.24850316358643895</c:v>
              </c:pt>
              <c:pt idx="172">
                <c:v>0.24842611596986669</c:v>
              </c:pt>
              <c:pt idx="173">
                <c:v>0.24835547781247241</c:v>
              </c:pt>
              <c:pt idx="174">
                <c:v>0.24829097626191651</c:v>
              </c:pt>
              <c:pt idx="175">
                <c:v>0.24823233825809196</c:v>
              </c:pt>
              <c:pt idx="176">
                <c:v>0.24817929158222604</c:v>
              </c:pt>
              <c:pt idx="177">
                <c:v>0.24813156581446155</c:v>
              </c:pt>
              <c:pt idx="178">
                <c:v>0.24808889320400784</c:v>
              </c:pt>
              <c:pt idx="179">
                <c:v>0.24805100945593456</c:v>
              </c:pt>
              <c:pt idx="180">
                <c:v>0.24801765443865742</c:v>
              </c:pt>
              <c:pt idx="181">
                <c:v>0.24798857281611889</c:v>
              </c:pt>
              <c:pt idx="182">
                <c:v>0.24796351460861862</c:v>
              </c:pt>
              <c:pt idx="183">
                <c:v>0.24794223568618154</c:v>
              </c:pt>
              <c:pt idx="184">
                <c:v>0.24792449819828144</c:v>
              </c:pt>
              <c:pt idx="185">
                <c:v>0.24791007094365558</c:v>
              </c:pt>
              <c:pt idx="186">
                <c:v>0.24789872968385748</c:v>
              </c:pt>
              <c:pt idx="187">
                <c:v>0.24789025740410223</c:v>
              </c:pt>
              <c:pt idx="188">
                <c:v>0.247884444524855</c:v>
              </c:pt>
              <c:pt idx="189">
                <c:v>0.24788108906751355</c:v>
              </c:pt>
              <c:pt idx="190">
                <c:v>0.24787999677742256</c:v>
              </c:pt>
              <c:pt idx="191">
                <c:v>0.24788098120734908</c:v>
              </c:pt>
              <c:pt idx="192">
                <c:v>0.24788386376443264</c:v>
              </c:pt>
              <c:pt idx="193">
                <c:v>0.24788847372350811</c:v>
              </c:pt>
              <c:pt idx="194">
                <c:v>0.2478946482095839</c:v>
              </c:pt>
              <c:pt idx="195">
                <c:v>0.247902232152137</c:v>
              </c:pt>
              <c:pt idx="196">
                <c:v>0.24791107821377248</c:v>
              </c:pt>
              <c:pt idx="197">
                <c:v>0.24792104669567494</c:v>
              </c:pt>
              <c:pt idx="198">
                <c:v>0.24793200542216323</c:v>
              </c:pt>
              <c:pt idx="199">
                <c:v>0.24794382960654468</c:v>
              </c:pt>
              <c:pt idx="200">
                <c:v>0.24795640170034985</c:v>
              </c:pt>
              <c:pt idx="201">
                <c:v>0.24796961122791744</c:v>
              </c:pt>
              <c:pt idx="202">
                <c:v>0.24798335460818735</c:v>
              </c:pt>
              <c:pt idx="203">
                <c:v>0.24799753496545276</c:v>
              </c:pt>
              <c:pt idx="204">
                <c:v>0.24801206193071501</c:v>
              </c:pt>
              <c:pt idx="205">
                <c:v>0.24802685143518513</c:v>
              </c:pt>
              <c:pt idx="206">
                <c:v>0.2480418254973705</c:v>
              </c:pt>
              <c:pt idx="207">
                <c:v>0.24805691200509372</c:v>
              </c:pt>
              <c:pt idx="208">
                <c:v>0.24807204449369302</c:v>
              </c:pt>
              <c:pt idx="209">
                <c:v>0.24808716192156285</c:v>
              </c:pt>
              <c:pt idx="210">
                <c:v>0.24810220844410877</c:v>
              </c:pt>
              <c:pt idx="211">
                <c:v>0.24811713318710149</c:v>
              </c:pt>
              <c:pt idx="212">
                <c:v>0.24813189002033922</c:v>
              </c:pt>
              <c:pt idx="213">
                <c:v>0.2481464373324461</c:v>
              </c:pt>
              <c:pt idx="214">
                <c:v>0.24816073780756201</c:v>
              </c:pt>
              <c:pt idx="215">
                <c:v>0.24817475820460877</c:v>
              </c:pt>
              <c:pt idx="216">
                <c:v>0.24818846913974921</c:v>
              </c:pt>
              <c:pt idx="217">
                <c:v>0.24820184487259231</c:v>
              </c:pt>
              <c:pt idx="218">
                <c:v>0.2482148630966359</c:v>
              </c:pt>
              <c:pt idx="219">
                <c:v>0.2482275047343836</c:v>
              </c:pt>
              <c:pt idx="220">
                <c:v>0.24823975373751409</c:v>
              </c:pt>
              <c:pt idx="221">
                <c:v>0.24825159689243412</c:v>
              </c:pt>
              <c:pt idx="222">
                <c:v>0.24826302363149583</c:v>
              </c:pt>
              <c:pt idx="223">
                <c:v>0.24827402585011421</c:v>
              </c:pt>
              <c:pt idx="224">
                <c:v>0.24828459772997941</c:v>
              </c:pt>
              <c:pt idx="225">
                <c:v>0.24829473556851833</c:v>
              </c:pt>
              <c:pt idx="226">
                <c:v>0.24830443761472354</c:v>
              </c:pt>
              <c:pt idx="227">
                <c:v>0.24831370391143345</c:v>
              </c:pt>
              <c:pt idx="228">
                <c:v>0.24832253614411703</c:v>
              </c:pt>
              <c:pt idx="229">
                <c:v>0.24833093749618529</c:v>
              </c:pt>
              <c:pt idx="230">
                <c:v>0.24833891251082776</c:v>
              </c:pt>
              <c:pt idx="231">
                <c:v>0.2483464669593464</c:v>
              </c:pt>
              <c:pt idx="232">
                <c:v>0.24835360771593643</c:v>
              </c:pt>
              <c:pt idx="233">
                <c:v>0.24836034263884527</c:v>
              </c:pt>
              <c:pt idx="234">
                <c:v>0.24836668045782043</c:v>
              </c:pt>
              <c:pt idx="235">
                <c:v>0.24837263066774282</c:v>
              </c:pt>
              <c:pt idx="236">
                <c:v>0.24837820342832656</c:v>
              </c:pt>
              <c:pt idx="237">
                <c:v>0.24838340946975238</c:v>
              </c:pt>
              <c:pt idx="238">
                <c:v>0.24838826000409303</c:v>
              </c:pt>
              <c:pt idx="239">
                <c:v>0.24839276664237528</c:v>
              </c:pt>
              <c:pt idx="240">
                <c:v>0.2483969413171204</c:v>
              </c:pt>
              <c:pt idx="241">
                <c:v>0.24840079621019123</c:v>
              </c:pt>
              <c:pt idx="242">
                <c:v>0.24840434368577366</c:v>
              </c:pt>
              <c:pt idx="243">
                <c:v>0.2484075962283126</c:v>
              </c:pt>
              <c:pt idx="244">
                <c:v>0.24841056638521997</c:v>
              </c:pt>
              <c:pt idx="245">
                <c:v>0.24841326671416866</c:v>
              </c:pt>
              <c:pt idx="246">
                <c:v>0.24841570973478669</c:v>
              </c:pt>
              <c:pt idx="247">
                <c:v>0.24841790788456219</c:v>
              </c:pt>
              <c:pt idx="248">
                <c:v>0.24841987347877195</c:v>
              </c:pt>
              <c:pt idx="249">
                <c:v>0.24842161867424606</c:v>
              </c:pt>
              <c:pt idx="250">
                <c:v>0.24842315543678245</c:v>
              </c:pt>
              <c:pt idx="251">
                <c:v>0.24842449551202675</c:v>
              </c:pt>
              <c:pt idx="252">
                <c:v>0.24842565039963629</c:v>
              </c:pt>
              <c:pt idx="253">
                <c:v>0.24842663133054874</c:v>
              </c:pt>
              <c:pt idx="254">
                <c:v>0.24842744924718069</c:v>
              </c:pt>
              <c:pt idx="255">
                <c:v>0.24842811478638269</c:v>
              </c:pt>
              <c:pt idx="256">
                <c:v>0.24842863826498471</c:v>
              </c:pt>
              <c:pt idx="257">
                <c:v>0.24842902966776789</c:v>
              </c:pt>
              <c:pt idx="258">
                <c:v>0.2484292986377028</c:v>
              </c:pt>
              <c:pt idx="259">
                <c:v>0.24842945446830189</c:v>
              </c:pt>
              <c:pt idx="260">
                <c:v>0.24842950609793582</c:v>
              </c:pt>
              <c:pt idx="261">
                <c:v>0.24842946210597014</c:v>
              </c:pt>
              <c:pt idx="262">
                <c:v>0.24842933071058321</c:v>
              </c:pt>
              <c:pt idx="263">
                <c:v>0.24842911976813331</c:v>
              </c:pt>
              <c:pt idx="264">
                <c:v>0.24842883677394498</c:v>
              </c:pt>
              <c:pt idx="265">
                <c:v>0.24842848886439381</c:v>
              </c:pt>
              <c:pt idx="266">
                <c:v>0.2484280828201714</c:v>
              </c:pt>
              <c:pt idx="267">
                <c:v>0.24842762507061911</c:v>
              </c:pt>
              <c:pt idx="268">
                <c:v>0.24842712169902462</c:v>
              </c:pt>
              <c:pt idx="269">
                <c:v>0.24842657844877974</c:v>
              </c:pt>
              <c:pt idx="270">
                <c:v>0.24842600073030349</c:v>
              </c:pt>
              <c:pt idx="271">
                <c:v>0.24842539362864047</c:v>
              </c:pt>
              <c:pt idx="272">
                <c:v>0.24842476191164833</c:v>
              </c:pt>
              <c:pt idx="273">
                <c:v>0.24842411003869477</c:v>
              </c:pt>
              <c:pt idx="274">
                <c:v>0.24842344216978685</c:v>
              </c:pt>
              <c:pt idx="275">
                <c:v>0.24842276217506293</c:v>
              </c:pt>
              <c:pt idx="276">
                <c:v>0.24842207364458052</c:v>
              </c:pt>
              <c:pt idx="277">
                <c:v>0.24842137989833796</c:v>
              </c:pt>
              <c:pt idx="278">
                <c:v>0.24842068399647216</c:v>
              </c:pt>
              <c:pt idx="279">
                <c:v>0.24841998874957991</c:v>
              </c:pt>
              <c:pt idx="280">
                <c:v>0.24841929672911256</c:v>
              </c:pt>
              <c:pt idx="281">
                <c:v>0.24841861027779874</c:v>
              </c:pt>
              <c:pt idx="282">
                <c:v>0.24841793152005345</c:v>
              </c:pt>
              <c:pt idx="283">
                <c:v>0.24841726237233611</c:v>
              </c:pt>
              <c:pt idx="284">
                <c:v>0.24841660455342107</c:v>
              </c:pt>
              <c:pt idx="285">
                <c:v>0.24841595959455096</c:v>
              </c:pt>
              <c:pt idx="286">
                <c:v>0.24841532884944295</c:v>
              </c:pt>
              <c:pt idx="287">
                <c:v>0.24841471350412309</c:v>
              </c:pt>
              <c:pt idx="288">
                <c:v>0.24841411458656684</c:v>
              </c:pt>
              <c:pt idx="289">
                <c:v>0.24841353297612415</c:v>
              </c:pt>
              <c:pt idx="290">
                <c:v>0.24841296941271188</c:v>
              </c:pt>
              <c:pt idx="291">
                <c:v>0.24841242450576093</c:v>
              </c:pt>
              <c:pt idx="292">
                <c:v>0.24841189874290068</c:v>
              </c:pt>
              <c:pt idx="293">
                <c:v>0.24841139249837338</c:v>
              </c:pt>
              <c:pt idx="294">
                <c:v>0.24841090604116869</c:v>
              </c:pt>
              <c:pt idx="295">
                <c:v>0.24841043954286987</c:v>
              </c:pt>
              <c:pt idx="296">
                <c:v>0.24840999308520831</c:v>
              </c:pt>
              <c:pt idx="297">
                <c:v>0.24840956666732039</c:v>
              </c:pt>
              <c:pt idx="298">
                <c:v>0.24840916021270629</c:v>
              </c:pt>
              <c:pt idx="299">
                <c:v>0.24840877357588761</c:v>
              </c:pt>
              <c:pt idx="300">
                <c:v>0.24840840654876595</c:v>
              </c:pt>
              <c:pt idx="301">
                <c:v>0.24840805886668138</c:v>
              </c:pt>
              <c:pt idx="302">
                <c:v>0.24840773021417614</c:v>
              </c:pt>
              <c:pt idx="303">
                <c:v>0.24840742023046317</c:v>
              </c:pt>
              <c:pt idx="304">
                <c:v>0.24840712851460645</c:v>
              </c:pt>
              <c:pt idx="305">
                <c:v>0.24840685463041651</c:v>
              </c:pt>
              <c:pt idx="306">
                <c:v>0.24840659811106691</c:v>
              </c:pt>
              <c:pt idx="307">
                <c:v>0.24840635846343778</c:v>
              </c:pt>
              <c:pt idx="308">
                <c:v>0.24840613517219273</c:v>
              </c:pt>
              <c:pt idx="309">
                <c:v>0.24840592770359657</c:v>
              </c:pt>
              <c:pt idx="310">
                <c:v>0.24840573550908127</c:v>
              </c:pt>
              <c:pt idx="311">
                <c:v>0.24840555802856709</c:v>
              </c:pt>
              <c:pt idx="312">
                <c:v>0.24840539469354819</c:v>
              </c:pt>
              <c:pt idx="313">
                <c:v>0.24840524492994978</c:v>
              </c:pt>
              <c:pt idx="314">
                <c:v>0.24840510816076597</c:v>
              </c:pt>
              <c:pt idx="315">
                <c:v>0.2484049838084865</c:v>
              </c:pt>
              <c:pt idx="316">
                <c:v>0.2484048712973207</c:v>
              </c:pt>
              <c:pt idx="317">
                <c:v>0.24840477005522862</c:v>
              </c:pt>
              <c:pt idx="318">
                <c:v>0.24840467951576578</c:v>
              </c:pt>
              <c:pt idx="319">
                <c:v>0.24840459911975224</c:v>
              </c:pt>
              <c:pt idx="320">
                <c:v>0.24840452831677315</c:v>
              </c:pt>
              <c:pt idx="321">
                <c:v>0.24840446656652065</c:v>
              </c:pt>
              <c:pt idx="322">
                <c:v>0.2484044133399835</c:v>
              </c:pt>
              <c:pt idx="323">
                <c:v>0.24840436812049466</c:v>
              </c:pt>
              <c:pt idx="324">
                <c:v>0.24840433040464374</c:v>
              </c:pt>
              <c:pt idx="325">
                <c:v>0.2484042997030626</c:v>
              </c:pt>
              <c:pt idx="326">
                <c:v>0.24840427554109154</c:v>
              </c:pt>
              <c:pt idx="327">
                <c:v>0.24840425745933439</c:v>
              </c:pt>
              <c:pt idx="328">
                <c:v>0.24840424501410804</c:v>
              </c:pt>
              <c:pt idx="329">
                <c:v>0.24840423777779641</c:v>
              </c:pt>
              <c:pt idx="330">
                <c:v>0.24840423533911227</c:v>
              </c:pt>
              <c:pt idx="331">
                <c:v>0.24840423730327632</c:v>
              </c:pt>
              <c:pt idx="332">
                <c:v>0.24840424329211891</c:v>
              </c:pt>
              <c:pt idx="333">
                <c:v>0.24840425294410959</c:v>
              </c:pt>
              <c:pt idx="334">
                <c:v>0.24840426591432208</c:v>
              </c:pt>
              <c:pt idx="335">
                <c:v>0.24840428187433905</c:v>
              </c:pt>
              <c:pt idx="336">
                <c:v>0.24840430051210294</c:v>
              </c:pt>
              <c:pt idx="337">
                <c:v>0.24840432153171707</c:v>
              </c:pt>
              <c:pt idx="338">
                <c:v>0.24840434465320285</c:v>
              </c:pt>
              <c:pt idx="339">
                <c:v>0.24840436961221671</c:v>
              </c:pt>
              <c:pt idx="340">
                <c:v>0.24840439615973284</c:v>
              </c:pt>
              <c:pt idx="341">
                <c:v>0.24840442406169358</c:v>
              </c:pt>
              <c:pt idx="342">
                <c:v>0.24840445309863349</c:v>
              </c:pt>
              <c:pt idx="343">
                <c:v>0.2484044830652799</c:v>
              </c:pt>
              <c:pt idx="344">
                <c:v>0.24840451377013292</c:v>
              </c:pt>
              <c:pt idx="345">
                <c:v>0.24840454503502926</c:v>
              </c:pt>
              <c:pt idx="346">
                <c:v>0.24840457669469265</c:v>
              </c:pt>
              <c:pt idx="347">
                <c:v>0.24840460859627239</c:v>
              </c:pt>
              <c:pt idx="348">
                <c:v>0.24840464059887529</c:v>
              </c:pt>
              <c:pt idx="349">
                <c:v>0.24840467257309035</c:v>
              </c:pt>
              <c:pt idx="350">
                <c:v>0.24840470440051121</c:v>
              </c:pt>
            </c:numLit>
          </c:yVal>
          <c:smooth val="1"/>
          <c:extLst>
            <c:ext xmlns:c16="http://schemas.microsoft.com/office/drawing/2014/chart" uri="{C3380CC4-5D6E-409C-BE32-E72D297353CC}">
              <c16:uniqueId val="{00000000-ED1C-44BE-B7A4-C3735A9B6A35}"/>
            </c:ext>
          </c:extLst>
        </c:ser>
        <c:ser>
          <c:idx val="1"/>
          <c:order val="1"/>
          <c:tx>
            <c:v>Two integrators</c:v>
          </c:tx>
          <c:spPr>
            <a:ln w="24765">
              <a:solidFill>
                <a:srgbClr val="CE681D"/>
              </a:solidFill>
              <a:prstDash val="dash"/>
            </a:ln>
          </c:spPr>
          <c:marker>
            <c:symbol val="none"/>
          </c:marker>
          <c:xVal>
            <c:numLit>
              <c:formatCode>General</c:formatCode>
              <c:ptCount val="351"/>
              <c:pt idx="0">
                <c:v>4.5</c:v>
              </c:pt>
              <c:pt idx="1">
                <c:v>4.51</c:v>
              </c:pt>
              <c:pt idx="2">
                <c:v>4.5199999999999996</c:v>
              </c:pt>
              <c:pt idx="3">
                <c:v>4.53</c:v>
              </c:pt>
              <c:pt idx="4">
                <c:v>4.54</c:v>
              </c:pt>
              <c:pt idx="5">
                <c:v>4.55</c:v>
              </c:pt>
              <c:pt idx="6">
                <c:v>4.5599999999999996</c:v>
              </c:pt>
              <c:pt idx="7">
                <c:v>4.5699999999999994</c:v>
              </c:pt>
              <c:pt idx="8">
                <c:v>4.58</c:v>
              </c:pt>
              <c:pt idx="9">
                <c:v>4.59</c:v>
              </c:pt>
              <c:pt idx="10">
                <c:v>4.5999999999999996</c:v>
              </c:pt>
              <c:pt idx="11">
                <c:v>4.6099999999999994</c:v>
              </c:pt>
              <c:pt idx="12">
                <c:v>4.62</c:v>
              </c:pt>
              <c:pt idx="13">
                <c:v>4.63</c:v>
              </c:pt>
              <c:pt idx="14">
                <c:v>4.6399999999999997</c:v>
              </c:pt>
              <c:pt idx="15">
                <c:v>4.6499999999999995</c:v>
              </c:pt>
              <c:pt idx="16">
                <c:v>4.66</c:v>
              </c:pt>
              <c:pt idx="17">
                <c:v>4.67</c:v>
              </c:pt>
              <c:pt idx="18">
                <c:v>4.68</c:v>
              </c:pt>
              <c:pt idx="19">
                <c:v>4.6899999999999995</c:v>
              </c:pt>
              <c:pt idx="20">
                <c:v>4.7</c:v>
              </c:pt>
              <c:pt idx="21">
                <c:v>4.71</c:v>
              </c:pt>
              <c:pt idx="22">
                <c:v>4.72</c:v>
              </c:pt>
              <c:pt idx="23">
                <c:v>4.7299999999999995</c:v>
              </c:pt>
              <c:pt idx="24">
                <c:v>4.7399999999999993</c:v>
              </c:pt>
              <c:pt idx="25">
                <c:v>4.75</c:v>
              </c:pt>
              <c:pt idx="26">
                <c:v>4.76</c:v>
              </c:pt>
              <c:pt idx="27">
                <c:v>4.7699999999999996</c:v>
              </c:pt>
              <c:pt idx="28">
                <c:v>4.7799999999999994</c:v>
              </c:pt>
              <c:pt idx="29">
                <c:v>4.79</c:v>
              </c:pt>
              <c:pt idx="30">
                <c:v>4.8</c:v>
              </c:pt>
              <c:pt idx="31">
                <c:v>4.8099999999999996</c:v>
              </c:pt>
              <c:pt idx="32">
                <c:v>4.8199999999999994</c:v>
              </c:pt>
              <c:pt idx="33">
                <c:v>4.83</c:v>
              </c:pt>
              <c:pt idx="34">
                <c:v>4.84</c:v>
              </c:pt>
              <c:pt idx="35">
                <c:v>4.8500000000000005</c:v>
              </c:pt>
              <c:pt idx="36">
                <c:v>4.8599999999999994</c:v>
              </c:pt>
              <c:pt idx="37">
                <c:v>4.87</c:v>
              </c:pt>
              <c:pt idx="38">
                <c:v>4.88</c:v>
              </c:pt>
              <c:pt idx="39">
                <c:v>4.8899999999999997</c:v>
              </c:pt>
              <c:pt idx="40">
                <c:v>4.8999999999999995</c:v>
              </c:pt>
              <c:pt idx="41">
                <c:v>4.9099999999999993</c:v>
              </c:pt>
              <c:pt idx="42">
                <c:v>4.92</c:v>
              </c:pt>
              <c:pt idx="43">
                <c:v>4.93</c:v>
              </c:pt>
              <c:pt idx="44">
                <c:v>4.9399999999999995</c:v>
              </c:pt>
              <c:pt idx="45">
                <c:v>4.9499999999999993</c:v>
              </c:pt>
              <c:pt idx="46">
                <c:v>4.96</c:v>
              </c:pt>
              <c:pt idx="47">
                <c:v>4.97</c:v>
              </c:pt>
              <c:pt idx="48">
                <c:v>4.9800000000000004</c:v>
              </c:pt>
              <c:pt idx="49">
                <c:v>4.9899999999999993</c:v>
              </c:pt>
              <c:pt idx="50">
                <c:v>5</c:v>
              </c:pt>
              <c:pt idx="51">
                <c:v>5.01</c:v>
              </c:pt>
              <c:pt idx="52">
                <c:v>5.0200000000000005</c:v>
              </c:pt>
              <c:pt idx="53">
                <c:v>5.0299999999999994</c:v>
              </c:pt>
              <c:pt idx="54">
                <c:v>5.0399999999999991</c:v>
              </c:pt>
              <c:pt idx="55">
                <c:v>5.05</c:v>
              </c:pt>
              <c:pt idx="56">
                <c:v>5.0599999999999996</c:v>
              </c:pt>
              <c:pt idx="57">
                <c:v>5.07</c:v>
              </c:pt>
              <c:pt idx="58">
                <c:v>5.0799999999999992</c:v>
              </c:pt>
              <c:pt idx="59">
                <c:v>5.09</c:v>
              </c:pt>
              <c:pt idx="60">
                <c:v>5.0999999999999996</c:v>
              </c:pt>
              <c:pt idx="61">
                <c:v>5.1100000000000003</c:v>
              </c:pt>
              <c:pt idx="62">
                <c:v>5.1199999999999992</c:v>
              </c:pt>
              <c:pt idx="63">
                <c:v>5.13</c:v>
              </c:pt>
              <c:pt idx="64">
                <c:v>5.14</c:v>
              </c:pt>
              <c:pt idx="65">
                <c:v>5.15</c:v>
              </c:pt>
              <c:pt idx="66">
                <c:v>5.1599999999999993</c:v>
              </c:pt>
              <c:pt idx="67">
                <c:v>5.17</c:v>
              </c:pt>
              <c:pt idx="68">
                <c:v>5.18</c:v>
              </c:pt>
              <c:pt idx="69">
                <c:v>5.19</c:v>
              </c:pt>
              <c:pt idx="70">
                <c:v>5.2</c:v>
              </c:pt>
              <c:pt idx="71">
                <c:v>5.2099999999999991</c:v>
              </c:pt>
              <c:pt idx="72">
                <c:v>5.22</c:v>
              </c:pt>
              <c:pt idx="73">
                <c:v>5.2299999999999995</c:v>
              </c:pt>
              <c:pt idx="74">
                <c:v>5.24</c:v>
              </c:pt>
              <c:pt idx="75">
                <c:v>5.2499999999999991</c:v>
              </c:pt>
              <c:pt idx="76">
                <c:v>5.26</c:v>
              </c:pt>
              <c:pt idx="77">
                <c:v>5.27</c:v>
              </c:pt>
              <c:pt idx="78">
                <c:v>5.28</c:v>
              </c:pt>
              <c:pt idx="79">
                <c:v>5.2899999999999991</c:v>
              </c:pt>
              <c:pt idx="80">
                <c:v>5.3</c:v>
              </c:pt>
              <c:pt idx="81">
                <c:v>5.31</c:v>
              </c:pt>
              <c:pt idx="82">
                <c:v>5.32</c:v>
              </c:pt>
              <c:pt idx="83">
                <c:v>5.33</c:v>
              </c:pt>
              <c:pt idx="84">
                <c:v>5.34</c:v>
              </c:pt>
              <c:pt idx="85">
                <c:v>5.35</c:v>
              </c:pt>
              <c:pt idx="86">
                <c:v>5.36</c:v>
              </c:pt>
              <c:pt idx="87">
                <c:v>5.37</c:v>
              </c:pt>
              <c:pt idx="88">
                <c:v>5.379999999999999</c:v>
              </c:pt>
              <c:pt idx="89">
                <c:v>5.39</c:v>
              </c:pt>
              <c:pt idx="90">
                <c:v>5.3999999999999995</c:v>
              </c:pt>
              <c:pt idx="91">
                <c:v>5.41</c:v>
              </c:pt>
              <c:pt idx="92">
                <c:v>5.419999999999999</c:v>
              </c:pt>
              <c:pt idx="93">
                <c:v>5.43</c:v>
              </c:pt>
              <c:pt idx="94">
                <c:v>5.4399999999999995</c:v>
              </c:pt>
              <c:pt idx="95">
                <c:v>5.45</c:v>
              </c:pt>
              <c:pt idx="96">
                <c:v>5.46</c:v>
              </c:pt>
              <c:pt idx="97">
                <c:v>5.47</c:v>
              </c:pt>
              <c:pt idx="98">
                <c:v>5.4799999999999995</c:v>
              </c:pt>
              <c:pt idx="99">
                <c:v>5.49</c:v>
              </c:pt>
              <c:pt idx="100">
                <c:v>5.5</c:v>
              </c:pt>
              <c:pt idx="101">
                <c:v>5.51</c:v>
              </c:pt>
              <c:pt idx="102">
                <c:v>5.52</c:v>
              </c:pt>
              <c:pt idx="103">
                <c:v>5.5299999999999994</c:v>
              </c:pt>
              <c:pt idx="104">
                <c:v>5.54</c:v>
              </c:pt>
              <c:pt idx="105">
                <c:v>5.5499999999999989</c:v>
              </c:pt>
              <c:pt idx="106">
                <c:v>5.56</c:v>
              </c:pt>
              <c:pt idx="107">
                <c:v>5.5699999999999994</c:v>
              </c:pt>
              <c:pt idx="108">
                <c:v>5.58</c:v>
              </c:pt>
              <c:pt idx="109">
                <c:v>5.59</c:v>
              </c:pt>
              <c:pt idx="110">
                <c:v>5.6</c:v>
              </c:pt>
              <c:pt idx="111">
                <c:v>5.6099999999999994</c:v>
              </c:pt>
              <c:pt idx="112">
                <c:v>5.62</c:v>
              </c:pt>
              <c:pt idx="113">
                <c:v>5.63</c:v>
              </c:pt>
              <c:pt idx="114">
                <c:v>5.64</c:v>
              </c:pt>
              <c:pt idx="115">
                <c:v>5.6499999999999995</c:v>
              </c:pt>
              <c:pt idx="116">
                <c:v>5.66</c:v>
              </c:pt>
              <c:pt idx="117">
                <c:v>5.67</c:v>
              </c:pt>
              <c:pt idx="118">
                <c:v>5.68</c:v>
              </c:pt>
              <c:pt idx="119">
                <c:v>5.6899999999999995</c:v>
              </c:pt>
              <c:pt idx="120">
                <c:v>5.6999999999999993</c:v>
              </c:pt>
              <c:pt idx="121">
                <c:v>5.71</c:v>
              </c:pt>
              <c:pt idx="122">
                <c:v>5.72</c:v>
              </c:pt>
              <c:pt idx="123">
                <c:v>5.7299999999999995</c:v>
              </c:pt>
              <c:pt idx="124">
                <c:v>5.7399999999999993</c:v>
              </c:pt>
              <c:pt idx="125">
                <c:v>5.75</c:v>
              </c:pt>
              <c:pt idx="126">
                <c:v>5.76</c:v>
              </c:pt>
              <c:pt idx="127">
                <c:v>5.77</c:v>
              </c:pt>
              <c:pt idx="128">
                <c:v>5.7799999999999994</c:v>
              </c:pt>
              <c:pt idx="129">
                <c:v>5.79</c:v>
              </c:pt>
              <c:pt idx="130">
                <c:v>5.8</c:v>
              </c:pt>
              <c:pt idx="131">
                <c:v>5.8100000000000005</c:v>
              </c:pt>
              <c:pt idx="132">
                <c:v>5.8199999999999994</c:v>
              </c:pt>
              <c:pt idx="133">
                <c:v>5.83</c:v>
              </c:pt>
              <c:pt idx="134">
                <c:v>5.84</c:v>
              </c:pt>
              <c:pt idx="135">
                <c:v>5.8500000000000005</c:v>
              </c:pt>
              <c:pt idx="136">
                <c:v>5.8599999999999994</c:v>
              </c:pt>
              <c:pt idx="137">
                <c:v>5.8699999999999992</c:v>
              </c:pt>
              <c:pt idx="138">
                <c:v>5.88</c:v>
              </c:pt>
              <c:pt idx="139">
                <c:v>5.89</c:v>
              </c:pt>
              <c:pt idx="140">
                <c:v>5.8999999999999995</c:v>
              </c:pt>
              <c:pt idx="141">
                <c:v>5.9099999999999993</c:v>
              </c:pt>
              <c:pt idx="142">
                <c:v>5.92</c:v>
              </c:pt>
              <c:pt idx="143">
                <c:v>5.93</c:v>
              </c:pt>
              <c:pt idx="144">
                <c:v>5.94</c:v>
              </c:pt>
              <c:pt idx="145">
                <c:v>5.9499999999999993</c:v>
              </c:pt>
              <c:pt idx="146">
                <c:v>5.96</c:v>
              </c:pt>
              <c:pt idx="147">
                <c:v>5.97</c:v>
              </c:pt>
              <c:pt idx="148">
                <c:v>5.98</c:v>
              </c:pt>
              <c:pt idx="149">
                <c:v>5.9899999999999993</c:v>
              </c:pt>
              <c:pt idx="150">
                <c:v>6</c:v>
              </c:pt>
              <c:pt idx="151">
                <c:v>6.01</c:v>
              </c:pt>
              <c:pt idx="152">
                <c:v>6.02</c:v>
              </c:pt>
              <c:pt idx="153">
                <c:v>6.0299999999999994</c:v>
              </c:pt>
              <c:pt idx="154">
                <c:v>6.0399999999999991</c:v>
              </c:pt>
              <c:pt idx="155">
                <c:v>6.05</c:v>
              </c:pt>
              <c:pt idx="156">
                <c:v>6.06</c:v>
              </c:pt>
              <c:pt idx="157">
                <c:v>6.07</c:v>
              </c:pt>
              <c:pt idx="158">
                <c:v>6.0799999999999992</c:v>
              </c:pt>
              <c:pt idx="159">
                <c:v>6.09</c:v>
              </c:pt>
              <c:pt idx="160">
                <c:v>6.1</c:v>
              </c:pt>
              <c:pt idx="161">
                <c:v>6.11</c:v>
              </c:pt>
              <c:pt idx="162">
                <c:v>6.1199999999999992</c:v>
              </c:pt>
              <c:pt idx="163">
                <c:v>6.13</c:v>
              </c:pt>
              <c:pt idx="164">
                <c:v>6.14</c:v>
              </c:pt>
              <c:pt idx="165">
                <c:v>6.15</c:v>
              </c:pt>
              <c:pt idx="166">
                <c:v>6.1599999999999993</c:v>
              </c:pt>
              <c:pt idx="167">
                <c:v>6.17</c:v>
              </c:pt>
              <c:pt idx="168">
                <c:v>6.18</c:v>
              </c:pt>
              <c:pt idx="169">
                <c:v>6.1899999999999995</c:v>
              </c:pt>
              <c:pt idx="170">
                <c:v>6.2</c:v>
              </c:pt>
              <c:pt idx="171">
                <c:v>6.2099999999999991</c:v>
              </c:pt>
              <c:pt idx="172">
                <c:v>6.22</c:v>
              </c:pt>
              <c:pt idx="173">
                <c:v>6.2299999999999995</c:v>
              </c:pt>
              <c:pt idx="174">
                <c:v>6.24</c:v>
              </c:pt>
              <c:pt idx="175">
                <c:v>6.2499999999999991</c:v>
              </c:pt>
              <c:pt idx="176">
                <c:v>6.26</c:v>
              </c:pt>
              <c:pt idx="177">
                <c:v>6.27</c:v>
              </c:pt>
              <c:pt idx="178">
                <c:v>6.28</c:v>
              </c:pt>
              <c:pt idx="179">
                <c:v>6.2899999999999991</c:v>
              </c:pt>
              <c:pt idx="180">
                <c:v>6.3</c:v>
              </c:pt>
              <c:pt idx="181">
                <c:v>6.31</c:v>
              </c:pt>
              <c:pt idx="182">
                <c:v>6.32</c:v>
              </c:pt>
              <c:pt idx="183">
                <c:v>6.33</c:v>
              </c:pt>
              <c:pt idx="184">
                <c:v>6.339999999999999</c:v>
              </c:pt>
              <c:pt idx="185">
                <c:v>6.35</c:v>
              </c:pt>
              <c:pt idx="186">
                <c:v>6.3599999999999994</c:v>
              </c:pt>
              <c:pt idx="187">
                <c:v>6.37</c:v>
              </c:pt>
              <c:pt idx="188">
                <c:v>6.379999999999999</c:v>
              </c:pt>
              <c:pt idx="189">
                <c:v>6.39</c:v>
              </c:pt>
              <c:pt idx="190">
                <c:v>6.3999999999999995</c:v>
              </c:pt>
              <c:pt idx="191">
                <c:v>6.41</c:v>
              </c:pt>
              <c:pt idx="192">
                <c:v>6.42</c:v>
              </c:pt>
              <c:pt idx="193">
                <c:v>6.43</c:v>
              </c:pt>
              <c:pt idx="194">
                <c:v>6.4399999999999995</c:v>
              </c:pt>
              <c:pt idx="195">
                <c:v>6.45</c:v>
              </c:pt>
              <c:pt idx="196">
                <c:v>6.46</c:v>
              </c:pt>
              <c:pt idx="197">
                <c:v>6.47</c:v>
              </c:pt>
              <c:pt idx="198">
                <c:v>6.4799999999999995</c:v>
              </c:pt>
              <c:pt idx="199">
                <c:v>6.49</c:v>
              </c:pt>
              <c:pt idx="200">
                <c:v>6.5</c:v>
              </c:pt>
              <c:pt idx="201">
                <c:v>6.5099999999999989</c:v>
              </c:pt>
              <c:pt idx="202">
                <c:v>6.52</c:v>
              </c:pt>
              <c:pt idx="203">
                <c:v>6.5299999999999994</c:v>
              </c:pt>
              <c:pt idx="204">
                <c:v>6.54</c:v>
              </c:pt>
              <c:pt idx="205">
                <c:v>6.55</c:v>
              </c:pt>
              <c:pt idx="206">
                <c:v>6.56</c:v>
              </c:pt>
              <c:pt idx="207">
                <c:v>6.5699999999999994</c:v>
              </c:pt>
              <c:pt idx="208">
                <c:v>6.58</c:v>
              </c:pt>
              <c:pt idx="209">
                <c:v>6.59</c:v>
              </c:pt>
              <c:pt idx="210">
                <c:v>6.6</c:v>
              </c:pt>
              <c:pt idx="211">
                <c:v>6.6099999999999994</c:v>
              </c:pt>
              <c:pt idx="212">
                <c:v>6.62</c:v>
              </c:pt>
              <c:pt idx="213">
                <c:v>6.63</c:v>
              </c:pt>
              <c:pt idx="214">
                <c:v>6.64</c:v>
              </c:pt>
              <c:pt idx="215">
                <c:v>6.6499999999999995</c:v>
              </c:pt>
              <c:pt idx="216">
                <c:v>6.66</c:v>
              </c:pt>
              <c:pt idx="217">
                <c:v>6.67</c:v>
              </c:pt>
              <c:pt idx="218">
                <c:v>6.68</c:v>
              </c:pt>
              <c:pt idx="219">
                <c:v>6.6899999999999995</c:v>
              </c:pt>
              <c:pt idx="220">
                <c:v>6.6999999999999993</c:v>
              </c:pt>
              <c:pt idx="221">
                <c:v>6.71</c:v>
              </c:pt>
              <c:pt idx="222">
                <c:v>6.72</c:v>
              </c:pt>
              <c:pt idx="223">
                <c:v>6.7299999999999995</c:v>
              </c:pt>
              <c:pt idx="224">
                <c:v>6.7399999999999993</c:v>
              </c:pt>
              <c:pt idx="225">
                <c:v>6.75</c:v>
              </c:pt>
              <c:pt idx="226">
                <c:v>6.76</c:v>
              </c:pt>
              <c:pt idx="227">
                <c:v>6.77</c:v>
              </c:pt>
              <c:pt idx="228">
                <c:v>6.7799999999999994</c:v>
              </c:pt>
              <c:pt idx="229">
                <c:v>6.79</c:v>
              </c:pt>
              <c:pt idx="230">
                <c:v>6.8</c:v>
              </c:pt>
              <c:pt idx="231">
                <c:v>6.8100000000000005</c:v>
              </c:pt>
              <c:pt idx="232">
                <c:v>6.8199999999999994</c:v>
              </c:pt>
              <c:pt idx="233">
                <c:v>6.8299999999999992</c:v>
              </c:pt>
              <c:pt idx="234">
                <c:v>6.84</c:v>
              </c:pt>
              <c:pt idx="235">
                <c:v>6.85</c:v>
              </c:pt>
              <c:pt idx="236">
                <c:v>6.8599999999999994</c:v>
              </c:pt>
              <c:pt idx="237">
                <c:v>6.8699999999999992</c:v>
              </c:pt>
              <c:pt idx="238">
                <c:v>6.88</c:v>
              </c:pt>
              <c:pt idx="239">
                <c:v>6.89</c:v>
              </c:pt>
              <c:pt idx="240">
                <c:v>6.8999999999999995</c:v>
              </c:pt>
              <c:pt idx="241">
                <c:v>6.9099999999999993</c:v>
              </c:pt>
              <c:pt idx="242">
                <c:v>6.92</c:v>
              </c:pt>
              <c:pt idx="243">
                <c:v>6.93</c:v>
              </c:pt>
              <c:pt idx="244">
                <c:v>6.94</c:v>
              </c:pt>
              <c:pt idx="245">
                <c:v>6.9499999999999993</c:v>
              </c:pt>
              <c:pt idx="246">
                <c:v>6.96</c:v>
              </c:pt>
              <c:pt idx="247">
                <c:v>6.97</c:v>
              </c:pt>
              <c:pt idx="248">
                <c:v>6.98</c:v>
              </c:pt>
              <c:pt idx="249">
                <c:v>6.9899999999999993</c:v>
              </c:pt>
              <c:pt idx="250">
                <c:v>6.9999999999999991</c:v>
              </c:pt>
              <c:pt idx="251">
                <c:v>7.01</c:v>
              </c:pt>
              <c:pt idx="252">
                <c:v>7.02</c:v>
              </c:pt>
              <c:pt idx="253">
                <c:v>7.0299999999999994</c:v>
              </c:pt>
              <c:pt idx="254">
                <c:v>7.0399999999999991</c:v>
              </c:pt>
              <c:pt idx="255">
                <c:v>7.05</c:v>
              </c:pt>
              <c:pt idx="256">
                <c:v>7.06</c:v>
              </c:pt>
              <c:pt idx="257">
                <c:v>7.07</c:v>
              </c:pt>
              <c:pt idx="258">
                <c:v>7.0799999999999992</c:v>
              </c:pt>
              <c:pt idx="259">
                <c:v>7.09</c:v>
              </c:pt>
              <c:pt idx="260">
                <c:v>7.1</c:v>
              </c:pt>
              <c:pt idx="261">
                <c:v>7.11</c:v>
              </c:pt>
              <c:pt idx="262">
                <c:v>7.1199999999999992</c:v>
              </c:pt>
              <c:pt idx="263">
                <c:v>7.13</c:v>
              </c:pt>
              <c:pt idx="264">
                <c:v>7.14</c:v>
              </c:pt>
              <c:pt idx="265">
                <c:v>7.15</c:v>
              </c:pt>
              <c:pt idx="266">
                <c:v>7.16</c:v>
              </c:pt>
              <c:pt idx="267">
                <c:v>7.169999999999999</c:v>
              </c:pt>
              <c:pt idx="268">
                <c:v>7.18</c:v>
              </c:pt>
              <c:pt idx="269">
                <c:v>7.1899999999999995</c:v>
              </c:pt>
              <c:pt idx="270">
                <c:v>7.2</c:v>
              </c:pt>
              <c:pt idx="271">
                <c:v>7.2099999999999991</c:v>
              </c:pt>
              <c:pt idx="272">
                <c:v>7.22</c:v>
              </c:pt>
              <c:pt idx="273">
                <c:v>7.2299999999999995</c:v>
              </c:pt>
              <c:pt idx="274">
                <c:v>7.24</c:v>
              </c:pt>
              <c:pt idx="275">
                <c:v>7.2499999999999991</c:v>
              </c:pt>
              <c:pt idx="276">
                <c:v>7.26</c:v>
              </c:pt>
              <c:pt idx="277">
                <c:v>7.27</c:v>
              </c:pt>
              <c:pt idx="278">
                <c:v>7.28</c:v>
              </c:pt>
              <c:pt idx="279">
                <c:v>7.29</c:v>
              </c:pt>
              <c:pt idx="280">
                <c:v>7.3</c:v>
              </c:pt>
              <c:pt idx="281">
                <c:v>7.31</c:v>
              </c:pt>
              <c:pt idx="282">
                <c:v>7.3199999999999994</c:v>
              </c:pt>
              <c:pt idx="283">
                <c:v>7.33</c:v>
              </c:pt>
              <c:pt idx="284">
                <c:v>7.339999999999999</c:v>
              </c:pt>
              <c:pt idx="285">
                <c:v>7.35</c:v>
              </c:pt>
              <c:pt idx="286">
                <c:v>7.3599999999999994</c:v>
              </c:pt>
              <c:pt idx="287">
                <c:v>7.37</c:v>
              </c:pt>
              <c:pt idx="288">
                <c:v>7.379999999999999</c:v>
              </c:pt>
              <c:pt idx="289">
                <c:v>7.39</c:v>
              </c:pt>
              <c:pt idx="290">
                <c:v>7.3999999999999995</c:v>
              </c:pt>
              <c:pt idx="291">
                <c:v>7.41</c:v>
              </c:pt>
              <c:pt idx="292">
                <c:v>7.42</c:v>
              </c:pt>
              <c:pt idx="293">
                <c:v>7.43</c:v>
              </c:pt>
              <c:pt idx="294">
                <c:v>7.4399999999999995</c:v>
              </c:pt>
              <c:pt idx="295">
                <c:v>7.45</c:v>
              </c:pt>
              <c:pt idx="296">
                <c:v>7.46</c:v>
              </c:pt>
              <c:pt idx="297">
                <c:v>7.47</c:v>
              </c:pt>
              <c:pt idx="298">
                <c:v>7.4799999999999995</c:v>
              </c:pt>
              <c:pt idx="299">
                <c:v>7.4899999999999993</c:v>
              </c:pt>
              <c:pt idx="300">
                <c:v>7.5</c:v>
              </c:pt>
              <c:pt idx="301">
                <c:v>7.5099999999999989</c:v>
              </c:pt>
              <c:pt idx="302">
                <c:v>7.52</c:v>
              </c:pt>
              <c:pt idx="303">
                <c:v>7.5299999999999994</c:v>
              </c:pt>
              <c:pt idx="304">
                <c:v>7.54</c:v>
              </c:pt>
              <c:pt idx="305">
                <c:v>7.55</c:v>
              </c:pt>
              <c:pt idx="306">
                <c:v>7.56</c:v>
              </c:pt>
              <c:pt idx="307">
                <c:v>7.5699999999999994</c:v>
              </c:pt>
              <c:pt idx="308">
                <c:v>7.58</c:v>
              </c:pt>
              <c:pt idx="309">
                <c:v>7.59</c:v>
              </c:pt>
              <c:pt idx="310">
                <c:v>7.6</c:v>
              </c:pt>
              <c:pt idx="311">
                <c:v>7.6099999999999994</c:v>
              </c:pt>
              <c:pt idx="312">
                <c:v>7.62</c:v>
              </c:pt>
              <c:pt idx="313">
                <c:v>7.63</c:v>
              </c:pt>
              <c:pt idx="314">
                <c:v>7.6399999999999988</c:v>
              </c:pt>
              <c:pt idx="315">
                <c:v>7.6499999999999995</c:v>
              </c:pt>
              <c:pt idx="316">
                <c:v>7.6599999999999993</c:v>
              </c:pt>
              <c:pt idx="317">
                <c:v>7.67</c:v>
              </c:pt>
              <c:pt idx="318">
                <c:v>7.68</c:v>
              </c:pt>
              <c:pt idx="319">
                <c:v>7.6899999999999995</c:v>
              </c:pt>
              <c:pt idx="320">
                <c:v>7.6999999999999993</c:v>
              </c:pt>
              <c:pt idx="321">
                <c:v>7.71</c:v>
              </c:pt>
              <c:pt idx="322">
                <c:v>7.72</c:v>
              </c:pt>
              <c:pt idx="323">
                <c:v>7.7299999999999995</c:v>
              </c:pt>
              <c:pt idx="324">
                <c:v>7.7399999999999993</c:v>
              </c:pt>
              <c:pt idx="325">
                <c:v>7.75</c:v>
              </c:pt>
              <c:pt idx="326">
                <c:v>7.76</c:v>
              </c:pt>
              <c:pt idx="327">
                <c:v>7.77</c:v>
              </c:pt>
              <c:pt idx="328">
                <c:v>7.7799999999999994</c:v>
              </c:pt>
              <c:pt idx="329">
                <c:v>7.79</c:v>
              </c:pt>
              <c:pt idx="330">
                <c:v>7.8</c:v>
              </c:pt>
              <c:pt idx="331">
                <c:v>7.81</c:v>
              </c:pt>
              <c:pt idx="332">
                <c:v>7.8199999999999985</c:v>
              </c:pt>
              <c:pt idx="333">
                <c:v>7.83</c:v>
              </c:pt>
              <c:pt idx="334">
                <c:v>7.84</c:v>
              </c:pt>
              <c:pt idx="335">
                <c:v>7.85</c:v>
              </c:pt>
              <c:pt idx="336">
                <c:v>7.8599999999999985</c:v>
              </c:pt>
              <c:pt idx="337">
                <c:v>7.87</c:v>
              </c:pt>
              <c:pt idx="338">
                <c:v>7.88</c:v>
              </c:pt>
              <c:pt idx="339">
                <c:v>7.89</c:v>
              </c:pt>
              <c:pt idx="340">
                <c:v>7.8999999999999995</c:v>
              </c:pt>
              <c:pt idx="341">
                <c:v>7.91</c:v>
              </c:pt>
              <c:pt idx="342">
                <c:v>7.92</c:v>
              </c:pt>
              <c:pt idx="343">
                <c:v>7.93</c:v>
              </c:pt>
              <c:pt idx="344">
                <c:v>7.9399999999999995</c:v>
              </c:pt>
              <c:pt idx="345">
                <c:v>7.95</c:v>
              </c:pt>
              <c:pt idx="346">
                <c:v>7.96</c:v>
              </c:pt>
              <c:pt idx="347">
                <c:v>7.97</c:v>
              </c:pt>
              <c:pt idx="348">
                <c:v>7.9799999999999995</c:v>
              </c:pt>
              <c:pt idx="349">
                <c:v>7.9899999999999984</c:v>
              </c:pt>
              <c:pt idx="350">
                <c:v>8</c:v>
              </c:pt>
            </c:numLit>
          </c:xVal>
          <c:yVal>
            <c:numLit>
              <c:formatCode>0.00</c:formatCode>
              <c:ptCount val="35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4.9174603532883083E-4</c:v>
              </c:pt>
              <c:pt idx="52">
                <c:v>1.8786876720360613E-3</c:v>
              </c:pt>
              <c:pt idx="53">
                <c:v>4.0802036540519542E-3</c:v>
              </c:pt>
              <c:pt idx="54">
                <c:v>7.0193841582335053E-3</c:v>
              </c:pt>
              <c:pt idx="55">
                <c:v>1.062300882791805E-2</c:v>
              </c:pt>
              <c:pt idx="56">
                <c:v>1.4821512717597929E-2</c:v>
              </c:pt>
              <c:pt idx="57">
                <c:v>1.9548941295339881E-2</c:v>
              </c:pt>
              <c:pt idx="58">
                <c:v>2.474289559435882E-2</c:v>
              </c:pt>
              <c:pt idx="59">
                <c:v>3.0344468550467449E-2</c:v>
              </c:pt>
              <c:pt idx="60">
                <c:v>3.6298173508123699E-2</c:v>
              </c:pt>
              <c:pt idx="61">
                <c:v>4.255186582463269E-2</c:v>
              </c:pt>
              <c:pt idx="62">
                <c:v>4.905665844985975E-2</c:v>
              </c:pt>
              <c:pt idx="63">
                <c:v>5.5766832307692298E-2</c:v>
              </c:pt>
              <c:pt idx="64">
                <c:v>6.2639742255551689E-2</c:v>
              </c:pt>
              <c:pt idx="65">
                <c:v>6.9635719349592895E-2</c:v>
              </c:pt>
              <c:pt idx="66">
                <c:v>7.6717970095914356E-2</c:v>
              </c:pt>
              <c:pt idx="67">
                <c:v>8.3852473322199805E-2</c:v>
              </c:pt>
              <c:pt idx="68">
                <c:v>9.100787525978038E-2</c:v>
              </c:pt>
              <c:pt idx="69">
                <c:v>9.8155383383186412E-2</c:v>
              </c:pt>
              <c:pt idx="70">
                <c:v>0.10526865951288433</c:v>
              </c:pt>
              <c:pt idx="71">
                <c:v>0.11232371264709598</c:v>
              </c:pt>
              <c:pt idx="72">
                <c:v>0.11929879195038823</c:v>
              </c:pt>
              <c:pt idx="73">
                <c:v>0.12617428029011563</c:v>
              </c:pt>
              <c:pt idx="74">
                <c:v>0.1329325886767963</c:v>
              </c:pt>
              <c:pt idx="75">
                <c:v>0.13955805193110227</c:v>
              </c:pt>
              <c:pt idx="76">
                <c:v>0.14603682586833955</c:v>
              </c:pt>
              <c:pt idx="77">
                <c:v>0.15235678626106652</c:v>
              </c:pt>
              <c:pt idx="78">
                <c:v>0.15850742981183308</c:v>
              </c:pt>
              <c:pt idx="79">
                <c:v>0.16447977734089445</c:v>
              </c:pt>
              <c:pt idx="80">
                <c:v>0.17026627936813557</c:v>
              </c:pt>
              <c:pt idx="81">
                <c:v>0.17586072424430327</c:v>
              </c:pt>
              <c:pt idx="82">
                <c:v>0.18125814896395345</c:v>
              </c:pt>
              <c:pt idx="83">
                <c:v>0.1864547527712378</c:v>
              </c:pt>
              <c:pt idx="84">
                <c:v>0.19144781364974725</c:v>
              </c:pt>
              <c:pt idx="85">
                <c:v>0.19623560776905213</c:v>
              </c:pt>
              <c:pt idx="86">
                <c:v>0.20081733194329154</c:v>
              </c:pt>
              <c:pt idx="87">
                <c:v>0.20519302914112469</c:v>
              </c:pt>
              <c:pt idx="88">
                <c:v>0.20936351707151832</c:v>
              </c:pt>
              <c:pt idx="89">
                <c:v>0.21333031985616269</c:v>
              </c:pt>
              <c:pt idx="90">
                <c:v>0.21709560278674023</c:v>
              </c:pt>
              <c:pt idx="91">
                <c:v>0.22066211015376408</c:v>
              </c:pt>
              <c:pt idx="92">
                <c:v>0.224033106123219</c:v>
              </c:pt>
              <c:pt idx="93">
                <c:v>0.22721231862772479</c:v>
              </c:pt>
              <c:pt idx="94">
                <c:v>0.23020388623035479</c:v>
              </c:pt>
              <c:pt idx="95">
                <c:v>0.23301230791153743</c:v>
              </c:pt>
              <c:pt idx="96">
                <c:v>0.23564239572260035</c:v>
              </c:pt>
              <c:pt idx="97">
                <c:v>0.23809923024343876</c:v>
              </c:pt>
              <c:pt idx="98">
                <c:v>0.24038811877646021</c:v>
              </c:pt>
              <c:pt idx="99">
                <c:v>0.2425145562043344</c:v>
              </c:pt>
              <c:pt idx="100">
                <c:v>0.24448418843511444</c:v>
              </c:pt>
              <c:pt idx="101">
                <c:v>0.2463027783549589</c:v>
              </c:pt>
              <c:pt idx="102">
                <c:v>0.24797617420592474</c:v>
              </c:pt>
              <c:pt idx="103">
                <c:v>0.2495102803040937</c:v>
              </c:pt>
              <c:pt idx="104">
                <c:v>0.25091103001158249</c:v>
              </c:pt>
              <c:pt idx="105">
                <c:v>0.25218436087475754</c:v>
              </c:pt>
              <c:pt idx="106">
                <c:v>0.25333619184017014</c:v>
              </c:pt>
              <c:pt idx="107">
                <c:v>0.25437240245933168</c:v>
              </c:pt>
              <c:pt idx="108">
                <c:v>0.25529881399341875</c:v>
              </c:pt>
              <c:pt idx="109">
                <c:v>0.25612117232930648</c:v>
              </c:pt>
              <c:pt idx="110">
                <c:v>0.25684513261894482</c:v>
              </c:pt>
              <c:pt idx="111">
                <c:v>0.25747624555499604</c:v>
              </c:pt>
              <c:pt idx="112">
                <c:v>0.25801994519679528</c:v>
              </c:pt>
              <c:pt idx="113">
                <c:v>0.25848153826208142</c:v>
              </c:pt>
              <c:pt idx="114">
                <c:v>0.25886619480152567</c:v>
              </c:pt>
              <c:pt idx="115">
                <c:v>0.25917894017484822</c:v>
              </c:pt>
              <c:pt idx="116">
                <c:v>0.25942464824923361</c:v>
              </c:pt>
              <c:pt idx="117">
                <c:v>0.25960803574281532</c:v>
              </c:pt>
              <c:pt idx="118">
                <c:v>0.25973365763817829</c:v>
              </c:pt>
              <c:pt idx="119">
                <c:v>0.25980590359310218</c:v>
              </c:pt>
              <c:pt idx="120">
                <c:v>0.25982899527813269</c:v>
              </c:pt>
              <c:pt idx="121">
                <c:v>0.2598069845729935</c:v>
              </c:pt>
              <c:pt idx="122">
                <c:v>0.25974375255633303</c:v>
              </c:pt>
              <c:pt idx="123">
                <c:v>0.25964300922581773</c:v>
              </c:pt>
              <c:pt idx="124">
                <c:v>0.25950829388813074</c:v>
              </c:pt>
              <c:pt idx="125">
                <c:v>0.25934297616099072</c:v>
              </c:pt>
              <c:pt idx="126">
                <c:v>0.25915025753186904</c:v>
              </c:pt>
              <c:pt idx="127">
                <c:v>0.25893317342064048</c:v>
              </c:pt>
              <c:pt idx="128">
                <c:v>0.25869459569593839</c:v>
              </c:pt>
              <c:pt idx="129">
                <c:v>0.25843723559750326</c:v>
              </c:pt>
              <c:pt idx="130">
                <c:v>0.25816364701929762</c:v>
              </c:pt>
              <c:pt idx="131">
                <c:v>0.2578762301106044</c:v>
              </c:pt>
              <c:pt idx="132">
                <c:v>0.25757723515472697</c:v>
              </c:pt>
              <c:pt idx="133">
                <c:v>0.25726876668726223</c:v>
              </c:pt>
              <c:pt idx="134">
                <c:v>0.25695278781821523</c:v>
              </c:pt>
              <c:pt idx="135">
                <c:v>0.25663112472445943</c:v>
              </c:pt>
              <c:pt idx="136">
                <c:v>0.25630547128122855</c:v>
              </c:pt>
              <c:pt idx="137">
                <c:v>0.25597739380343371</c:v>
              </c:pt>
              <c:pt idx="138">
                <c:v>0.25564833586964575</c:v>
              </c:pt>
              <c:pt idx="139">
                <c:v>0.2553196232035575</c:v>
              </c:pt>
              <c:pt idx="140">
                <c:v>0.25499246858964231</c:v>
              </c:pt>
              <c:pt idx="141">
                <c:v>0.25466797680156095</c:v>
              </c:pt>
              <c:pt idx="142">
                <c:v>0.25434714952362131</c:v>
              </c:pt>
              <c:pt idx="143">
                <c:v>0.25403089024728415</c:v>
              </c:pt>
              <c:pt idx="144">
                <c:v>0.2537200091263182</c:v>
              </c:pt>
              <c:pt idx="145">
                <c:v>0.25341522777574294</c:v>
              </c:pt>
              <c:pt idx="146">
                <c:v>0.25311718400116234</c:v>
              </c:pt>
              <c:pt idx="147">
                <c:v>0.25282643644648495</c:v>
              </c:pt>
              <c:pt idx="148">
                <c:v>0.25254346914934317</c:v>
              </c:pt>
              <c:pt idx="149">
                <c:v>0.25226869599477386</c:v>
              </c:pt>
              <c:pt idx="150">
                <c:v>0.25200246505890195</c:v>
              </c:pt>
              <c:pt idx="151">
                <c:v>0.25174506283547998</c:v>
              </c:pt>
              <c:pt idx="152">
                <c:v>0.25149671833917797</c:v>
              </c:pt>
              <c:pt idx="153">
                <c:v>0.25125760708050282</c:v>
              </c:pt>
              <c:pt idx="154">
                <c:v>0.25102785490813817</c:v>
              </c:pt>
              <c:pt idx="155">
                <c:v>0.25080754171535374</c:v>
              </c:pt>
              <c:pt idx="156">
                <c:v>0.25059670500792619</c:v>
              </c:pt>
              <c:pt idx="157">
                <c:v>0.25039534333175506</c:v>
              </c:pt>
              <c:pt idx="158">
                <c:v>0.25020341955903957</c:v>
              </c:pt>
              <c:pt idx="159">
                <c:v>0.25002086403250962</c:v>
              </c:pt>
              <c:pt idx="160">
                <c:v>0.24984757756778639</c:v>
              </c:pt>
              <c:pt idx="161">
                <c:v>0.24968343431447559</c:v>
              </c:pt>
              <c:pt idx="162">
                <c:v>0.24952828447708114</c:v>
              </c:pt>
              <c:pt idx="163">
                <c:v>0.24938195689726161</c:v>
              </c:pt>
              <c:pt idx="164">
                <c:v>0.249244261499352</c:v>
              </c:pt>
              <c:pt idx="165">
                <c:v>0.24911499160142461</c:v>
              </c:pt>
              <c:pt idx="166">
                <c:v>0.24899392609447993</c:v>
              </c:pt>
              <c:pt idx="167">
                <c:v>0.24888083149264129</c:v>
              </c:pt>
              <c:pt idx="168">
                <c:v>0.24877546385746696</c:v>
              </c:pt>
              <c:pt idx="169">
                <c:v>0.24867757059971204</c:v>
              </c:pt>
              <c:pt idx="170">
                <c:v>0.24858689216205301</c:v>
              </c:pt>
              <c:pt idx="171">
                <c:v>0.24850316358643895</c:v>
              </c:pt>
              <c:pt idx="172">
                <c:v>0.24842611596986669</c:v>
              </c:pt>
              <c:pt idx="173">
                <c:v>0.24835547781247241</c:v>
              </c:pt>
              <c:pt idx="174">
                <c:v>0.24829097626191651</c:v>
              </c:pt>
              <c:pt idx="175">
                <c:v>0.24823233825809196</c:v>
              </c:pt>
              <c:pt idx="176">
                <c:v>0.24817929158222604</c:v>
              </c:pt>
              <c:pt idx="177">
                <c:v>0.24813156581446155</c:v>
              </c:pt>
              <c:pt idx="178">
                <c:v>0.24808889320400784</c:v>
              </c:pt>
              <c:pt idx="179">
                <c:v>0.24805100945593456</c:v>
              </c:pt>
              <c:pt idx="180">
                <c:v>0.24801765443865742</c:v>
              </c:pt>
              <c:pt idx="181">
                <c:v>0.24798857281611889</c:v>
              </c:pt>
              <c:pt idx="182">
                <c:v>0.24796351460861862</c:v>
              </c:pt>
              <c:pt idx="183">
                <c:v>0.24794223568618154</c:v>
              </c:pt>
              <c:pt idx="184">
                <c:v>0.24792449819828144</c:v>
              </c:pt>
              <c:pt idx="185">
                <c:v>0.24791007094365558</c:v>
              </c:pt>
              <c:pt idx="186">
                <c:v>0.24789872968385748</c:v>
              </c:pt>
              <c:pt idx="187">
                <c:v>0.24789025740410223</c:v>
              </c:pt>
              <c:pt idx="188">
                <c:v>0.247884444524855</c:v>
              </c:pt>
              <c:pt idx="189">
                <c:v>0.24788108906751355</c:v>
              </c:pt>
              <c:pt idx="190">
                <c:v>0.24787999677742256</c:v>
              </c:pt>
              <c:pt idx="191">
                <c:v>0.24788098120734908</c:v>
              </c:pt>
              <c:pt idx="192">
                <c:v>0.24788386376443264</c:v>
              </c:pt>
              <c:pt idx="193">
                <c:v>0.24788847372350811</c:v>
              </c:pt>
              <c:pt idx="194">
                <c:v>0.2478946482095839</c:v>
              </c:pt>
              <c:pt idx="195">
                <c:v>0.247902232152137</c:v>
              </c:pt>
              <c:pt idx="196">
                <c:v>0.24791107821377248</c:v>
              </c:pt>
              <c:pt idx="197">
                <c:v>0.24792104669567494</c:v>
              </c:pt>
              <c:pt idx="198">
                <c:v>0.24793200542216323</c:v>
              </c:pt>
              <c:pt idx="199">
                <c:v>0.24794382960654468</c:v>
              </c:pt>
              <c:pt idx="200">
                <c:v>0.24795640170034985</c:v>
              </c:pt>
              <c:pt idx="201">
                <c:v>0.24796961122791744</c:v>
              </c:pt>
              <c:pt idx="202">
                <c:v>0.24798335460818735</c:v>
              </c:pt>
              <c:pt idx="203">
                <c:v>0.24799753496545276</c:v>
              </c:pt>
              <c:pt idx="204">
                <c:v>0.24801206193071501</c:v>
              </c:pt>
              <c:pt idx="205">
                <c:v>0.24802685143518513</c:v>
              </c:pt>
              <c:pt idx="206">
                <c:v>0.2480418254973705</c:v>
              </c:pt>
              <c:pt idx="207">
                <c:v>0.24805691200509372</c:v>
              </c:pt>
              <c:pt idx="208">
                <c:v>0.24807204449369302</c:v>
              </c:pt>
              <c:pt idx="209">
                <c:v>0.24808716192156285</c:v>
              </c:pt>
              <c:pt idx="210">
                <c:v>0.24810220844410877</c:v>
              </c:pt>
              <c:pt idx="211">
                <c:v>0.24811713318710149</c:v>
              </c:pt>
              <c:pt idx="212">
                <c:v>0.24813189002033922</c:v>
              </c:pt>
              <c:pt idx="213">
                <c:v>0.2481464373324461</c:v>
              </c:pt>
              <c:pt idx="214">
                <c:v>0.24816073780756201</c:v>
              </c:pt>
              <c:pt idx="215">
                <c:v>0.24817475820460877</c:v>
              </c:pt>
              <c:pt idx="216">
                <c:v>0.24818846913974921</c:v>
              </c:pt>
              <c:pt idx="217">
                <c:v>0.24820184487259231</c:v>
              </c:pt>
              <c:pt idx="218">
                <c:v>0.2482148630966359</c:v>
              </c:pt>
              <c:pt idx="219">
                <c:v>0.2482275047343836</c:v>
              </c:pt>
              <c:pt idx="220">
                <c:v>0.24823975373751409</c:v>
              </c:pt>
              <c:pt idx="221">
                <c:v>0.24825159689243412</c:v>
              </c:pt>
              <c:pt idx="222">
                <c:v>0.24826302363149583</c:v>
              </c:pt>
              <c:pt idx="223">
                <c:v>0.24827402585011421</c:v>
              </c:pt>
              <c:pt idx="224">
                <c:v>0.24828459772997941</c:v>
              </c:pt>
              <c:pt idx="225">
                <c:v>0.24829473556851833</c:v>
              </c:pt>
              <c:pt idx="226">
                <c:v>0.24830443761472354</c:v>
              </c:pt>
              <c:pt idx="227">
                <c:v>0.24831370391143345</c:v>
              </c:pt>
              <c:pt idx="228">
                <c:v>0.24832253614411703</c:v>
              </c:pt>
              <c:pt idx="229">
                <c:v>0.24833093749618529</c:v>
              </c:pt>
              <c:pt idx="230">
                <c:v>0.24833891251082776</c:v>
              </c:pt>
              <c:pt idx="231">
                <c:v>0.2483464669593464</c:v>
              </c:pt>
              <c:pt idx="232">
                <c:v>0.24835360771593643</c:v>
              </c:pt>
              <c:pt idx="233">
                <c:v>0.24836034263884527</c:v>
              </c:pt>
              <c:pt idx="234">
                <c:v>0.24836668045782043</c:v>
              </c:pt>
              <c:pt idx="235">
                <c:v>0.24837263066774282</c:v>
              </c:pt>
              <c:pt idx="236">
                <c:v>0.24837820342832656</c:v>
              </c:pt>
              <c:pt idx="237">
                <c:v>0.24838340946975238</c:v>
              </c:pt>
              <c:pt idx="238">
                <c:v>0.24838826000409303</c:v>
              </c:pt>
              <c:pt idx="239">
                <c:v>0.24839276664237528</c:v>
              </c:pt>
              <c:pt idx="240">
                <c:v>0.2483969413171204</c:v>
              </c:pt>
              <c:pt idx="241">
                <c:v>0.24840079621019123</c:v>
              </c:pt>
              <c:pt idx="242">
                <c:v>0.24840434368577366</c:v>
              </c:pt>
              <c:pt idx="243">
                <c:v>0.2484075962283126</c:v>
              </c:pt>
              <c:pt idx="244">
                <c:v>0.24841056638521997</c:v>
              </c:pt>
              <c:pt idx="245">
                <c:v>0.24841326671416866</c:v>
              </c:pt>
              <c:pt idx="246">
                <c:v>0.24841570973478669</c:v>
              </c:pt>
              <c:pt idx="247">
                <c:v>0.24841790788456219</c:v>
              </c:pt>
              <c:pt idx="248">
                <c:v>0.24841987347877195</c:v>
              </c:pt>
              <c:pt idx="249">
                <c:v>0.24842161867424606</c:v>
              </c:pt>
              <c:pt idx="250">
                <c:v>0.24842315543678245</c:v>
              </c:pt>
              <c:pt idx="251">
                <c:v>0.24842449551202675</c:v>
              </c:pt>
              <c:pt idx="252">
                <c:v>0.24842565039963629</c:v>
              </c:pt>
              <c:pt idx="253">
                <c:v>0.24842663133054874</c:v>
              </c:pt>
              <c:pt idx="254">
                <c:v>0.24842744924718069</c:v>
              </c:pt>
              <c:pt idx="255">
                <c:v>0.24842811478638269</c:v>
              </c:pt>
              <c:pt idx="256">
                <c:v>0.24842863826498471</c:v>
              </c:pt>
              <c:pt idx="257">
                <c:v>0.24842902966776789</c:v>
              </c:pt>
              <c:pt idx="258">
                <c:v>0.2484292986377028</c:v>
              </c:pt>
              <c:pt idx="259">
                <c:v>0.24842945446830189</c:v>
              </c:pt>
              <c:pt idx="260">
                <c:v>0.24842950609793582</c:v>
              </c:pt>
              <c:pt idx="261">
                <c:v>0.24842946210597014</c:v>
              </c:pt>
              <c:pt idx="262">
                <c:v>0.24842933071058321</c:v>
              </c:pt>
              <c:pt idx="263">
                <c:v>0.24842911976813331</c:v>
              </c:pt>
              <c:pt idx="264">
                <c:v>0.24842883677394498</c:v>
              </c:pt>
              <c:pt idx="265">
                <c:v>0.24842848886439381</c:v>
              </c:pt>
              <c:pt idx="266">
                <c:v>0.2484280828201714</c:v>
              </c:pt>
              <c:pt idx="267">
                <c:v>0.24842762507061911</c:v>
              </c:pt>
              <c:pt idx="268">
                <c:v>0.24842712169902462</c:v>
              </c:pt>
              <c:pt idx="269">
                <c:v>0.24842657844877974</c:v>
              </c:pt>
              <c:pt idx="270">
                <c:v>0.24842600073030349</c:v>
              </c:pt>
              <c:pt idx="271">
                <c:v>0.24842539362864047</c:v>
              </c:pt>
              <c:pt idx="272">
                <c:v>0.24842476191164833</c:v>
              </c:pt>
              <c:pt idx="273">
                <c:v>0.24842411003869477</c:v>
              </c:pt>
              <c:pt idx="274">
                <c:v>0.24842344216978685</c:v>
              </c:pt>
              <c:pt idx="275">
                <c:v>0.24842276217506293</c:v>
              </c:pt>
              <c:pt idx="276">
                <c:v>0.24842207364458052</c:v>
              </c:pt>
              <c:pt idx="277">
                <c:v>0.24842137989833796</c:v>
              </c:pt>
              <c:pt idx="278">
                <c:v>0.24842068399647216</c:v>
              </c:pt>
              <c:pt idx="279">
                <c:v>0.24841998874957991</c:v>
              </c:pt>
              <c:pt idx="280">
                <c:v>0.24841929672911256</c:v>
              </c:pt>
              <c:pt idx="281">
                <c:v>0.24841861027779874</c:v>
              </c:pt>
              <c:pt idx="282">
                <c:v>0.24841793152005345</c:v>
              </c:pt>
              <c:pt idx="283">
                <c:v>0.24841726237233611</c:v>
              </c:pt>
              <c:pt idx="284">
                <c:v>0.24841660455342107</c:v>
              </c:pt>
              <c:pt idx="285">
                <c:v>0.24841595959455096</c:v>
              </c:pt>
              <c:pt idx="286">
                <c:v>0.24841532884944295</c:v>
              </c:pt>
              <c:pt idx="287">
                <c:v>0.24841471350412309</c:v>
              </c:pt>
              <c:pt idx="288">
                <c:v>0.24841411458656684</c:v>
              </c:pt>
              <c:pt idx="289">
                <c:v>0.24841353297612415</c:v>
              </c:pt>
              <c:pt idx="290">
                <c:v>0.24841296941271188</c:v>
              </c:pt>
              <c:pt idx="291">
                <c:v>0.24841242450576093</c:v>
              </c:pt>
              <c:pt idx="292">
                <c:v>0.24841189874290068</c:v>
              </c:pt>
              <c:pt idx="293">
                <c:v>0.24841139249837338</c:v>
              </c:pt>
              <c:pt idx="294">
                <c:v>0.24841090604116869</c:v>
              </c:pt>
              <c:pt idx="295">
                <c:v>0.24841043954286987</c:v>
              </c:pt>
              <c:pt idx="296">
                <c:v>0.24840999308520831</c:v>
              </c:pt>
              <c:pt idx="297">
                <c:v>0.24840956666732039</c:v>
              </c:pt>
              <c:pt idx="298">
                <c:v>0.24840916021270629</c:v>
              </c:pt>
              <c:pt idx="299">
                <c:v>0.24840877357588761</c:v>
              </c:pt>
              <c:pt idx="300">
                <c:v>0.24840840654876595</c:v>
              </c:pt>
              <c:pt idx="301">
                <c:v>0.24840805886668138</c:v>
              </c:pt>
              <c:pt idx="302">
                <c:v>0.24840773021417614</c:v>
              </c:pt>
              <c:pt idx="303">
                <c:v>0.24840742023046317</c:v>
              </c:pt>
              <c:pt idx="304">
                <c:v>0.24840712851460645</c:v>
              </c:pt>
              <c:pt idx="305">
                <c:v>0.24840685463041651</c:v>
              </c:pt>
              <c:pt idx="306">
                <c:v>0.24840659811106691</c:v>
              </c:pt>
              <c:pt idx="307">
                <c:v>0.24840635846343778</c:v>
              </c:pt>
              <c:pt idx="308">
                <c:v>0.24840613517219273</c:v>
              </c:pt>
              <c:pt idx="309">
                <c:v>0.24840592770359657</c:v>
              </c:pt>
              <c:pt idx="310">
                <c:v>0.24840573550908127</c:v>
              </c:pt>
              <c:pt idx="311">
                <c:v>0.24840555802856709</c:v>
              </c:pt>
              <c:pt idx="312">
                <c:v>0.24840539469354819</c:v>
              </c:pt>
              <c:pt idx="313">
                <c:v>0.24840524492994978</c:v>
              </c:pt>
              <c:pt idx="314">
                <c:v>0.24840510816076597</c:v>
              </c:pt>
              <c:pt idx="315">
                <c:v>0.2484049838084865</c:v>
              </c:pt>
              <c:pt idx="316">
                <c:v>0.2484048712973207</c:v>
              </c:pt>
              <c:pt idx="317">
                <c:v>0.24840477005522862</c:v>
              </c:pt>
              <c:pt idx="318">
                <c:v>0.24840467951576578</c:v>
              </c:pt>
              <c:pt idx="319">
                <c:v>0.24840459911975224</c:v>
              </c:pt>
              <c:pt idx="320">
                <c:v>0.24840452831677315</c:v>
              </c:pt>
              <c:pt idx="321">
                <c:v>0.24840446656652065</c:v>
              </c:pt>
              <c:pt idx="322">
                <c:v>0.2484044133399835</c:v>
              </c:pt>
              <c:pt idx="323">
                <c:v>0.24840436812049466</c:v>
              </c:pt>
              <c:pt idx="324">
                <c:v>0.24840433040464374</c:v>
              </c:pt>
              <c:pt idx="325">
                <c:v>0.2484042997030626</c:v>
              </c:pt>
              <c:pt idx="326">
                <c:v>0.24840427554109154</c:v>
              </c:pt>
              <c:pt idx="327">
                <c:v>0.24840425745933439</c:v>
              </c:pt>
              <c:pt idx="328">
                <c:v>0.24840424501410804</c:v>
              </c:pt>
              <c:pt idx="329">
                <c:v>0.24840423777779641</c:v>
              </c:pt>
              <c:pt idx="330">
                <c:v>0.24840423533911227</c:v>
              </c:pt>
              <c:pt idx="331">
                <c:v>0.24840423730327632</c:v>
              </c:pt>
              <c:pt idx="332">
                <c:v>0.24840424329211891</c:v>
              </c:pt>
              <c:pt idx="333">
                <c:v>0.24840425294410959</c:v>
              </c:pt>
              <c:pt idx="334">
                <c:v>0.24840426591432208</c:v>
              </c:pt>
              <c:pt idx="335">
                <c:v>0.24840428187433905</c:v>
              </c:pt>
              <c:pt idx="336">
                <c:v>0.24840430051210294</c:v>
              </c:pt>
              <c:pt idx="337">
                <c:v>0.24840432153171707</c:v>
              </c:pt>
              <c:pt idx="338">
                <c:v>0.24840434465320285</c:v>
              </c:pt>
              <c:pt idx="339">
                <c:v>0.24840436961221671</c:v>
              </c:pt>
              <c:pt idx="340">
                <c:v>0.24840439615973284</c:v>
              </c:pt>
              <c:pt idx="341">
                <c:v>0.24840442406169358</c:v>
              </c:pt>
              <c:pt idx="342">
                <c:v>0.24840445309863349</c:v>
              </c:pt>
              <c:pt idx="343">
                <c:v>0.2484044830652799</c:v>
              </c:pt>
              <c:pt idx="344">
                <c:v>0.24840451377013292</c:v>
              </c:pt>
              <c:pt idx="345">
                <c:v>0.24840454503502926</c:v>
              </c:pt>
              <c:pt idx="346">
                <c:v>0.24840457669469265</c:v>
              </c:pt>
              <c:pt idx="347">
                <c:v>0.24840460859627239</c:v>
              </c:pt>
              <c:pt idx="348">
                <c:v>0.24840464059887529</c:v>
              </c:pt>
              <c:pt idx="349">
                <c:v>0.24840467257309035</c:v>
              </c:pt>
              <c:pt idx="350">
                <c:v>0.24840470440051121</c:v>
              </c:pt>
            </c:numLit>
          </c:yVal>
          <c:smooth val="1"/>
          <c:extLst>
            <c:ext xmlns:c16="http://schemas.microsoft.com/office/drawing/2014/chart" uri="{C3380CC4-5D6E-409C-BE32-E72D297353CC}">
              <c16:uniqueId val="{00000001-ED1C-44BE-B7A4-C3735A9B6A35}"/>
            </c:ext>
          </c:extLst>
        </c:ser>
        <c:dLbls>
          <c:showLegendKey val="0"/>
          <c:showVal val="0"/>
          <c:showCatName val="0"/>
          <c:showSerName val="0"/>
          <c:showPercent val="0"/>
          <c:showBubbleSize val="0"/>
        </c:dLbls>
        <c:axId val="48650112"/>
        <c:axId val="48672768"/>
      </c:scatterChart>
      <c:valAx>
        <c:axId val="48672768"/>
        <c:scaling>
          <c:orientation val="minMax"/>
          <c:max val="0.3"/>
          <c:min val="0"/>
        </c:scaling>
        <c:delete val="0"/>
        <c:axPos val="l"/>
        <c:majorGridlines>
          <c:spPr>
            <a:ln w="9525">
              <a:solidFill>
                <a:srgbClr val="DFE6EE"/>
              </a:solidFill>
              <a:prstDash val="solid"/>
            </a:ln>
          </c:spPr>
        </c:majorGridlines>
        <c:title>
          <c:tx>
            <c:rich>
              <a:bodyPr/>
              <a:lstStyle/>
              <a:p>
                <a:r>
                  <a:rPr sz="1650">
                    <a:solidFill>
                      <a:srgbClr val="172F46"/>
                    </a:solidFill>
                    <a:latin typeface="Arial"/>
                    <a:ea typeface="Arial"/>
                    <a:cs typeface="Arial"/>
                  </a:rPr>
                  <a:t>Relative displacement (um)</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650">
                <a:solidFill>
                  <a:srgbClr val="172F46"/>
                </a:solidFill>
                <a:latin typeface="Arial"/>
                <a:ea typeface="Arial"/>
                <a:cs typeface="Arial"/>
              </a:defRPr>
            </a:pPr>
            <a:endParaRPr lang="zh-CN"/>
          </a:p>
        </c:txPr>
        <c:crossAx val="48650112"/>
        <c:crosses val="autoZero"/>
        <c:crossBetween val="midCat"/>
      </c:valAx>
      <c:valAx>
        <c:axId val="48650112"/>
        <c:scaling>
          <c:orientation val="minMax"/>
          <c:max val="8"/>
          <c:min val="4.5"/>
        </c:scaling>
        <c:delete val="0"/>
        <c:axPos val="b"/>
        <c:majorGridlines>
          <c:spPr>
            <a:ln w="9525">
              <a:solidFill>
                <a:srgbClr val="DFE6EE"/>
              </a:solidFill>
              <a:prstDash val="solid"/>
            </a:ln>
          </c:spPr>
        </c:majorGridlines>
        <c:title>
          <c:tx>
            <c:rich>
              <a:bodyPr/>
              <a:lstStyle/>
              <a:p>
                <a:r>
                  <a:rPr sz="1650">
                    <a:solidFill>
                      <a:srgbClr val="172F46"/>
                    </a:solidFill>
                    <a:latin typeface="Arial"/>
                    <a:ea typeface="Arial"/>
                    <a:cs typeface="Arial"/>
                  </a:rPr>
                  <a:t>Time (ms)</a:t>
                </a:r>
              </a:p>
            </c:rich>
          </c:tx>
          <c:overlay val="0"/>
        </c:title>
        <c:numFmt formatCode="General" sourceLinked="1"/>
        <c:majorTickMark val="none"/>
        <c:minorTickMark val="none"/>
        <c:tickLblPos val="low"/>
        <c:spPr>
          <a:ln w="9525">
            <a:solidFill>
              <a:srgbClr val="D4D4D4"/>
            </a:solidFill>
            <a:prstDash val="solid"/>
          </a:ln>
        </c:spPr>
        <c:txPr>
          <a:bodyPr anchorCtr="1"/>
          <a:lstStyle/>
          <a:p>
            <a:pPr>
              <a:defRPr sz="1650">
                <a:solidFill>
                  <a:srgbClr val="172F46"/>
                </a:solidFill>
                <a:latin typeface="Arial"/>
                <a:ea typeface="Arial"/>
                <a:cs typeface="Arial"/>
              </a:defRPr>
            </a:pPr>
            <a:endParaRPr lang="zh-CN"/>
          </a:p>
        </c:txPr>
        <c:crossAx val="48672768"/>
        <c:crosses val="autoZero"/>
        <c:crossBetween val="midCat"/>
      </c:valAx>
      <c:spPr>
        <a:solidFill>
          <a:srgbClr val="FFFFFF"/>
        </a:solidFill>
      </c:spPr>
    </c:plotArea>
    <c:legend>
      <c:legendPos val="b"/>
      <c:overlay val="0"/>
      <c:txPr>
        <a:bodyPr anchorCtr="1"/>
        <a:lstStyle/>
        <a:p>
          <a:pPr>
            <a:defRPr sz="1650">
              <a:solidFill>
                <a:srgbClr val="172F46"/>
              </a:solidFill>
              <a:latin typeface="Arial"/>
              <a:ea typeface="Arial"/>
              <a:cs typeface="Arial"/>
            </a:defRPr>
          </a:pPr>
          <a:endParaRPr lang="zh-CN"/>
        </a:p>
      </c:txPr>
    </c:legend>
    <c:plotVisOnly val="1"/>
    <c:dispBlanksAs val="zero"/>
    <c:showDLblsOverMax val="1"/>
  </c:chart>
  <c:spPr>
    <a:solidFill>
      <a:srgbClr val="FFFFFF"/>
    </a:solidFill>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0"/>
        <c:ser>
          <c:idx val="0"/>
          <c:order val="0"/>
          <c:tx>
            <c:v>zeta = 0.1</c:v>
          </c:tx>
          <c:spPr>
            <a:ln w="24765">
              <a:solidFill>
                <a:srgbClr val="CE681D"/>
              </a:solidFill>
              <a:prstDash val="solid"/>
            </a:ln>
          </c:spPr>
          <c:marker>
            <c:symbol val="none"/>
          </c:marker>
          <c:xVal>
            <c:numLit>
              <c:formatCode>General</c:formatCode>
              <c:ptCount val="601"/>
              <c:pt idx="0">
                <c:v>0</c:v>
              </c:pt>
              <c:pt idx="1">
                <c:v>2.0000000000000052E-2</c:v>
              </c:pt>
              <c:pt idx="2">
                <c:v>3.9999999999999238E-2</c:v>
              </c:pt>
              <c:pt idx="3">
                <c:v>5.999999999999929E-2</c:v>
              </c:pt>
              <c:pt idx="4">
                <c:v>7.9999999999999349E-2</c:v>
              </c:pt>
              <c:pt idx="5">
                <c:v>9.9999999999999395E-2</c:v>
              </c:pt>
              <c:pt idx="6">
                <c:v>0.11999999999999944</c:v>
              </c:pt>
              <c:pt idx="7">
                <c:v>0.13999999999999951</c:v>
              </c:pt>
              <c:pt idx="8">
                <c:v>0.15999999999999956</c:v>
              </c:pt>
              <c:pt idx="9">
                <c:v>0.1799999999999996</c:v>
              </c:pt>
              <c:pt idx="10">
                <c:v>0.19999999999999965</c:v>
              </c:pt>
              <c:pt idx="11">
                <c:v>0.2199999999999997</c:v>
              </c:pt>
              <c:pt idx="12">
                <c:v>0.23999999999999977</c:v>
              </c:pt>
              <c:pt idx="13">
                <c:v>0.25999999999999979</c:v>
              </c:pt>
              <c:pt idx="14">
                <c:v>0.27999999999999986</c:v>
              </c:pt>
              <c:pt idx="15">
                <c:v>0.29999999999999993</c:v>
              </c:pt>
              <c:pt idx="16">
                <c:v>0.31999999999999995</c:v>
              </c:pt>
              <c:pt idx="17">
                <c:v>0.34</c:v>
              </c:pt>
              <c:pt idx="18">
                <c:v>0.3600000000000001</c:v>
              </c:pt>
              <c:pt idx="19">
                <c:v>0.37999999999999928</c:v>
              </c:pt>
              <c:pt idx="20">
                <c:v>0.3999999999999993</c:v>
              </c:pt>
              <c:pt idx="21">
                <c:v>0.41999999999999937</c:v>
              </c:pt>
              <c:pt idx="22">
                <c:v>0.43999999999999939</c:v>
              </c:pt>
              <c:pt idx="23">
                <c:v>0.45999999999999946</c:v>
              </c:pt>
              <c:pt idx="24">
                <c:v>0.47999999999999954</c:v>
              </c:pt>
              <c:pt idx="25">
                <c:v>0.49999999999999956</c:v>
              </c:pt>
              <c:pt idx="26">
                <c:v>0.51999999999999957</c:v>
              </c:pt>
              <c:pt idx="27">
                <c:v>0.5399999999999997</c:v>
              </c:pt>
              <c:pt idx="28">
                <c:v>0.55999999999999972</c:v>
              </c:pt>
              <c:pt idx="29">
                <c:v>0.57999999999999974</c:v>
              </c:pt>
              <c:pt idx="30">
                <c:v>0.59999999999999987</c:v>
              </c:pt>
              <c:pt idx="31">
                <c:v>0.61999999999999988</c:v>
              </c:pt>
              <c:pt idx="32">
                <c:v>0.6399999999999999</c:v>
              </c:pt>
              <c:pt idx="33">
                <c:v>0.66</c:v>
              </c:pt>
              <c:pt idx="34">
                <c:v>0.68</c:v>
              </c:pt>
              <c:pt idx="35">
                <c:v>0.69999999999999929</c:v>
              </c:pt>
              <c:pt idx="36">
                <c:v>0.71999999999999931</c:v>
              </c:pt>
              <c:pt idx="37">
                <c:v>0.73999999999999932</c:v>
              </c:pt>
              <c:pt idx="38">
                <c:v>0.75999999999999934</c:v>
              </c:pt>
              <c:pt idx="39">
                <c:v>0.77999999999999947</c:v>
              </c:pt>
              <c:pt idx="40">
                <c:v>0.79999999999999949</c:v>
              </c:pt>
              <c:pt idx="41">
                <c:v>0.81999999999999951</c:v>
              </c:pt>
              <c:pt idx="42">
                <c:v>0.83999999999999964</c:v>
              </c:pt>
              <c:pt idx="43">
                <c:v>0.85999999999999965</c:v>
              </c:pt>
              <c:pt idx="44">
                <c:v>0.87999999999999967</c:v>
              </c:pt>
              <c:pt idx="45">
                <c:v>0.8999999999999998</c:v>
              </c:pt>
              <c:pt idx="46">
                <c:v>0.91999999999999982</c:v>
              </c:pt>
              <c:pt idx="47">
                <c:v>0.93999999999999984</c:v>
              </c:pt>
              <c:pt idx="48">
                <c:v>0.96</c:v>
              </c:pt>
              <c:pt idx="49">
                <c:v>0.98</c:v>
              </c:pt>
              <c:pt idx="50">
                <c:v>1</c:v>
              </c:pt>
              <c:pt idx="51">
                <c:v>1.0199999999999991</c:v>
              </c:pt>
              <c:pt idx="52">
                <c:v>1.0399999999999991</c:v>
              </c:pt>
              <c:pt idx="53">
                <c:v>1.0599999999999994</c:v>
              </c:pt>
              <c:pt idx="54">
                <c:v>1.0799999999999994</c:v>
              </c:pt>
              <c:pt idx="55">
                <c:v>1.0999999999999994</c:v>
              </c:pt>
              <c:pt idx="56">
                <c:v>1.1199999999999994</c:v>
              </c:pt>
              <c:pt idx="57">
                <c:v>1.1399999999999995</c:v>
              </c:pt>
              <c:pt idx="58">
                <c:v>1.1599999999999995</c:v>
              </c:pt>
              <c:pt idx="59">
                <c:v>1.1799999999999997</c:v>
              </c:pt>
              <c:pt idx="60">
                <c:v>1.1999999999999997</c:v>
              </c:pt>
              <c:pt idx="61">
                <c:v>1.2199999999999998</c:v>
              </c:pt>
              <c:pt idx="62">
                <c:v>1.2399999999999998</c:v>
              </c:pt>
              <c:pt idx="63">
                <c:v>1.2599999999999998</c:v>
              </c:pt>
              <c:pt idx="64">
                <c:v>1.2799999999999998</c:v>
              </c:pt>
              <c:pt idx="65">
                <c:v>1.3</c:v>
              </c:pt>
              <c:pt idx="66">
                <c:v>1.32</c:v>
              </c:pt>
              <c:pt idx="67">
                <c:v>1.3399999999999992</c:v>
              </c:pt>
              <c:pt idx="68">
                <c:v>1.3599999999999992</c:v>
              </c:pt>
              <c:pt idx="69">
                <c:v>1.3799999999999992</c:v>
              </c:pt>
              <c:pt idx="70">
                <c:v>1.3999999999999992</c:v>
              </c:pt>
              <c:pt idx="71">
                <c:v>1.4199999999999995</c:v>
              </c:pt>
              <c:pt idx="72">
                <c:v>1.4399999999999995</c:v>
              </c:pt>
              <c:pt idx="73">
                <c:v>1.4599999999999995</c:v>
              </c:pt>
              <c:pt idx="74">
                <c:v>1.4799999999999995</c:v>
              </c:pt>
              <c:pt idx="75">
                <c:v>1.4999999999999996</c:v>
              </c:pt>
              <c:pt idx="76">
                <c:v>1.5199999999999996</c:v>
              </c:pt>
              <c:pt idx="77">
                <c:v>1.5399999999999996</c:v>
              </c:pt>
              <c:pt idx="78">
                <c:v>1.5599999999999998</c:v>
              </c:pt>
              <c:pt idx="79">
                <c:v>1.5799999999999998</c:v>
              </c:pt>
              <c:pt idx="80">
                <c:v>1.5999999999999999</c:v>
              </c:pt>
              <c:pt idx="81">
                <c:v>1.6199999999999999</c:v>
              </c:pt>
              <c:pt idx="82">
                <c:v>1.64</c:v>
              </c:pt>
              <c:pt idx="83">
                <c:v>1.66</c:v>
              </c:pt>
              <c:pt idx="84">
                <c:v>1.6799999999999993</c:v>
              </c:pt>
              <c:pt idx="85">
                <c:v>1.6999999999999993</c:v>
              </c:pt>
              <c:pt idx="86">
                <c:v>1.7199999999999993</c:v>
              </c:pt>
              <c:pt idx="87">
                <c:v>1.7399999999999993</c:v>
              </c:pt>
              <c:pt idx="88">
                <c:v>1.7599999999999993</c:v>
              </c:pt>
              <c:pt idx="89">
                <c:v>1.7799999999999994</c:v>
              </c:pt>
              <c:pt idx="90">
                <c:v>1.7999999999999996</c:v>
              </c:pt>
              <c:pt idx="91">
                <c:v>1.8199999999999996</c:v>
              </c:pt>
              <c:pt idx="92">
                <c:v>1.8399999999999996</c:v>
              </c:pt>
              <c:pt idx="93">
                <c:v>1.8599999999999997</c:v>
              </c:pt>
              <c:pt idx="94">
                <c:v>1.8799999999999997</c:v>
              </c:pt>
              <c:pt idx="95">
                <c:v>1.8999999999999997</c:v>
              </c:pt>
              <c:pt idx="96">
                <c:v>1.92</c:v>
              </c:pt>
              <c:pt idx="97">
                <c:v>1.94</c:v>
              </c:pt>
              <c:pt idx="98">
                <c:v>1.96</c:v>
              </c:pt>
              <c:pt idx="99">
                <c:v>1.98</c:v>
              </c:pt>
              <c:pt idx="100">
                <c:v>1.9999999999999991</c:v>
              </c:pt>
              <c:pt idx="101">
                <c:v>2.0199999999999991</c:v>
              </c:pt>
              <c:pt idx="102">
                <c:v>2.0399999999999991</c:v>
              </c:pt>
              <c:pt idx="103">
                <c:v>2.0599999999999992</c:v>
              </c:pt>
              <c:pt idx="104">
                <c:v>2.0799999999999992</c:v>
              </c:pt>
              <c:pt idx="105">
                <c:v>2.0999999999999996</c:v>
              </c:pt>
              <c:pt idx="106">
                <c:v>2.1199999999999997</c:v>
              </c:pt>
              <c:pt idx="107">
                <c:v>2.1399999999999997</c:v>
              </c:pt>
              <c:pt idx="108">
                <c:v>2.1599999999999997</c:v>
              </c:pt>
              <c:pt idx="109">
                <c:v>2.1799999999999997</c:v>
              </c:pt>
              <c:pt idx="110">
                <c:v>2.1999999999999997</c:v>
              </c:pt>
              <c:pt idx="111">
                <c:v>2.2199999999999998</c:v>
              </c:pt>
              <c:pt idx="112">
                <c:v>2.2399999999999998</c:v>
              </c:pt>
              <c:pt idx="113">
                <c:v>2.2599999999999998</c:v>
              </c:pt>
              <c:pt idx="114">
                <c:v>2.2799999999999998</c:v>
              </c:pt>
              <c:pt idx="115">
                <c:v>2.2999999999999998</c:v>
              </c:pt>
              <c:pt idx="116">
                <c:v>2.319999999999999</c:v>
              </c:pt>
              <c:pt idx="117">
                <c:v>2.3399999999999994</c:v>
              </c:pt>
              <c:pt idx="118">
                <c:v>2.3599999999999994</c:v>
              </c:pt>
              <c:pt idx="119">
                <c:v>2.3799999999999994</c:v>
              </c:pt>
              <c:pt idx="120">
                <c:v>2.3999999999999995</c:v>
              </c:pt>
              <c:pt idx="121">
                <c:v>2.4199999999999995</c:v>
              </c:pt>
              <c:pt idx="122">
                <c:v>2.4399999999999995</c:v>
              </c:pt>
              <c:pt idx="123">
                <c:v>2.4599999999999995</c:v>
              </c:pt>
              <c:pt idx="124">
                <c:v>2.4799999999999995</c:v>
              </c:pt>
              <c:pt idx="125">
                <c:v>2.4999999999999996</c:v>
              </c:pt>
              <c:pt idx="126">
                <c:v>2.5199999999999996</c:v>
              </c:pt>
              <c:pt idx="127">
                <c:v>2.5399999999999996</c:v>
              </c:pt>
              <c:pt idx="128">
                <c:v>2.5599999999999996</c:v>
              </c:pt>
              <c:pt idx="129">
                <c:v>2.5799999999999996</c:v>
              </c:pt>
              <c:pt idx="130">
                <c:v>2.6</c:v>
              </c:pt>
              <c:pt idx="131">
                <c:v>2.62</c:v>
              </c:pt>
              <c:pt idx="132">
                <c:v>2.6399999999999992</c:v>
              </c:pt>
              <c:pt idx="133">
                <c:v>2.6599999999999993</c:v>
              </c:pt>
              <c:pt idx="134">
                <c:v>2.6799999999999993</c:v>
              </c:pt>
              <c:pt idx="135">
                <c:v>2.6999999999999993</c:v>
              </c:pt>
              <c:pt idx="136">
                <c:v>2.7199999999999993</c:v>
              </c:pt>
              <c:pt idx="137">
                <c:v>2.7399999999999993</c:v>
              </c:pt>
              <c:pt idx="138">
                <c:v>2.7599999999999993</c:v>
              </c:pt>
              <c:pt idx="139">
                <c:v>2.7799999999999994</c:v>
              </c:pt>
              <c:pt idx="140">
                <c:v>2.7999999999999994</c:v>
              </c:pt>
              <c:pt idx="141">
                <c:v>2.8199999999999985</c:v>
              </c:pt>
              <c:pt idx="142">
                <c:v>2.84</c:v>
              </c:pt>
              <c:pt idx="143">
                <c:v>2.859999999999999</c:v>
              </c:pt>
              <c:pt idx="144">
                <c:v>2.88</c:v>
              </c:pt>
              <c:pt idx="145">
                <c:v>2.899999999999999</c:v>
              </c:pt>
              <c:pt idx="146">
                <c:v>2.92</c:v>
              </c:pt>
              <c:pt idx="147">
                <c:v>2.9399999999999991</c:v>
              </c:pt>
              <c:pt idx="148">
                <c:v>2.96</c:v>
              </c:pt>
              <c:pt idx="149">
                <c:v>2.9799999999999991</c:v>
              </c:pt>
              <c:pt idx="150">
                <c:v>3</c:v>
              </c:pt>
              <c:pt idx="151">
                <c:v>3.0199999999999991</c:v>
              </c:pt>
              <c:pt idx="152">
                <c:v>3.04</c:v>
              </c:pt>
              <c:pt idx="153">
                <c:v>3.0599999999999992</c:v>
              </c:pt>
              <c:pt idx="154">
                <c:v>3.08</c:v>
              </c:pt>
              <c:pt idx="155">
                <c:v>3.0999999999999996</c:v>
              </c:pt>
              <c:pt idx="156">
                <c:v>3.1200000000000006</c:v>
              </c:pt>
              <c:pt idx="157">
                <c:v>3.1399999999999997</c:v>
              </c:pt>
              <c:pt idx="158">
                <c:v>3.1599999999999988</c:v>
              </c:pt>
              <c:pt idx="159">
                <c:v>3.1799999999999997</c:v>
              </c:pt>
              <c:pt idx="160">
                <c:v>3.1999999999999988</c:v>
              </c:pt>
              <c:pt idx="161">
                <c:v>3.2199999999999998</c:v>
              </c:pt>
              <c:pt idx="162">
                <c:v>3.2399999999999989</c:v>
              </c:pt>
              <c:pt idx="163">
                <c:v>3.26</c:v>
              </c:pt>
              <c:pt idx="164">
                <c:v>3.2799999999999989</c:v>
              </c:pt>
              <c:pt idx="165">
                <c:v>3.3</c:v>
              </c:pt>
              <c:pt idx="166">
                <c:v>3.319999999999999</c:v>
              </c:pt>
              <c:pt idx="167">
                <c:v>3.3400000000000003</c:v>
              </c:pt>
              <c:pt idx="168">
                <c:v>3.3599999999999994</c:v>
              </c:pt>
              <c:pt idx="169">
                <c:v>3.3800000000000003</c:v>
              </c:pt>
              <c:pt idx="170">
                <c:v>3.3999999999999995</c:v>
              </c:pt>
              <c:pt idx="171">
                <c:v>3.4200000000000004</c:v>
              </c:pt>
              <c:pt idx="172">
                <c:v>3.4399999999999995</c:v>
              </c:pt>
              <c:pt idx="173">
                <c:v>3.4599999999999986</c:v>
              </c:pt>
              <c:pt idx="174">
                <c:v>3.4799999999999995</c:v>
              </c:pt>
              <c:pt idx="175">
                <c:v>3.4999999999999987</c:v>
              </c:pt>
              <c:pt idx="176">
                <c:v>3.5199999999999996</c:v>
              </c:pt>
              <c:pt idx="177">
                <c:v>3.5399999999999987</c:v>
              </c:pt>
              <c:pt idx="178">
                <c:v>3.5599999999999996</c:v>
              </c:pt>
              <c:pt idx="179">
                <c:v>3.5799999999999992</c:v>
              </c:pt>
              <c:pt idx="180">
                <c:v>3.6</c:v>
              </c:pt>
              <c:pt idx="181">
                <c:v>3.6199999999999992</c:v>
              </c:pt>
              <c:pt idx="182">
                <c:v>3.64</c:v>
              </c:pt>
              <c:pt idx="183">
                <c:v>3.6599999999999993</c:v>
              </c:pt>
              <c:pt idx="184">
                <c:v>3.68</c:v>
              </c:pt>
              <c:pt idx="185">
                <c:v>3.6999999999999993</c:v>
              </c:pt>
              <c:pt idx="186">
                <c:v>3.72</c:v>
              </c:pt>
              <c:pt idx="187">
                <c:v>3.7399999999999993</c:v>
              </c:pt>
              <c:pt idx="188">
                <c:v>3.7600000000000002</c:v>
              </c:pt>
              <c:pt idx="189">
                <c:v>3.7799999999999994</c:v>
              </c:pt>
              <c:pt idx="190">
                <c:v>3.7999999999999985</c:v>
              </c:pt>
              <c:pt idx="191">
                <c:v>3.8199999999999994</c:v>
              </c:pt>
              <c:pt idx="192">
                <c:v>3.839999999999999</c:v>
              </c:pt>
              <c:pt idx="193">
                <c:v>3.86</c:v>
              </c:pt>
              <c:pt idx="194">
                <c:v>3.879999999999999</c:v>
              </c:pt>
              <c:pt idx="195">
                <c:v>3.9</c:v>
              </c:pt>
              <c:pt idx="196">
                <c:v>3.919999999999999</c:v>
              </c:pt>
              <c:pt idx="197">
                <c:v>3.94</c:v>
              </c:pt>
              <c:pt idx="198">
                <c:v>3.9599999999999991</c:v>
              </c:pt>
              <c:pt idx="199">
                <c:v>3.98</c:v>
              </c:pt>
              <c:pt idx="200">
                <c:v>3.9999999999999991</c:v>
              </c:pt>
              <c:pt idx="201">
                <c:v>4.0200000000000005</c:v>
              </c:pt>
              <c:pt idx="202">
                <c:v>4.0399999999999991</c:v>
              </c:pt>
              <c:pt idx="203">
                <c:v>4.0600000000000005</c:v>
              </c:pt>
              <c:pt idx="204">
                <c:v>4.0799999999999992</c:v>
              </c:pt>
              <c:pt idx="205">
                <c:v>4.1000000000000005</c:v>
              </c:pt>
              <c:pt idx="206">
                <c:v>4.1199999999999992</c:v>
              </c:pt>
              <c:pt idx="207">
                <c:v>4.1399999999999988</c:v>
              </c:pt>
              <c:pt idx="208">
                <c:v>4.1599999999999993</c:v>
              </c:pt>
              <c:pt idx="209">
                <c:v>4.1799999999999988</c:v>
              </c:pt>
              <c:pt idx="210">
                <c:v>4.2</c:v>
              </c:pt>
              <c:pt idx="211">
                <c:v>4.2199999999999989</c:v>
              </c:pt>
              <c:pt idx="212">
                <c:v>4.24</c:v>
              </c:pt>
              <c:pt idx="213">
                <c:v>4.2599999999999989</c:v>
              </c:pt>
              <c:pt idx="214">
                <c:v>4.28</c:v>
              </c:pt>
              <c:pt idx="215">
                <c:v>4.2999999999999989</c:v>
              </c:pt>
              <c:pt idx="216">
                <c:v>4.32</c:v>
              </c:pt>
              <c:pt idx="217">
                <c:v>4.339999999999999</c:v>
              </c:pt>
              <c:pt idx="218">
                <c:v>4.3600000000000003</c:v>
              </c:pt>
              <c:pt idx="219">
                <c:v>4.379999999999999</c:v>
              </c:pt>
              <c:pt idx="220">
                <c:v>4.4000000000000004</c:v>
              </c:pt>
              <c:pt idx="221">
                <c:v>4.419999999999999</c:v>
              </c:pt>
              <c:pt idx="222">
                <c:v>4.4399999999999986</c:v>
              </c:pt>
              <c:pt idx="223">
                <c:v>4.46</c:v>
              </c:pt>
              <c:pt idx="224">
                <c:v>4.4799999999999986</c:v>
              </c:pt>
              <c:pt idx="225">
                <c:v>4.5</c:v>
              </c:pt>
              <c:pt idx="226">
                <c:v>4.5199999999999987</c:v>
              </c:pt>
              <c:pt idx="227">
                <c:v>4.54</c:v>
              </c:pt>
              <c:pt idx="228">
                <c:v>4.5599999999999987</c:v>
              </c:pt>
              <c:pt idx="229">
                <c:v>4.58</c:v>
              </c:pt>
              <c:pt idx="230">
                <c:v>4.5999999999999988</c:v>
              </c:pt>
              <c:pt idx="231">
                <c:v>4.62</c:v>
              </c:pt>
              <c:pt idx="232">
                <c:v>4.6399999999999988</c:v>
              </c:pt>
              <c:pt idx="233">
                <c:v>4.66</c:v>
              </c:pt>
              <c:pt idx="234">
                <c:v>4.6799999999999988</c:v>
              </c:pt>
              <c:pt idx="235">
                <c:v>4.7</c:v>
              </c:pt>
              <c:pt idx="236">
                <c:v>4.72</c:v>
              </c:pt>
              <c:pt idx="237">
                <c:v>4.74</c:v>
              </c:pt>
              <c:pt idx="238">
                <c:v>4.76</c:v>
              </c:pt>
              <c:pt idx="239">
                <c:v>4.7799999999999985</c:v>
              </c:pt>
              <c:pt idx="240">
                <c:v>4.8</c:v>
              </c:pt>
              <c:pt idx="241">
                <c:v>4.8199999999999985</c:v>
              </c:pt>
              <c:pt idx="242">
                <c:v>4.84</c:v>
              </c:pt>
              <c:pt idx="243">
                <c:v>4.8599999999999985</c:v>
              </c:pt>
              <c:pt idx="244">
                <c:v>4.88</c:v>
              </c:pt>
              <c:pt idx="245">
                <c:v>4.8999999999999986</c:v>
              </c:pt>
              <c:pt idx="246">
                <c:v>4.92</c:v>
              </c:pt>
              <c:pt idx="247">
                <c:v>4.9399999999999995</c:v>
              </c:pt>
              <c:pt idx="248">
                <c:v>4.96</c:v>
              </c:pt>
              <c:pt idx="249">
                <c:v>4.9799999999999995</c:v>
              </c:pt>
              <c:pt idx="250">
                <c:v>5</c:v>
              </c:pt>
              <c:pt idx="251">
                <c:v>5.0199999999999996</c:v>
              </c:pt>
              <c:pt idx="252">
                <c:v>5.04</c:v>
              </c:pt>
              <c:pt idx="253">
                <c:v>5.0599999999999996</c:v>
              </c:pt>
              <c:pt idx="254">
                <c:v>5.0799999999999983</c:v>
              </c:pt>
              <c:pt idx="255">
                <c:v>5.0999999999999996</c:v>
              </c:pt>
              <c:pt idx="256">
                <c:v>5.1199999999999983</c:v>
              </c:pt>
              <c:pt idx="257">
                <c:v>5.14</c:v>
              </c:pt>
              <c:pt idx="258">
                <c:v>5.1599999999999984</c:v>
              </c:pt>
              <c:pt idx="259">
                <c:v>5.18</c:v>
              </c:pt>
              <c:pt idx="260">
                <c:v>5.1999999999999993</c:v>
              </c:pt>
              <c:pt idx="261">
                <c:v>5.22</c:v>
              </c:pt>
              <c:pt idx="262">
                <c:v>5.2399999999999993</c:v>
              </c:pt>
              <c:pt idx="263">
                <c:v>5.26</c:v>
              </c:pt>
              <c:pt idx="264">
                <c:v>5.2799999999999994</c:v>
              </c:pt>
              <c:pt idx="265">
                <c:v>5.3</c:v>
              </c:pt>
              <c:pt idx="266">
                <c:v>5.3199999999999994</c:v>
              </c:pt>
              <c:pt idx="267">
                <c:v>5.34</c:v>
              </c:pt>
              <c:pt idx="268">
                <c:v>5.3599999999999994</c:v>
              </c:pt>
              <c:pt idx="269">
                <c:v>5.38</c:v>
              </c:pt>
              <c:pt idx="270">
                <c:v>5.3999999999999995</c:v>
              </c:pt>
              <c:pt idx="271">
                <c:v>5.419999999999999</c:v>
              </c:pt>
              <c:pt idx="272">
                <c:v>5.4399999999999995</c:v>
              </c:pt>
              <c:pt idx="273">
                <c:v>5.4599999999999991</c:v>
              </c:pt>
              <c:pt idx="274">
                <c:v>5.4799999999999995</c:v>
              </c:pt>
              <c:pt idx="275">
                <c:v>5.4999999999999991</c:v>
              </c:pt>
              <c:pt idx="276">
                <c:v>5.52</c:v>
              </c:pt>
              <c:pt idx="277">
                <c:v>5.5399999999999991</c:v>
              </c:pt>
              <c:pt idx="278">
                <c:v>5.56</c:v>
              </c:pt>
              <c:pt idx="279">
                <c:v>5.5799999999999992</c:v>
              </c:pt>
              <c:pt idx="280">
                <c:v>5.6</c:v>
              </c:pt>
              <c:pt idx="281">
                <c:v>5.6199999999999992</c:v>
              </c:pt>
              <c:pt idx="282">
                <c:v>5.64</c:v>
              </c:pt>
              <c:pt idx="283">
                <c:v>5.6599999999999993</c:v>
              </c:pt>
              <c:pt idx="284">
                <c:v>5.68</c:v>
              </c:pt>
              <c:pt idx="285">
                <c:v>5.6999999999999993</c:v>
              </c:pt>
              <c:pt idx="286">
                <c:v>5.7200000000000006</c:v>
              </c:pt>
              <c:pt idx="287">
                <c:v>5.7399999999999993</c:v>
              </c:pt>
              <c:pt idx="288">
                <c:v>5.7599999999999989</c:v>
              </c:pt>
              <c:pt idx="289">
                <c:v>5.7799999999999994</c:v>
              </c:pt>
              <c:pt idx="290">
                <c:v>5.7999999999999989</c:v>
              </c:pt>
              <c:pt idx="291">
                <c:v>5.8199999999999994</c:v>
              </c:pt>
              <c:pt idx="292">
                <c:v>5.839999999999999</c:v>
              </c:pt>
              <c:pt idx="293">
                <c:v>5.8599999999999994</c:v>
              </c:pt>
              <c:pt idx="294">
                <c:v>5.879999999999999</c:v>
              </c:pt>
              <c:pt idx="295">
                <c:v>5.8999999999999995</c:v>
              </c:pt>
              <c:pt idx="296">
                <c:v>5.919999999999999</c:v>
              </c:pt>
              <c:pt idx="297">
                <c:v>5.94</c:v>
              </c:pt>
              <c:pt idx="298">
                <c:v>5.9599999999999991</c:v>
              </c:pt>
              <c:pt idx="299">
                <c:v>5.98</c:v>
              </c:pt>
              <c:pt idx="300">
                <c:v>5.9999999999999991</c:v>
              </c:pt>
              <c:pt idx="301">
                <c:v>6.0200000000000005</c:v>
              </c:pt>
              <c:pt idx="302">
                <c:v>6.0399999999999991</c:v>
              </c:pt>
              <c:pt idx="303">
                <c:v>6.0599999999999987</c:v>
              </c:pt>
              <c:pt idx="304">
                <c:v>6.0799999999999992</c:v>
              </c:pt>
              <c:pt idx="305">
                <c:v>6.0999999999999988</c:v>
              </c:pt>
              <c:pt idx="306">
                <c:v>6.1199999999999992</c:v>
              </c:pt>
              <c:pt idx="307">
                <c:v>6.1399999999999988</c:v>
              </c:pt>
              <c:pt idx="308">
                <c:v>6.1599999999999993</c:v>
              </c:pt>
              <c:pt idx="309">
                <c:v>6.1799999999999988</c:v>
              </c:pt>
              <c:pt idx="310">
                <c:v>6.2</c:v>
              </c:pt>
              <c:pt idx="311">
                <c:v>6.2199999999999989</c:v>
              </c:pt>
              <c:pt idx="312">
                <c:v>6.24</c:v>
              </c:pt>
              <c:pt idx="313">
                <c:v>6.2599999999999989</c:v>
              </c:pt>
              <c:pt idx="314">
                <c:v>6.28</c:v>
              </c:pt>
              <c:pt idx="315">
                <c:v>6.2999999999999989</c:v>
              </c:pt>
              <c:pt idx="316">
                <c:v>6.32</c:v>
              </c:pt>
              <c:pt idx="317">
                <c:v>6.339999999999999</c:v>
              </c:pt>
              <c:pt idx="318">
                <c:v>6.36</c:v>
              </c:pt>
              <c:pt idx="319">
                <c:v>6.379999999999999</c:v>
              </c:pt>
              <c:pt idx="320">
                <c:v>6.3999999999999986</c:v>
              </c:pt>
              <c:pt idx="321">
                <c:v>6.42</c:v>
              </c:pt>
              <c:pt idx="322">
                <c:v>6.4399999999999986</c:v>
              </c:pt>
              <c:pt idx="323">
                <c:v>6.46</c:v>
              </c:pt>
              <c:pt idx="324">
                <c:v>6.4799999999999986</c:v>
              </c:pt>
              <c:pt idx="325">
                <c:v>6.5</c:v>
              </c:pt>
              <c:pt idx="326">
                <c:v>6.5199999999999987</c:v>
              </c:pt>
              <c:pt idx="327">
                <c:v>6.54</c:v>
              </c:pt>
              <c:pt idx="328">
                <c:v>6.5599999999999987</c:v>
              </c:pt>
              <c:pt idx="329">
                <c:v>6.58</c:v>
              </c:pt>
              <c:pt idx="330">
                <c:v>6.5999999999999988</c:v>
              </c:pt>
              <c:pt idx="331">
                <c:v>6.62</c:v>
              </c:pt>
              <c:pt idx="332">
                <c:v>6.6399999999999988</c:v>
              </c:pt>
              <c:pt idx="333">
                <c:v>6.66</c:v>
              </c:pt>
              <c:pt idx="334">
                <c:v>6.68</c:v>
              </c:pt>
              <c:pt idx="335">
                <c:v>6.7</c:v>
              </c:pt>
              <c:pt idx="336">
                <c:v>6.72</c:v>
              </c:pt>
              <c:pt idx="337">
                <c:v>6.7399999999999984</c:v>
              </c:pt>
              <c:pt idx="338">
                <c:v>6.76</c:v>
              </c:pt>
              <c:pt idx="339">
                <c:v>6.7799999999999985</c:v>
              </c:pt>
              <c:pt idx="340">
                <c:v>6.8</c:v>
              </c:pt>
              <c:pt idx="341">
                <c:v>6.8199999999999985</c:v>
              </c:pt>
              <c:pt idx="342">
                <c:v>6.84</c:v>
              </c:pt>
              <c:pt idx="343">
                <c:v>6.8599999999999985</c:v>
              </c:pt>
              <c:pt idx="344">
                <c:v>6.88</c:v>
              </c:pt>
              <c:pt idx="345">
                <c:v>6.8999999999999986</c:v>
              </c:pt>
              <c:pt idx="346">
                <c:v>6.92</c:v>
              </c:pt>
              <c:pt idx="347">
                <c:v>6.9399999999999995</c:v>
              </c:pt>
              <c:pt idx="348">
                <c:v>6.96</c:v>
              </c:pt>
              <c:pt idx="349">
                <c:v>6.9799999999999995</c:v>
              </c:pt>
              <c:pt idx="350">
                <c:v>7</c:v>
              </c:pt>
              <c:pt idx="351">
                <c:v>7.02</c:v>
              </c:pt>
              <c:pt idx="352">
                <c:v>7.0399999999999983</c:v>
              </c:pt>
              <c:pt idx="353">
                <c:v>7.06</c:v>
              </c:pt>
              <c:pt idx="354">
                <c:v>7.0799999999999983</c:v>
              </c:pt>
              <c:pt idx="355">
                <c:v>7.1</c:v>
              </c:pt>
              <c:pt idx="356">
                <c:v>7.1199999999999983</c:v>
              </c:pt>
              <c:pt idx="357">
                <c:v>7.14</c:v>
              </c:pt>
              <c:pt idx="358">
                <c:v>7.1599999999999993</c:v>
              </c:pt>
              <c:pt idx="359">
                <c:v>7.18</c:v>
              </c:pt>
              <c:pt idx="360">
                <c:v>7.1999999999999993</c:v>
              </c:pt>
              <c:pt idx="361">
                <c:v>7.22</c:v>
              </c:pt>
              <c:pt idx="362">
                <c:v>7.2399999999999993</c:v>
              </c:pt>
              <c:pt idx="363">
                <c:v>7.26</c:v>
              </c:pt>
              <c:pt idx="364">
                <c:v>7.2799999999999994</c:v>
              </c:pt>
              <c:pt idx="365">
                <c:v>7.3</c:v>
              </c:pt>
              <c:pt idx="366">
                <c:v>7.3199999999999994</c:v>
              </c:pt>
              <c:pt idx="367">
                <c:v>7.34</c:v>
              </c:pt>
              <c:pt idx="368">
                <c:v>7.3599999999999994</c:v>
              </c:pt>
              <c:pt idx="369">
                <c:v>7.3799999999999981</c:v>
              </c:pt>
              <c:pt idx="370">
                <c:v>7.3999999999999995</c:v>
              </c:pt>
              <c:pt idx="371">
                <c:v>7.419999999999999</c:v>
              </c:pt>
              <c:pt idx="372">
                <c:v>7.4399999999999995</c:v>
              </c:pt>
              <c:pt idx="373">
                <c:v>7.4599999999999991</c:v>
              </c:pt>
              <c:pt idx="374">
                <c:v>7.4799999999999995</c:v>
              </c:pt>
              <c:pt idx="375">
                <c:v>7.4999999999999991</c:v>
              </c:pt>
              <c:pt idx="376">
                <c:v>7.52</c:v>
              </c:pt>
              <c:pt idx="377">
                <c:v>7.5399999999999991</c:v>
              </c:pt>
              <c:pt idx="378">
                <c:v>7.56</c:v>
              </c:pt>
              <c:pt idx="379">
                <c:v>7.5799999999999992</c:v>
              </c:pt>
              <c:pt idx="380">
                <c:v>7.6</c:v>
              </c:pt>
              <c:pt idx="381">
                <c:v>7.6199999999999992</c:v>
              </c:pt>
              <c:pt idx="382">
                <c:v>7.64</c:v>
              </c:pt>
              <c:pt idx="383">
                <c:v>7.6599999999999993</c:v>
              </c:pt>
              <c:pt idx="384">
                <c:v>7.6799999999999988</c:v>
              </c:pt>
              <c:pt idx="385">
                <c:v>7.6999999999999993</c:v>
              </c:pt>
              <c:pt idx="386">
                <c:v>7.7199999999999989</c:v>
              </c:pt>
              <c:pt idx="387">
                <c:v>7.7399999999999993</c:v>
              </c:pt>
              <c:pt idx="388">
                <c:v>7.7599999999999989</c:v>
              </c:pt>
              <c:pt idx="389">
                <c:v>7.7799999999999994</c:v>
              </c:pt>
              <c:pt idx="390">
                <c:v>7.7999999999999989</c:v>
              </c:pt>
              <c:pt idx="391">
                <c:v>7.82</c:v>
              </c:pt>
              <c:pt idx="392">
                <c:v>7.84</c:v>
              </c:pt>
              <c:pt idx="393">
                <c:v>7.8599999999999985</c:v>
              </c:pt>
              <c:pt idx="394">
                <c:v>7.8799999999999981</c:v>
              </c:pt>
              <c:pt idx="395">
                <c:v>7.9</c:v>
              </c:pt>
              <c:pt idx="396">
                <c:v>7.92</c:v>
              </c:pt>
              <c:pt idx="397">
                <c:v>7.9399999999999995</c:v>
              </c:pt>
              <c:pt idx="398">
                <c:v>7.9599999999999982</c:v>
              </c:pt>
              <c:pt idx="399">
                <c:v>7.9800000000000013</c:v>
              </c:pt>
              <c:pt idx="400">
                <c:v>8</c:v>
              </c:pt>
              <c:pt idx="401">
                <c:v>8.02</c:v>
              </c:pt>
              <c:pt idx="402">
                <c:v>8.0399999999999991</c:v>
              </c:pt>
              <c:pt idx="403">
                <c:v>8.0599999999999969</c:v>
              </c:pt>
              <c:pt idx="404">
                <c:v>8.08</c:v>
              </c:pt>
              <c:pt idx="405">
                <c:v>8.1</c:v>
              </c:pt>
              <c:pt idx="406">
                <c:v>8.1199999999999992</c:v>
              </c:pt>
              <c:pt idx="407">
                <c:v>8.1399999999999988</c:v>
              </c:pt>
              <c:pt idx="408">
                <c:v>8.16</c:v>
              </c:pt>
              <c:pt idx="409">
                <c:v>8.18</c:v>
              </c:pt>
              <c:pt idx="410">
                <c:v>8.1999999999999993</c:v>
              </c:pt>
              <c:pt idx="411">
                <c:v>8.2199999999999989</c:v>
              </c:pt>
              <c:pt idx="412">
                <c:v>8.24</c:v>
              </c:pt>
              <c:pt idx="413">
                <c:v>8.26</c:v>
              </c:pt>
              <c:pt idx="414">
                <c:v>8.2799999999999994</c:v>
              </c:pt>
              <c:pt idx="415">
                <c:v>8.2999999999999989</c:v>
              </c:pt>
              <c:pt idx="416">
                <c:v>8.32</c:v>
              </c:pt>
              <c:pt idx="417">
                <c:v>8.34</c:v>
              </c:pt>
              <c:pt idx="418">
                <c:v>8.36</c:v>
              </c:pt>
              <c:pt idx="419">
                <c:v>8.379999999999999</c:v>
              </c:pt>
              <c:pt idx="420">
                <c:v>8.3999999999999986</c:v>
              </c:pt>
              <c:pt idx="421">
                <c:v>8.42</c:v>
              </c:pt>
              <c:pt idx="422">
                <c:v>8.44</c:v>
              </c:pt>
              <c:pt idx="423">
                <c:v>8.4599999999999991</c:v>
              </c:pt>
              <c:pt idx="424">
                <c:v>8.4799999999999986</c:v>
              </c:pt>
              <c:pt idx="425">
                <c:v>8.5</c:v>
              </c:pt>
              <c:pt idx="426">
                <c:v>8.52</c:v>
              </c:pt>
              <c:pt idx="427">
                <c:v>8.5399999999999991</c:v>
              </c:pt>
              <c:pt idx="428">
                <c:v>8.5599999999999987</c:v>
              </c:pt>
              <c:pt idx="429">
                <c:v>8.58</c:v>
              </c:pt>
              <c:pt idx="430">
                <c:v>8.6</c:v>
              </c:pt>
              <c:pt idx="431">
                <c:v>8.6199999999999992</c:v>
              </c:pt>
              <c:pt idx="432">
                <c:v>8.6399999999999988</c:v>
              </c:pt>
              <c:pt idx="433">
                <c:v>8.6599999999999984</c:v>
              </c:pt>
              <c:pt idx="434">
                <c:v>8.68</c:v>
              </c:pt>
              <c:pt idx="435">
                <c:v>8.6999999999999993</c:v>
              </c:pt>
              <c:pt idx="436">
                <c:v>8.7199999999999989</c:v>
              </c:pt>
              <c:pt idx="437">
                <c:v>8.7399999999999984</c:v>
              </c:pt>
              <c:pt idx="438">
                <c:v>8.76</c:v>
              </c:pt>
              <c:pt idx="439">
                <c:v>8.7799999999999994</c:v>
              </c:pt>
              <c:pt idx="440">
                <c:v>8.7999999999999989</c:v>
              </c:pt>
              <c:pt idx="441">
                <c:v>8.8199999999999985</c:v>
              </c:pt>
              <c:pt idx="442">
                <c:v>8.84</c:v>
              </c:pt>
              <c:pt idx="443">
                <c:v>8.86</c:v>
              </c:pt>
              <c:pt idx="444">
                <c:v>8.879999999999999</c:v>
              </c:pt>
              <c:pt idx="445">
                <c:v>8.8999999999999986</c:v>
              </c:pt>
              <c:pt idx="446">
                <c:v>8.9200000000000017</c:v>
              </c:pt>
              <c:pt idx="447">
                <c:v>8.94</c:v>
              </c:pt>
              <c:pt idx="448">
                <c:v>8.9599999999999991</c:v>
              </c:pt>
              <c:pt idx="449">
                <c:v>8.9799999999999986</c:v>
              </c:pt>
              <c:pt idx="450">
                <c:v>8.9999999999999982</c:v>
              </c:pt>
              <c:pt idx="451">
                <c:v>9.02</c:v>
              </c:pt>
              <c:pt idx="452">
                <c:v>9.0399999999999991</c:v>
              </c:pt>
              <c:pt idx="453">
                <c:v>9.0599999999999987</c:v>
              </c:pt>
              <c:pt idx="454">
                <c:v>9.0799999999999983</c:v>
              </c:pt>
              <c:pt idx="455">
                <c:v>9.1</c:v>
              </c:pt>
              <c:pt idx="456">
                <c:v>9.1199999999999992</c:v>
              </c:pt>
              <c:pt idx="457">
                <c:v>9.1399999999999988</c:v>
              </c:pt>
              <c:pt idx="458">
                <c:v>9.1599999999999984</c:v>
              </c:pt>
              <c:pt idx="459">
                <c:v>9.1800000000000015</c:v>
              </c:pt>
              <c:pt idx="460">
                <c:v>9.1999999999999993</c:v>
              </c:pt>
              <c:pt idx="461">
                <c:v>9.2199999999999989</c:v>
              </c:pt>
              <c:pt idx="462">
                <c:v>9.2399999999999984</c:v>
              </c:pt>
              <c:pt idx="463">
                <c:v>9.2600000000000016</c:v>
              </c:pt>
              <c:pt idx="464">
                <c:v>9.2799999999999994</c:v>
              </c:pt>
              <c:pt idx="465">
                <c:v>9.2999999999999989</c:v>
              </c:pt>
              <c:pt idx="466">
                <c:v>9.3199999999999985</c:v>
              </c:pt>
              <c:pt idx="467">
                <c:v>9.3399999999999981</c:v>
              </c:pt>
              <c:pt idx="468">
                <c:v>9.36</c:v>
              </c:pt>
              <c:pt idx="469">
                <c:v>9.379999999999999</c:v>
              </c:pt>
              <c:pt idx="470">
                <c:v>9.3999999999999986</c:v>
              </c:pt>
              <c:pt idx="471">
                <c:v>9.4199999999999982</c:v>
              </c:pt>
              <c:pt idx="472">
                <c:v>9.4400000000000013</c:v>
              </c:pt>
              <c:pt idx="473">
                <c:v>9.4599999999999991</c:v>
              </c:pt>
              <c:pt idx="474">
                <c:v>9.4799999999999986</c:v>
              </c:pt>
              <c:pt idx="475">
                <c:v>9.4999999999999982</c:v>
              </c:pt>
              <c:pt idx="476">
                <c:v>9.5200000000000014</c:v>
              </c:pt>
              <c:pt idx="477">
                <c:v>9.5399999999999991</c:v>
              </c:pt>
              <c:pt idx="478">
                <c:v>9.5599999999999987</c:v>
              </c:pt>
              <c:pt idx="479">
                <c:v>9.5799999999999983</c:v>
              </c:pt>
              <c:pt idx="480">
                <c:v>9.6000000000000014</c:v>
              </c:pt>
              <c:pt idx="481">
                <c:v>9.6199999999999992</c:v>
              </c:pt>
              <c:pt idx="482">
                <c:v>9.6399999999999988</c:v>
              </c:pt>
              <c:pt idx="483">
                <c:v>9.6599999999999984</c:v>
              </c:pt>
              <c:pt idx="484">
                <c:v>9.6799999999999979</c:v>
              </c:pt>
              <c:pt idx="485">
                <c:v>9.7000000000000011</c:v>
              </c:pt>
              <c:pt idx="486">
                <c:v>9.7199999999999989</c:v>
              </c:pt>
              <c:pt idx="487">
                <c:v>9.7399999999999984</c:v>
              </c:pt>
              <c:pt idx="488">
                <c:v>9.759999999999998</c:v>
              </c:pt>
              <c:pt idx="489">
                <c:v>9.7800000000000011</c:v>
              </c:pt>
              <c:pt idx="490">
                <c:v>9.7999999999999989</c:v>
              </c:pt>
              <c:pt idx="491">
                <c:v>9.8199999999999985</c:v>
              </c:pt>
              <c:pt idx="492">
                <c:v>9.8399999999999981</c:v>
              </c:pt>
              <c:pt idx="493">
                <c:v>9.8600000000000012</c:v>
              </c:pt>
              <c:pt idx="494">
                <c:v>9.879999999999999</c:v>
              </c:pt>
              <c:pt idx="495">
                <c:v>9.8999999999999986</c:v>
              </c:pt>
              <c:pt idx="496">
                <c:v>9.9199999999999982</c:v>
              </c:pt>
              <c:pt idx="497">
                <c:v>9.9400000000000013</c:v>
              </c:pt>
              <c:pt idx="498">
                <c:v>9.9600000000000009</c:v>
              </c:pt>
              <c:pt idx="499">
                <c:v>9.9799999999999986</c:v>
              </c:pt>
              <c:pt idx="500">
                <c:v>9.9999999999999982</c:v>
              </c:pt>
              <c:pt idx="501">
                <c:v>10.019999999999998</c:v>
              </c:pt>
              <c:pt idx="502">
                <c:v>10.040000000000001</c:v>
              </c:pt>
              <c:pt idx="503">
                <c:v>10.059999999999999</c:v>
              </c:pt>
              <c:pt idx="504">
                <c:v>10.079999999999998</c:v>
              </c:pt>
              <c:pt idx="505">
                <c:v>10.099999999999998</c:v>
              </c:pt>
              <c:pt idx="506">
                <c:v>10.120000000000001</c:v>
              </c:pt>
              <c:pt idx="507">
                <c:v>10.14</c:v>
              </c:pt>
              <c:pt idx="508">
                <c:v>10.159999999999998</c:v>
              </c:pt>
              <c:pt idx="509">
                <c:v>10.179999999999998</c:v>
              </c:pt>
              <c:pt idx="510">
                <c:v>10.200000000000001</c:v>
              </c:pt>
              <c:pt idx="511">
                <c:v>10.220000000000001</c:v>
              </c:pt>
              <c:pt idx="512">
                <c:v>10.239999999999998</c:v>
              </c:pt>
              <c:pt idx="513">
                <c:v>10.259999999999998</c:v>
              </c:pt>
              <c:pt idx="514">
                <c:v>10.279999999999998</c:v>
              </c:pt>
              <c:pt idx="515">
                <c:v>10.3</c:v>
              </c:pt>
              <c:pt idx="516">
                <c:v>10.319999999999999</c:v>
              </c:pt>
              <c:pt idx="517">
                <c:v>10.339999999999998</c:v>
              </c:pt>
              <c:pt idx="518">
                <c:v>10.359999999999998</c:v>
              </c:pt>
              <c:pt idx="519">
                <c:v>10.38</c:v>
              </c:pt>
              <c:pt idx="520">
                <c:v>10.4</c:v>
              </c:pt>
              <c:pt idx="521">
                <c:v>10.419999999999998</c:v>
              </c:pt>
              <c:pt idx="522">
                <c:v>10.439999999999998</c:v>
              </c:pt>
              <c:pt idx="523">
                <c:v>10.46</c:v>
              </c:pt>
              <c:pt idx="524">
                <c:v>10.48</c:v>
              </c:pt>
              <c:pt idx="525">
                <c:v>10.499999999999998</c:v>
              </c:pt>
              <c:pt idx="526">
                <c:v>10.519999999999998</c:v>
              </c:pt>
              <c:pt idx="527">
                <c:v>10.540000000000001</c:v>
              </c:pt>
              <c:pt idx="528">
                <c:v>10.56</c:v>
              </c:pt>
              <c:pt idx="529">
                <c:v>10.579999999999998</c:v>
              </c:pt>
              <c:pt idx="530">
                <c:v>10.599999999999998</c:v>
              </c:pt>
              <c:pt idx="531">
                <c:v>10.619999999999997</c:v>
              </c:pt>
              <c:pt idx="532">
                <c:v>10.639999999999997</c:v>
              </c:pt>
              <c:pt idx="533">
                <c:v>10.66</c:v>
              </c:pt>
              <c:pt idx="534">
                <c:v>10.679999999999998</c:v>
              </c:pt>
              <c:pt idx="535">
                <c:v>10.699999999999998</c:v>
              </c:pt>
              <c:pt idx="536">
                <c:v>10.719999999999997</c:v>
              </c:pt>
              <c:pt idx="537">
                <c:v>10.74</c:v>
              </c:pt>
              <c:pt idx="538">
                <c:v>10.759999999999998</c:v>
              </c:pt>
              <c:pt idx="539">
                <c:v>10.779999999999998</c:v>
              </c:pt>
              <c:pt idx="540">
                <c:v>10.799999999999997</c:v>
              </c:pt>
              <c:pt idx="541">
                <c:v>10.82</c:v>
              </c:pt>
              <c:pt idx="542">
                <c:v>10.839999999999998</c:v>
              </c:pt>
              <c:pt idx="543">
                <c:v>10.859999999999998</c:v>
              </c:pt>
              <c:pt idx="544">
                <c:v>10.879999999999997</c:v>
              </c:pt>
              <c:pt idx="545">
                <c:v>10.9</c:v>
              </c:pt>
              <c:pt idx="546">
                <c:v>10.92</c:v>
              </c:pt>
              <c:pt idx="547">
                <c:v>10.939999999999998</c:v>
              </c:pt>
              <c:pt idx="548">
                <c:v>10.959999999999997</c:v>
              </c:pt>
              <c:pt idx="549">
                <c:v>10.979999999999997</c:v>
              </c:pt>
              <c:pt idx="550">
                <c:v>11</c:v>
              </c:pt>
              <c:pt idx="551">
                <c:v>11.019999999999998</c:v>
              </c:pt>
              <c:pt idx="552">
                <c:v>11.039999999999997</c:v>
              </c:pt>
              <c:pt idx="553">
                <c:v>11.059999999999997</c:v>
              </c:pt>
              <c:pt idx="554">
                <c:v>11.08</c:v>
              </c:pt>
              <c:pt idx="555">
                <c:v>11.099999999999998</c:v>
              </c:pt>
              <c:pt idx="556">
                <c:v>11.119999999999997</c:v>
              </c:pt>
              <c:pt idx="557">
                <c:v>11.139999999999997</c:v>
              </c:pt>
              <c:pt idx="558">
                <c:v>11.16</c:v>
              </c:pt>
              <c:pt idx="559">
                <c:v>11.18</c:v>
              </c:pt>
              <c:pt idx="560">
                <c:v>11.199999999999998</c:v>
              </c:pt>
              <c:pt idx="561">
                <c:v>11.219999999999997</c:v>
              </c:pt>
              <c:pt idx="562">
                <c:v>11.24</c:v>
              </c:pt>
              <c:pt idx="563">
                <c:v>11.26</c:v>
              </c:pt>
              <c:pt idx="564">
                <c:v>11.279999999999998</c:v>
              </c:pt>
              <c:pt idx="565">
                <c:v>11.299999999999997</c:v>
              </c:pt>
              <c:pt idx="566">
                <c:v>11.319999999999997</c:v>
              </c:pt>
              <c:pt idx="567">
                <c:v>11.34</c:v>
              </c:pt>
              <c:pt idx="568">
                <c:v>11.36</c:v>
              </c:pt>
              <c:pt idx="569">
                <c:v>11.379999999999997</c:v>
              </c:pt>
              <c:pt idx="570">
                <c:v>11.399999999999997</c:v>
              </c:pt>
              <c:pt idx="571">
                <c:v>11.42</c:v>
              </c:pt>
              <c:pt idx="572">
                <c:v>11.44</c:v>
              </c:pt>
              <c:pt idx="573">
                <c:v>11.459999999999997</c:v>
              </c:pt>
              <c:pt idx="574">
                <c:v>11.479999999999997</c:v>
              </c:pt>
              <c:pt idx="575">
                <c:v>11.5</c:v>
              </c:pt>
              <c:pt idx="576">
                <c:v>11.52</c:v>
              </c:pt>
              <c:pt idx="577">
                <c:v>11.539999999999997</c:v>
              </c:pt>
              <c:pt idx="578">
                <c:v>11.559999999999997</c:v>
              </c:pt>
              <c:pt idx="579">
                <c:v>11.579999999999997</c:v>
              </c:pt>
              <c:pt idx="580">
                <c:v>11.6</c:v>
              </c:pt>
              <c:pt idx="581">
                <c:v>11.62</c:v>
              </c:pt>
              <c:pt idx="582">
                <c:v>11.639999999999997</c:v>
              </c:pt>
              <c:pt idx="583">
                <c:v>11.659999999999997</c:v>
              </c:pt>
              <c:pt idx="584">
                <c:v>11.68</c:v>
              </c:pt>
              <c:pt idx="585">
                <c:v>11.7</c:v>
              </c:pt>
              <c:pt idx="586">
                <c:v>11.719999999999997</c:v>
              </c:pt>
              <c:pt idx="587">
                <c:v>11.739999999999997</c:v>
              </c:pt>
              <c:pt idx="588">
                <c:v>11.76</c:v>
              </c:pt>
              <c:pt idx="589">
                <c:v>11.78</c:v>
              </c:pt>
              <c:pt idx="590">
                <c:v>11.799999999999997</c:v>
              </c:pt>
              <c:pt idx="591">
                <c:v>11.819999999999997</c:v>
              </c:pt>
              <c:pt idx="592">
                <c:v>11.84</c:v>
              </c:pt>
              <c:pt idx="593">
                <c:v>11.86</c:v>
              </c:pt>
              <c:pt idx="594">
                <c:v>11.879999999999999</c:v>
              </c:pt>
              <c:pt idx="595">
                <c:v>11.899999999999997</c:v>
              </c:pt>
              <c:pt idx="596">
                <c:v>11.919999999999996</c:v>
              </c:pt>
              <c:pt idx="597">
                <c:v>11.94</c:v>
              </c:pt>
              <c:pt idx="598">
                <c:v>11.959999999999999</c:v>
              </c:pt>
              <c:pt idx="599">
                <c:v>11.979999999999997</c:v>
              </c:pt>
              <c:pt idx="600">
                <c:v>11.999999999999996</c:v>
              </c:pt>
            </c:numLit>
          </c:xVal>
          <c:yVal>
            <c:numLit>
              <c:formatCode>0.00</c:formatCode>
              <c:ptCount val="601"/>
              <c:pt idx="0">
                <c:v>0</c:v>
              </c:pt>
              <c:pt idx="1">
                <c:v>7.949282306439107E-3</c:v>
              </c:pt>
              <c:pt idx="2">
                <c:v>3.1151532689208949E-2</c:v>
              </c:pt>
              <c:pt idx="3">
                <c:v>6.8866826015877028E-2</c:v>
              </c:pt>
              <c:pt idx="4">
                <c:v>0.12014757463579599</c:v>
              </c:pt>
              <c:pt idx="5">
                <c:v>0.18385844026373738</c:v>
              </c:pt>
              <c:pt idx="6">
                <c:v>0.25869867570087535</c:v>
              </c:pt>
              <c:pt idx="7">
                <c:v>0.34322648813417822</c:v>
              </c:pt>
              <c:pt idx="8">
                <c:v>0.43588499440386602</c:v>
              </c:pt>
              <c:pt idx="9">
                <c:v>0.53502932449790752</c:v>
              </c:pt>
              <c:pt idx="10">
                <c:v>0.63895442266340996</c:v>
              </c:pt>
              <c:pt idx="11">
                <c:v>0.74592309584396133</c:v>
              </c:pt>
              <c:pt idx="12">
                <c:v>0.85419386647613182</c:v>
              </c:pt>
              <c:pt idx="13">
                <c:v>0.96204820071949093</c:v>
              </c:pt>
              <c:pt idx="14">
                <c:v>1.0678167035672865</c:v>
              </c:pt>
              <c:pt idx="15">
                <c:v>1.1699038985148917</c:v>
              </c:pt>
              <c:pt idx="16">
                <c:v>1.2668112409963923</c:v>
              </c:pt>
              <c:pt idx="17">
                <c:v>1.3571580510135666</c:v>
              </c:pt>
              <c:pt idx="18">
                <c:v>1.4397000905957404</c:v>
              </c:pt>
              <c:pt idx="19">
                <c:v>1.513345555218125</c:v>
              </c:pt>
              <c:pt idx="20">
                <c:v>1.5771682943115526</c:v>
              </c:pt>
              <c:pt idx="21">
                <c:v>1.630418123739187</c:v>
              </c:pt>
              <c:pt idx="22">
                <c:v>1.6725281418090341</c:v>
              </c:pt>
              <c:pt idx="23">
                <c:v>1.7031190092530519</c:v>
              </c:pt>
              <c:pt idx="24">
                <c:v>1.7220002018691309</c:v>
              </c:pt>
              <c:pt idx="25">
                <c:v>1.7291682914543411</c:v>
              </c:pt>
              <c:pt idx="26">
                <c:v>1.7248023555587653</c:v>
              </c:pt>
              <c:pt idx="27">
                <c:v>1.7092566588100762</c:v>
              </c:pt>
              <c:pt idx="28">
                <c:v>1.6830507875087877</c:v>
              </c:pt>
              <c:pt idx="29">
                <c:v>1.6468574543473229</c:v>
              </c:pt>
              <c:pt idx="30">
                <c:v>1.6014882210094941</c:v>
              </c:pt>
              <c:pt idx="31">
                <c:v>1.5478774126848696</c:v>
              </c:pt>
              <c:pt idx="32">
                <c:v>1.4870645198903234</c:v>
              </c:pt>
              <c:pt idx="33">
                <c:v>1.4201753992183463</c:v>
              </c:pt>
              <c:pt idx="34">
                <c:v>1.3484025956030332</c:v>
              </c:pt>
              <c:pt idx="35">
                <c:v>1.2729851143696558</c:v>
              </c:pt>
              <c:pt idx="36">
                <c:v>1.1951879717554192</c:v>
              </c:pt>
              <c:pt idx="37">
                <c:v>1.1162818478812346</c:v>
              </c:pt>
              <c:pt idx="38">
                <c:v>1.0375231565177223</c:v>
              </c:pt>
              <c:pt idx="39">
                <c:v>0.96013483169563985</c:v>
              </c:pt>
              <c:pt idx="40">
                <c:v>0.88528811259960916</c:v>
              </c:pt>
              <c:pt idx="41">
                <c:v>0.81408558565153344</c:v>
              </c:pt>
              <c:pt idx="42">
                <c:v>0.74754571668456826</c:v>
              </c:pt>
              <c:pt idx="43">
                <c:v>0.68658907712126516</c:v>
              </c:pt>
              <c:pt idx="44">
                <c:v>0.63202643662591784</c:v>
              </c:pt>
              <c:pt idx="45">
                <c:v>0.58454886135192119</c:v>
              </c:pt>
              <c:pt idx="46">
                <c:v>0.54471992221676169</c:v>
              </c:pt>
              <c:pt idx="47">
                <c:v>0.51297008218357576</c:v>
              </c:pt>
              <c:pt idx="48">
                <c:v>0.48959329588018652</c:v>
              </c:pt>
              <c:pt idx="49">
                <c:v>0.4747458196041815</c:v>
              </c:pt>
              <c:pt idx="50">
                <c:v>0.46844719538631968</c:v>
              </c:pt>
              <c:pt idx="51">
                <c:v>0.47058333982726352</c:v>
              </c:pt>
              <c:pt idx="52">
                <c:v>0.48091163736236875</c:v>
              </c:pt>
              <c:pt idx="53">
                <c:v>0.49906790888268865</c:v>
              </c:pt>
              <c:pt idx="54">
                <c:v>0.52457510063693136</c:v>
              </c:pt>
              <c:pt idx="55">
                <c:v>0.55685351539622741</c:v>
              </c:pt>
              <c:pt idx="56">
                <c:v>0.59523238826259062</c:v>
              </c:pt>
              <c:pt idx="57">
                <c:v>0.63896259346520135</c:v>
              </c:pt>
              <c:pt idx="58">
                <c:v>0.68723025617739308</c:v>
              </c:pt>
              <c:pt idx="59">
                <c:v>0.73917103490077929</c:v>
              </c:pt>
              <c:pt idx="60">
                <c:v>0.7938848353385205</c:v>
              </c:pt>
              <c:pt idx="61">
                <c:v>0.85045071589350441</c:v>
              </c:pt>
              <c:pt idx="62">
                <c:v>0.90794174789614734</c:v>
              </c:pt>
              <c:pt idx="63">
                <c:v>0.96543960025120512</c:v>
              </c:pt>
              <c:pt idx="64">
                <c:v>1.0220486282011019</c:v>
              </c:pt>
              <c:pt idx="65">
                <c:v>1.076909259094019</c:v>
              </c:pt>
              <c:pt idx="66">
                <c:v>1.1292104841338908</c:v>
              </c:pt>
              <c:pt idx="67">
                <c:v>1.1782012837540692</c:v>
              </c:pt>
              <c:pt idx="68">
                <c:v>1.2232008351420758</c:v>
              </c:pt>
              <c:pt idx="69">
                <c:v>1.2636073731692081</c:v>
              </c:pt>
              <c:pt idx="70">
                <c:v>1.2989056001461543</c:v>
              </c:pt>
              <c:pt idx="71">
                <c:v>1.3286725650220521</c:v>
              </c:pt>
              <c:pt idx="72">
                <c:v>1.3525819584516559</c:v>
              </c:pt>
              <c:pt idx="73">
                <c:v>1.3704067961563804</c:v>
              </c:pt>
              <c:pt idx="74">
                <c:v>1.3820204887901688</c:v>
              </c:pt>
              <c:pt idx="75">
                <c:v>1.3873963216942524</c:v>
              </c:pt>
              <c:pt idx="76">
                <c:v>1.3866053921089516</c:v>
              </c:pt>
              <c:pt idx="77">
                <c:v>1.379813074253742</c:v>
              </c:pt>
              <c:pt idx="78">
                <c:v>1.3672741038663088</c:v>
              </c:pt>
              <c:pt idx="79">
                <c:v>1.3493263930187069</c:v>
              </c:pt>
              <c:pt idx="80">
                <c:v>1.3263837030530483</c:v>
              </c:pt>
              <c:pt idx="81">
                <c:v>1.2989273180898628</c:v>
              </c:pt>
              <c:pt idx="82">
                <c:v>1.2674968735918188</c:v>
              </c:pt>
              <c:pt idx="83">
                <c:v>1.2326805037905129</c:v>
              </c:pt>
              <c:pt idx="84">
                <c:v>1.1951044783264904</c:v>
              </c:pt>
              <c:pt idx="85">
                <c:v>1.1554225021796571</c:v>
              </c:pt>
              <c:pt idx="86">
                <c:v>1.1143048538906868</c:v>
              </c:pt>
              <c:pt idx="87">
                <c:v>1.072427535249042</c:v>
              </c:pt>
              <c:pt idx="88">
                <c:v>1.0304616011465151</c:v>
              </c:pt>
              <c:pt idx="89">
                <c:v>0.98906283130225281</c:v>
              </c:pt>
              <c:pt idx="90">
                <c:v>0.94886189622743</c:v>
              </c:pt>
              <c:pt idx="91">
                <c:v>0.91045515831870638</c:v>
              </c:pt>
              <c:pt idx="92">
                <c:v>0.874396235581262</c:v>
              </c:pt>
              <c:pt idx="93">
                <c:v>0.84118844044044594</c:v>
              </c:pt>
              <c:pt idx="94">
                <c:v>0.81127818968120158</c:v>
              </c:pt>
              <c:pt idx="95">
                <c:v>0.78504946404637344</c:v>
              </c:pt>
              <c:pt idx="96">
                <c:v>0.76281937772843844</c:v>
              </c:pt>
              <c:pt idx="97">
                <c:v>0.74483489920865131</c:v>
              </c:pt>
              <c:pt idx="98">
                <c:v>0.73127074593755992</c:v>
              </c:pt>
              <c:pt idx="99">
                <c:v>0.72222845651107737</c:v>
              </c:pt>
              <c:pt idx="100">
                <c:v>0.7177366255671993</c:v>
              </c:pt>
              <c:pt idx="101">
                <c:v>0.71775226888687438</c:v>
              </c:pt>
              <c:pt idx="102">
                <c:v>0.72216326938770303</c:v>
              </c:pt>
              <c:pt idx="103">
                <c:v>0.73079183908912571</c:v>
              </c:pt>
              <c:pt idx="104">
                <c:v>0.74339891791626955</c:v>
              </c:pt>
              <c:pt idx="105">
                <c:v>0.75968941758327391</c:v>
              </c:pt>
              <c:pt idx="106">
                <c:v>0.77931820791301176</c:v>
              </c:pt>
              <c:pt idx="107">
                <c:v>0.80189673393492389</c:v>
              </c:pt>
              <c:pt idx="108">
                <c:v>0.82700014505020347</c:v>
              </c:pt>
              <c:pt idx="109">
                <c:v>0.8541748125249532</c:v>
              </c:pt>
              <c:pt idx="110">
                <c:v>0.88294610859523448</c:v>
              </c:pt>
              <c:pt idx="111">
                <c:v>0.91282631953861482</c:v>
              </c:pt>
              <c:pt idx="112">
                <c:v>0.9433225661485013</c:v>
              </c:pt>
              <c:pt idx="113">
                <c:v>0.97394460807352423</c:v>
              </c:pt>
              <c:pt idx="114">
                <c:v>1.0042124133590709</c:v>
              </c:pt>
              <c:pt idx="115">
                <c:v>1.0336633811299869</c:v>
              </c:pt>
              <c:pt idx="116">
                <c:v>1.0618591135367701</c:v>
              </c:pt>
              <c:pt idx="117">
                <c:v>1.08839164268558</c:v>
              </c:pt>
              <c:pt idx="118">
                <c:v>1.11288902910048</c:v>
              </c:pt>
              <c:pt idx="119">
                <c:v>1.1350202601253623</c:v>
              </c:pt>
              <c:pt idx="120">
                <c:v>1.1544993893526883</c:v>
              </c:pt>
              <c:pt idx="121">
                <c:v>1.1710888714486667</c:v>
              </c:pt>
              <c:pt idx="122">
                <c:v>1.1846020604079612</c:v>
              </c:pt>
              <c:pt idx="123">
                <c:v>1.1949048530932482</c:v>
              </c:pt>
              <c:pt idx="124">
                <c:v>1.2019164736766463</c:v>
              </c:pt>
              <c:pt idx="125">
                <c:v>1.2056094080885211</c:v>
              </c:pt>
              <c:pt idx="126">
                <c:v>1.2060085105909717</c:v>
              </c:pt>
              <c:pt idx="127">
                <c:v>1.2031893169377821</c:v>
              </c:pt>
              <c:pt idx="128">
                <c:v>1.1972756100839621</c:v>
              </c:pt>
              <c:pt idx="129">
                <c:v>1.1884362949080551</c:v>
              </c:pt>
              <c:pt idx="130">
                <c:v>1.1768816477704911</c:v>
              </c:pt>
              <c:pt idx="131">
                <c:v>1.1628590148339089</c:v>
              </c:pt>
              <c:pt idx="132">
                <c:v>1.1466480398215657</c:v>
              </c:pt>
              <c:pt idx="133">
                <c:v>1.1285555072161917</c:v>
              </c:pt>
              <c:pt idx="134">
                <c:v>1.1089098907562482</c:v>
              </c:pt>
              <c:pt idx="135">
                <c:v>1.0880556994460759</c:v>
              </c:pt>
              <c:pt idx="136">
                <c:v>1.0663477141611526</c:v>
              </c:pt>
              <c:pt idx="137">
                <c:v>1.0441452073233617</c:v>
              </c:pt>
              <c:pt idx="138">
                <c:v>1.021806236089625</c:v>
              </c:pt>
              <c:pt idx="139">
                <c:v>0.99968209610760761</c:v>
              </c:pt>
              <c:pt idx="140">
                <c:v>0.97811201823087945</c:v>
              </c:pt>
              <c:pt idx="141">
                <c:v>0.9574181847571126</c:v>
              </c:pt>
              <c:pt idx="142">
                <c:v>0.93790113487634108</c:v>
              </c:pt>
              <c:pt idx="143">
                <c:v>0.91983562122513607</c:v>
              </c:pt>
              <c:pt idx="144">
                <c:v>0.90346697088075645</c:v>
              </c:pt>
              <c:pt idx="145">
                <c:v>0.88900799494943361</c:v>
              </c:pt>
              <c:pt idx="146">
                <c:v>0.87663648126321547</c:v>
              </c:pt>
              <c:pt idx="147">
                <c:v>0.86649329476179615</c:v>
              </c:pt>
              <c:pt idx="148">
                <c:v>0.858681100061646</c:v>
              </c:pt>
              <c:pt idx="149">
                <c:v>0.85326371066483653</c:v>
              </c:pt>
              <c:pt idx="150">
                <c:v>0.85026605939011268</c:v>
              </c:pt>
              <c:pt idx="151">
                <c:v>0.84967477506827127</c:v>
              </c:pt>
              <c:pt idx="152">
                <c:v>0.85143934147314848</c:v>
              </c:pt>
              <c:pt idx="153">
                <c:v>0.85547380598812151</c:v>
              </c:pt>
              <c:pt idx="154">
                <c:v>0.86165899775305488</c:v>
              </c:pt>
              <c:pt idx="155">
                <c:v>0.86984520810104526</c:v>
              </c:pt>
              <c:pt idx="156">
                <c:v>0.87985528006584068</c:v>
              </c:pt>
              <c:pt idx="157">
                <c:v>0.89148804869078213</c:v>
              </c:pt>
              <c:pt idx="158">
                <c:v>0.90452206985293526</c:v>
              </c:pt>
              <c:pt idx="159">
                <c:v>0.918719572368627</c:v>
              </c:pt>
              <c:pt idx="160">
                <c:v>0.93383056628828898</c:v>
              </c:pt>
              <c:pt idx="161">
                <c:v>0.94959703952119545</c:v>
              </c:pt>
              <c:pt idx="162">
                <c:v>0.96575717523926363</c:v>
              </c:pt>
              <c:pt idx="163">
                <c:v>0.98204952386205957</c:v>
              </c:pt>
              <c:pt idx="164">
                <c:v>0.99821706577550051</c:v>
              </c:pt>
              <c:pt idx="165">
                <c:v>1.0140111042231379</c:v>
              </c:pt>
              <c:pt idx="166">
                <c:v>1.029194931956904</c:v>
              </c:pt>
              <c:pt idx="167">
                <c:v>1.0435472201578366</c:v>
              </c:pt>
              <c:pt idx="168">
                <c:v>1.0568650837406364</c:v>
              </c:pt>
              <c:pt idx="169">
                <c:v>1.0689667833347982</c:v>
              </c:pt>
              <c:pt idx="170">
                <c:v>1.0796940308789957</c:v>
              </c:pt>
              <c:pt idx="171">
                <c:v>1.0889138727593815</c:v>
              </c:pt>
              <c:pt idx="172">
                <c:v>1.09652013164883</c:v>
              </c:pt>
              <c:pt idx="173">
                <c:v>1.1024343955446816</c:v>
              </c:pt>
              <c:pt idx="174">
                <c:v>1.1066065498399531</c:v>
              </c:pt>
              <c:pt idx="175">
                <c:v>1.1090148554832167</c:v>
              </c:pt>
              <c:pt idx="176">
                <c:v>1.1096655832757449</c:v>
              </c:pt>
              <c:pt idx="177">
                <c:v>1.108592221017872</c:v>
              </c:pt>
              <c:pt idx="178">
                <c:v>1.1058542764542207</c:v>
              </c:pt>
              <c:pt idx="179">
                <c:v>1.101535704692892</c:v>
              </c:pt>
              <c:pt idx="180">
                <c:v>1.095742993910483</c:v>
              </c:pt>
              <c:pt idx="181">
                <c:v>1.088602947637485</c:v>
              </c:pt>
              <c:pt idx="182">
                <c:v>1.0802602056936335</c:v>
              </c:pt>
              <c:pt idx="183">
                <c:v>1.070874548868928</c:v>
              </c:pt>
              <c:pt idx="184">
                <c:v>1.060618034694728</c:v>
              </c:pt>
              <c:pt idx="185">
                <c:v>1.0496720131048971</c:v>
              </c:pt>
              <c:pt idx="186">
                <c:v>1.0382240714463613</c:v>
              </c:pt>
              <c:pt idx="187">
                <c:v>1.0264649581712131</c:v>
              </c:pt>
              <c:pt idx="188">
                <c:v>1.0145855336501044</c:v>
              </c:pt>
              <c:pt idx="189">
                <c:v>1.0027737949220312</c:v>
              </c:pt>
              <c:pt idx="190">
                <c:v>0.99121201888219401</c:v>
              </c:pt>
              <c:pt idx="191">
                <c:v>0.98007406546053488</c:v>
              </c:pt>
              <c:pt idx="192">
                <c:v>0.96952287882055166</c:v>
              </c:pt>
              <c:pt idx="193">
                <c:v>0.95970822058010263</c:v>
              </c:pt>
              <c:pt idx="194">
                <c:v>0.9507646645985014</c:v>
              </c:pt>
              <c:pt idx="195">
                <c:v>0.94280987806727135</c:v>
              </c:pt>
              <c:pt idx="196">
                <c:v>0.93594320856904079</c:v>
              </c:pt>
              <c:pt idx="197">
                <c:v>0.93024459151582994</c:v>
              </c:pt>
              <c:pt idx="198">
                <c:v>0.92577378703069191</c:v>
              </c:pt>
              <c:pt idx="199">
                <c:v>0.92256994998093134</c:v>
              </c:pt>
              <c:pt idx="200">
                <c:v>0.9206515315905629</c:v>
              </c:pt>
              <c:pt idx="201">
                <c:v>0.92001650593465623</c:v>
              </c:pt>
              <c:pt idx="202">
                <c:v>0.92064290972471385</c:v>
              </c:pt>
              <c:pt idx="203">
                <c:v>0.92248967920268188</c:v>
              </c:pt>
              <c:pt idx="204">
                <c:v>0.92549776373565251</c:v>
              </c:pt>
              <c:pt idx="205">
                <c:v>0.92959149190047141</c:v>
              </c:pt>
              <c:pt idx="206">
                <c:v>0.93468016251607255</c:v>
              </c:pt>
              <c:pt idx="207">
                <c:v>0.94065983026159117</c:v>
              </c:pt>
              <c:pt idx="208">
                <c:v>0.94741525324139209</c:v>
              </c:pt>
              <c:pt idx="209">
                <c:v>0.95482196814604814</c:v>
              </c:pt>
              <c:pt idx="210">
                <c:v>0.96274845752369898</c:v>
              </c:pt>
              <c:pt idx="211">
                <c:v>0.97105837312242327</c:v>
              </c:pt>
              <c:pt idx="212">
                <c:v>0.97961277928547563</c:v>
              </c:pt>
              <c:pt idx="213">
                <c:v>0.98827238096289971</c:v>
              </c:pt>
              <c:pt idx="214">
                <c:v>0.99689970202212708</c:v>
              </c:pt>
              <c:pt idx="215">
                <c:v>1.0053611811659537</c:v>
              </c:pt>
              <c:pt idx="216">
                <c:v>1.0135291548608814</c:v>
              </c:pt>
              <c:pt idx="217">
                <c:v>1.0212836991979035</c:v>
              </c:pt>
              <c:pt idx="218">
                <c:v>1.0285143055017141</c:v>
              </c:pt>
              <c:pt idx="219">
                <c:v>1.0351213677185607</c:v>
              </c:pt>
              <c:pt idx="220">
                <c:v>1.041017463089644</c:v>
              </c:pt>
              <c:pt idx="221">
                <c:v>1.0461284112953175</c:v>
              </c:pt>
              <c:pt idx="222">
                <c:v>1.0503941010731621</c:v>
              </c:pt>
              <c:pt idx="223">
                <c:v>1.0537690772073172</c:v>
              </c:pt>
              <c:pt idx="224">
                <c:v>1.0562228846947379</c:v>
              </c:pt>
              <c:pt idx="225">
                <c:v>1.0577401707550613</c:v>
              </c:pt>
              <c:pt idx="226">
                <c:v>1.0583205491055871</c:v>
              </c:pt>
              <c:pt idx="227">
                <c:v>1.057978234515637</c:v>
              </c:pt>
              <c:pt idx="228">
                <c:v>1.0567414590333235</c:v>
              </c:pt>
              <c:pt idx="229">
                <c:v>1.0546516843952483</c:v>
              </c:pt>
              <c:pt idx="230">
                <c:v>1.0517626279437586</c:v>
              </c:pt>
              <c:pt idx="231">
                <c:v>1.0481391218508544</c:v>
              </c:pt>
              <c:pt idx="232">
                <c:v>1.0438558275525169</c:v>
              </c:pt>
              <c:pt idx="233">
                <c:v>1.0389958290085646</c:v>
              </c:pt>
              <c:pt idx="234">
                <c:v>1.0336491297041921</c:v>
              </c:pt>
              <c:pt idx="235">
                <c:v>1.0279110791900887</c:v>
              </c:pt>
              <c:pt idx="236">
                <c:v>1.0218807554151179</c:v>
              </c:pt>
              <c:pt idx="237">
                <c:v>1.0156593291424367</c:v>
              </c:pt>
              <c:pt idx="238">
                <c:v>1.009348436366424</c:v>
              </c:pt>
              <c:pt idx="239">
                <c:v>1.0030485838799383</c:v>
              </c:pt>
              <c:pt idx="240">
                <c:v>0.99685761200092582</c:v>
              </c:pt>
              <c:pt idx="241">
                <c:v>0.99086923698131657</c:v>
              </c:pt>
              <c:pt idx="242">
                <c:v>0.98517169382115044</c:v>
              </c:pt>
              <c:pt idx="243">
                <c:v>0.97984649813282942</c:v>
              </c:pt>
              <c:pt idx="244">
                <c:v>0.97496734338353352</c:v>
              </c:pt>
              <c:pt idx="245">
                <c:v>0.97059914733020092</c:v>
              </c:pt>
              <c:pt idx="246">
                <c:v>0.96679725879506917</c:v>
              </c:pt>
              <c:pt idx="247">
                <c:v>0.96360683315592344</c:v>
              </c:pt>
              <c:pt idx="248">
                <c:v>0.96106238208979566</c:v>
              </c:pt>
              <c:pt idx="249">
                <c:v>0.95918750025754029</c:v>
              </c:pt>
              <c:pt idx="250">
                <c:v>0.95799476879432666</c:v>
              </c:pt>
              <c:pt idx="251">
                <c:v>0.95748583272086141</c:v>
              </c:pt>
              <c:pt idx="252">
                <c:v>0.95765164675308623</c:v>
              </c:pt>
              <c:pt idx="253">
                <c:v>0.95847288150253163</c:v>
              </c:pt>
              <c:pt idx="254">
                <c:v>0.95992047976030692</c:v>
              </c:pt>
              <c:pt idx="255">
                <c:v>0.96195635047611527</c:v>
              </c:pt>
              <c:pt idx="256">
                <c:v>0.96453418620668974</c:v>
              </c:pt>
              <c:pt idx="257">
                <c:v>0.96760038823819827</c:v>
              </c:pt>
              <c:pt idx="258">
                <c:v>0.97109508230227648</c:v>
              </c:pt>
              <c:pt idx="259">
                <c:v>0.97495320681837316</c:v>
              </c:pt>
              <c:pt idx="260">
                <c:v>0.97910565491396484</c:v>
              </c:pt>
              <c:pt idx="261">
                <c:v>0.98348045110200755</c:v>
              </c:pt>
              <c:pt idx="262">
                <c:v>0.98800394342979136</c:v>
              </c:pt>
              <c:pt idx="263">
                <c:v>0.99260199214859413</c:v>
              </c:pt>
              <c:pt idx="264">
                <c:v>0.99720113647806452</c:v>
              </c:pt>
              <c:pt idx="265">
                <c:v>1.0017297218377483</c:v>
              </c:pt>
              <c:pt idx="266">
                <c:v>1.0061189709713618</c:v>
              </c:pt>
              <c:pt idx="267">
                <c:v>1.0103039836746066</c:v>
              </c:pt>
              <c:pt idx="268">
                <c:v>1.0142246513287265</c:v>
              </c:pt>
              <c:pt idx="269">
                <c:v>1.0178264741112737</c:v>
              </c:pt>
              <c:pt idx="270">
                <c:v>1.0210612705723059</c:v>
              </c:pt>
              <c:pt idx="271">
                <c:v>1.0238877711964571</c:v>
              </c:pt>
              <c:pt idx="272">
                <c:v>1.0262720895861306</c:v>
              </c:pt>
              <c:pt idx="273">
                <c:v>1.0281880669649608</c:v>
              </c:pt>
              <c:pt idx="274">
                <c:v>1.0296174877803503</c:v>
              </c:pt>
              <c:pt idx="275">
                <c:v>1.0305501662465462</c:v>
              </c:pt>
              <c:pt idx="276">
                <c:v>1.0309839056836183</c:v>
              </c:pt>
              <c:pt idx="277">
                <c:v>1.030924334442745</c:v>
              </c:pt>
              <c:pt idx="278">
                <c:v>1.0303846240361889</c:v>
              </c:pt>
              <c:pt idx="279">
                <c:v>1.0293850967854548</c:v>
              </c:pt>
              <c:pt idx="280">
                <c:v>1.027952731840245</c:v>
              </c:pt>
              <c:pt idx="281">
                <c:v>1.0261205797839061</c:v>
              </c:pt>
              <c:pt idx="282">
                <c:v>1.0239270972111763</c:v>
              </c:pt>
              <c:pt idx="283">
                <c:v>1.0214154136278191</c:v>
              </c:pt>
              <c:pt idx="284">
                <c:v>1.0186325437692378</c:v>
              </c:pt>
              <c:pt idx="285">
                <c:v>1.0156285589601506</c:v>
              </c:pt>
              <c:pt idx="286">
                <c:v>1.0124557314372082</c:v>
              </c:pt>
              <c:pt idx="287">
                <c:v>1.0091676656319828</c:v>
              </c:pt>
              <c:pt idx="288">
                <c:v>1.005818430267418</c:v>
              </c:pt>
              <c:pt idx="289">
                <c:v>1.0024617047643483</c:v>
              </c:pt>
              <c:pt idx="290">
                <c:v>0.99914995289683095</c:v>
              </c:pt>
              <c:pt idx="291">
                <c:v>0.99593363588954475</c:v>
              </c:pt>
              <c:pt idx="292">
                <c:v>0.99286047623358997</c:v>
              </c:pt>
              <c:pt idx="293">
                <c:v>0.98997478242727055</c:v>
              </c:pt>
              <c:pt idx="294">
                <c:v>0.98731684364625616</c:v>
              </c:pt>
              <c:pt idx="295">
                <c:v>0.9849224020349594</c:v>
              </c:pt>
              <c:pt idx="296">
                <c:v>0.98282220891117955</c:v>
              </c:pt>
              <c:pt idx="297">
                <c:v>0.98104166971301265</c:v>
              </c:pt>
              <c:pt idx="298">
                <c:v>0.97960058101511671</c:v>
              </c:pt>
              <c:pt idx="299">
                <c:v>0.97851296142493605</c:v>
              </c:pt>
              <c:pt idx="300">
                <c:v>0.97778697666245595</c:v>
              </c:pt>
              <c:pt idx="301">
                <c:v>0.97742495765271586</c:v>
              </c:pt>
              <c:pt idx="302">
                <c:v>0.97742350904077091</c:v>
              </c:pt>
              <c:pt idx="303">
                <c:v>0.97777370419483201</c:v>
              </c:pt>
              <c:pt idx="304">
                <c:v>0.97846136151400631</c:v>
              </c:pt>
              <c:pt idx="305">
                <c:v>0.9794673957194493</c:v>
              </c:pt>
              <c:pt idx="306">
                <c:v>0.98076823679684877</c:v>
              </c:pt>
              <c:pt idx="307">
                <c:v>0.98233630838652253</c:v>
              </c:pt>
              <c:pt idx="308">
                <c:v>0.98414055669518974</c:v>
              </c:pt>
              <c:pt idx="309">
                <c:v>0.98614702043818259</c:v>
              </c:pt>
              <c:pt idx="310">
                <c:v>0.98831943191741989</c:v>
              </c:pt>
              <c:pt idx="311">
                <c:v>0.99061983910114282</c:v>
              </c:pt>
              <c:pt idx="312">
                <c:v>0.99300923849584077</c:v>
              </c:pt>
              <c:pt idx="313">
                <c:v>0.99544820868612427</c:v>
              </c:pt>
              <c:pt idx="314">
                <c:v>0.99789753465917086</c:v>
              </c:pt>
              <c:pt idx="315">
                <c:v>1.0003188134191958</c:v>
              </c:pt>
              <c:pt idx="316">
                <c:v>1.0026750319244389</c:v>
              </c:pt>
              <c:pt idx="317">
                <c:v>1.0049311090327795</c:v>
              </c:pt>
              <c:pt idx="318">
                <c:v>1.0070543939089756</c:v>
              </c:pt>
              <c:pt idx="319">
                <c:v>1.0090151142118948</c:v>
              </c:pt>
              <c:pt idx="320">
                <c:v>1.0107867683280789</c:v>
              </c:pt>
              <c:pt idx="321">
                <c:v>1.0123464569317133</c:v>
              </c:pt>
              <c:pt idx="322">
                <c:v>1.0136751502131611</c:v>
              </c:pt>
              <c:pt idx="323">
                <c:v>1.0147578882108919</c:v>
              </c:pt>
              <c:pt idx="324">
                <c:v>1.0155839127871731</c:v>
              </c:pt>
              <c:pt idx="325">
                <c:v>1.0161467308886964</c:v>
              </c:pt>
              <c:pt idx="326">
                <c:v>1.0164441098123838</c:v>
              </c:pt>
              <c:pt idx="327">
                <c:v>1.0164780062377121</c:v>
              </c:pt>
              <c:pt idx="328">
                <c:v>1.0162544317746927</c:v>
              </c:pt>
              <c:pt idx="329">
                <c:v>1.0157832586971214</c:v>
              </c:pt>
              <c:pt idx="330">
                <c:v>1.0150779703712025</c:v>
              </c:pt>
              <c:pt idx="331">
                <c:v>1.0141553616390169</c:v>
              </c:pt>
              <c:pt idx="332">
                <c:v>1.0130351950651859</c:v>
              </c:pt>
              <c:pt idx="333">
                <c:v>1.0117398194958234</c:v>
              </c:pt>
              <c:pt idx="334">
                <c:v>1.0102937578057531</c:v>
              </c:pt>
              <c:pt idx="335">
                <c:v>1.0087232710191838</c:v>
              </c:pt>
              <c:pt idx="336">
                <c:v>1.0070559061786499</c:v>
              </c:pt>
              <c:pt idx="337">
                <c:v>1.0053200354071008</c:v>
              </c:pt>
              <c:pt idx="338">
                <c:v>1.0035443935604043</c:v>
              </c:pt>
              <c:pt idx="339">
                <c:v>1.0017576217058715</c:v>
              </c:pt>
              <c:pt idx="340">
                <c:v>0.99998782339210712</c:v>
              </c:pt>
              <c:pt idx="341">
                <c:v>0.99826214030339466</c:v>
              </c:pt>
              <c:pt idx="342">
                <c:v>0.99660635342628279</c:v>
              </c:pt>
              <c:pt idx="343">
                <c:v>0.99504451530663751</c:v>
              </c:pt>
              <c:pt idx="344">
                <c:v>0.99359861835275809</c:v>
              </c:pt>
              <c:pt idx="345">
                <c:v>0.99228830345578189</c:v>
              </c:pt>
              <c:pt idx="346">
                <c:v>0.99113061246468526</c:v>
              </c:pt>
              <c:pt idx="347">
                <c:v>0.99013978728240315</c:v>
              </c:pt>
              <c:pt idx="348">
                <c:v>0.9893271175548437</c:v>
              </c:pt>
              <c:pt idx="349">
                <c:v>0.98870083811883935</c:v>
              </c:pt>
              <c:pt idx="350">
                <c:v>0.98826607657120369</c:v>
              </c:pt>
              <c:pt idx="351">
                <c:v>0.98802485053146649</c:v>
              </c:pt>
              <c:pt idx="352">
                <c:v>0.98797611340754432</c:v>
              </c:pt>
              <c:pt idx="353">
                <c:v>0.9881158467477692</c:v>
              </c:pt>
              <c:pt idx="354">
                <c:v>0.9884371965847274</c:v>
              </c:pt>
              <c:pt idx="355">
                <c:v>0.98893065055562157</c:v>
              </c:pt>
              <c:pt idx="356">
                <c:v>0.98958425202861766</c:v>
              </c:pt>
              <c:pt idx="357">
                <c:v>0.99038384698188753</c:v>
              </c:pt>
              <c:pt idx="358">
                <c:v>0.99131335897752526</c:v>
              </c:pt>
              <c:pt idx="359">
                <c:v>0.99235508725058053</c:v>
              </c:pt>
              <c:pt idx="360">
                <c:v>0.99349002269703368</c:v>
              </c:pt>
              <c:pt idx="361">
                <c:v>0.99469817639526092</c:v>
              </c:pt>
              <c:pt idx="362">
                <c:v>0.9959589152334879</c:v>
              </c:pt>
              <c:pt idx="363">
                <c:v>0.99725129923978784</c:v>
              </c:pt>
              <c:pt idx="364">
                <c:v>0.99855441531876354</c:v>
              </c:pt>
              <c:pt idx="365">
                <c:v>0.99984770228645981</c:v>
              </c:pt>
              <c:pt idx="366">
                <c:v>1.0011112623573653</c:v>
              </c:pt>
              <c:pt idx="367">
                <c:v>1.0023261545686366</c:v>
              </c:pt>
              <c:pt idx="368">
                <c:v>1.003474666020048</c:v>
              </c:pt>
              <c:pt idx="369">
                <c:v>1.0045405572559516</c:v>
              </c:pt>
              <c:pt idx="370">
                <c:v>1.0055092786094508</c:v>
              </c:pt>
              <c:pt idx="371">
                <c:v>1.0063681548601202</c:v>
              </c:pt>
              <c:pt idx="372">
                <c:v>1.0071065361158495</c:v>
              </c:pt>
              <c:pt idx="373">
                <c:v>1.0077159134072655</c:v>
              </c:pt>
              <c:pt idx="374">
                <c:v>1.0081899980702809</c:v>
              </c:pt>
              <c:pt idx="375">
                <c:v>1.0085247645792113</c:v>
              </c:pt>
              <c:pt idx="376">
                <c:v>1.008718457070529</c:v>
              </c:pt>
              <c:pt idx="377">
                <c:v>1.0087715603568217</c:v>
              </c:pt>
              <c:pt idx="378">
                <c:v>1.008686736763732</c:v>
              </c:pt>
              <c:pt idx="379">
                <c:v>1.008468730621835</c:v>
              </c:pt>
              <c:pt idx="380">
                <c:v>1.0081242427036987</c:v>
              </c:pt>
              <c:pt idx="381">
                <c:v>1.0076617773076002</c:v>
              </c:pt>
              <c:pt idx="382">
                <c:v>1.0070914650483149</c:v>
              </c:pt>
              <c:pt idx="383">
                <c:v>1.006424864717802</c:v>
              </c:pt>
              <c:pt idx="384">
                <c:v>1.0056747478210808</c:v>
              </c:pt>
              <c:pt idx="385">
                <c:v>1.0048548695729556</c:v>
              </c:pt>
              <c:pt idx="386">
                <c:v>1.0039797302581355</c:v>
              </c:pt>
              <c:pt idx="387">
                <c:v>1.0030643309105114</c:v>
              </c:pt>
              <c:pt idx="388">
                <c:v>1.002123927257667</c:v>
              </c:pt>
              <c:pt idx="389">
                <c:v>1.001173785805753</c:v>
              </c:pt>
              <c:pt idx="390">
                <c:v>1.0002289458103586</c:v>
              </c:pt>
              <c:pt idx="391">
                <c:v>0.99930399069437281</c:v>
              </c:pt>
              <c:pt idx="392">
                <c:v>0.99841283223832111</c:v>
              </c:pt>
              <c:pt idx="393">
                <c:v>0.99756851058720053</c:v>
              </c:pt>
              <c:pt idx="394">
                <c:v>0.99678301279596637</c:v>
              </c:pt>
              <c:pt idx="395">
                <c:v>0.99606711227953415</c:v>
              </c:pt>
              <c:pt idx="396">
                <c:v>0.99543023114887219</c:v>
              </c:pt>
              <c:pt idx="397">
                <c:v>0.99488032700914641</c:v>
              </c:pt>
              <c:pt idx="398">
                <c:v>0.99442380537580066</c:v>
              </c:pt>
              <c:pt idx="399">
                <c:v>0.99406545843678074</c:v>
              </c:pt>
              <c:pt idx="400">
                <c:v>0.99380843046071921</c:v>
              </c:pt>
              <c:pt idx="401">
                <c:v>0.99365420972849172</c:v>
              </c:pt>
              <c:pt idx="402">
                <c:v>0.99360264645548235</c:v>
              </c:pt>
              <c:pt idx="403">
                <c:v>0.99365199578038244</c:v>
              </c:pt>
              <c:pt idx="404">
                <c:v>0.99379898452885074</c:v>
              </c:pt>
              <c:pt idx="405">
                <c:v>0.99403890012218676</c:v>
              </c:pt>
              <c:pt idx="406">
                <c:v>0.99436569969671196</c:v>
              </c:pt>
              <c:pt idx="407">
                <c:v>0.99477213723280755</c:v>
              </c:pt>
              <c:pt idx="408">
                <c:v>0.99524990626669874</c:v>
              </c:pt>
              <c:pt idx="409">
                <c:v>0.99578979557562941</c:v>
              </c:pt>
              <c:pt idx="410">
                <c:v>0.99638185508977817</c:v>
              </c:pt>
              <c:pt idx="411">
                <c:v>0.99701556919317313</c:v>
              </c:pt>
              <c:pt idx="412">
                <c:v>0.99768003453120802</c:v>
              </c:pt>
              <c:pt idx="413">
                <c:v>0.99836413944373081</c:v>
              </c:pt>
              <c:pt idx="414">
                <c:v>0.99905674218884344</c:v>
              </c:pt>
              <c:pt idx="415">
                <c:v>0.99974684521176671</c:v>
              </c:pt>
              <c:pt idx="416">
                <c:v>1.0004237628428521</c:v>
              </c:pt>
              <c:pt idx="417">
                <c:v>1.0010772799760836</c:v>
              </c:pt>
              <c:pt idx="418">
                <c:v>1.0016977994806631</c:v>
              </c:pt>
              <c:pt idx="419">
                <c:v>1.002276476329516</c:v>
              </c:pt>
              <c:pt idx="420">
                <c:v>1.0028053366854779</c:v>
              </c:pt>
              <c:pt idx="421">
                <c:v>1.0032773804638433</c:v>
              </c:pt>
              <c:pt idx="422">
                <c:v>1.0036866661840718</c:v>
              </c:pt>
              <c:pt idx="423">
                <c:v>1.0040283772287384</c:v>
              </c:pt>
              <c:pt idx="424">
                <c:v>1.004298868939276</c:v>
              </c:pt>
              <c:pt idx="425">
                <c:v>1.0044956962906526</c:v>
              </c:pt>
              <c:pt idx="426">
                <c:v>1.0046176221960001</c:v>
              </c:pt>
              <c:pt idx="427">
                <c:v>1.0046646067926173</c:v>
              </c:pt>
              <c:pt idx="428">
                <c:v>1.0046377783482394</c:v>
              </c:pt>
              <c:pt idx="429">
                <c:v>1.0045393866968511</c:v>
              </c:pt>
              <c:pt idx="430">
                <c:v>1.0043727403628597</c:v>
              </c:pt>
              <c:pt idx="431">
                <c:v>1.0041421287576979</c:v>
              </c:pt>
              <c:pt idx="432">
                <c:v>1.0038527310310663</c:v>
              </c:pt>
              <c:pt idx="433">
                <c:v>1.0035105133276063</c:v>
              </c:pt>
              <c:pt idx="434">
                <c:v>1.0031221163369024</c:v>
              </c:pt>
              <c:pt idx="435">
                <c:v>1.0026947351290298</c:v>
              </c:pt>
              <c:pt idx="436">
                <c:v>1.0022359933385714</c:v>
              </c:pt>
              <c:pt idx="437">
                <c:v>1.0017538137968369</c:v>
              </c:pt>
              <c:pt idx="438">
                <c:v>1.0012562877152222</c:v>
              </c:pt>
              <c:pt idx="439">
                <c:v>1.0007515444930122</c:v>
              </c:pt>
              <c:pt idx="440">
                <c:v>1.0002476241617546</c:v>
              </c:pt>
              <c:pt idx="441">
                <c:v>0.99975235438732835</c:v>
              </c:pt>
              <c:pt idx="442">
                <c:v>0.99927323383215594</c:v>
              </c:pt>
              <c:pt idx="443">
                <c:v>0.99881732353624197</c:v>
              </c:pt>
              <c:pt idx="444">
                <c:v>0.99839114780964</c:v>
              </c:pt>
              <c:pt idx="445">
                <c:v>0.99800060594379414</c:v>
              </c:pt>
              <c:pt idx="446">
                <c:v>0.99765089584824962</c:v>
              </c:pt>
              <c:pt idx="447">
                <c:v>0.99734645050603221</c:v>
              </c:pt>
              <c:pt idx="448">
                <c:v>0.99709088791919187</c:v>
              </c:pt>
              <c:pt idx="449">
                <c:v>0.9968869749892515</c:v>
              </c:pt>
              <c:pt idx="450">
                <c:v>0.99673660554921728</c:v>
              </c:pt>
              <c:pt idx="451">
                <c:v>0.99664079253805682</c:v>
              </c:pt>
              <c:pt idx="452">
                <c:v>0.99659967408850558</c:v>
              </c:pt>
              <c:pt idx="453">
                <c:v>0.99661253308806996</c:v>
              </c:pt>
              <c:pt idx="454">
                <c:v>0.99667782957418083</c:v>
              </c:pt>
              <c:pt idx="455">
                <c:v>0.99679324514044088</c:v>
              </c:pt>
              <c:pt idx="456">
                <c:v>0.99695573836426299</c:v>
              </c:pt>
              <c:pt idx="457">
                <c:v>0.99716161011912585</c:v>
              </c:pt>
              <c:pt idx="458">
                <c:v>0.99740657750893169</c:v>
              </c:pt>
              <c:pt idx="459">
                <c:v>0.99768585505902074</c:v>
              </c:pt>
              <c:pt idx="460">
                <c:v>0.997994241719248</c:v>
              </c:pt>
              <c:pt idx="461">
                <c:v>0.99832621217988815</c:v>
              </c:pt>
              <c:pt idx="462">
                <c:v>0.99867601097116054</c:v>
              </c:pt>
              <c:pt idx="463">
                <c:v>0.99903774781177745</c:v>
              </c:pt>
              <c:pt idx="464">
                <c:v>0.99940549269054513</c:v>
              </c:pt>
              <c:pt idx="465">
                <c:v>0.99977336920684345</c:v>
              </c:pt>
              <c:pt idx="466">
                <c:v>1.0001356447594991</c:v>
              </c:pt>
              <c:pt idx="467">
                <c:v>1.0004868162576714</c:v>
              </c:pt>
              <c:pt idx="468">
                <c:v>1.000821690130024</c:v>
              </c:pt>
              <c:pt idx="469">
                <c:v>1.0011354555276262</c:v>
              </c:pt>
              <c:pt idx="470">
                <c:v>1.0014237497494474</c:v>
              </c:pt>
              <c:pt idx="471">
                <c:v>1.0016827150645355</c:v>
              </c:pt>
              <c:pt idx="472">
                <c:v>1.0019090462594538</c:v>
              </c:pt>
              <c:pt idx="473">
                <c:v>1.0021000284006709</c:v>
              </c:pt>
              <c:pt idx="474">
                <c:v>1.0022535644666424</c:v>
              </c:pt>
              <c:pt idx="475">
                <c:v>1.0023681926706731</c:v>
              </c:pt>
              <c:pt idx="476">
                <c:v>1.0024430934606459</c:v>
              </c:pt>
              <c:pt idx="477">
                <c:v>1.0024780863428107</c:v>
              </c:pt>
              <c:pt idx="478">
                <c:v>1.0024736168316744</c:v>
              </c:pt>
              <c:pt idx="479">
                <c:v>1.0024307339742839</c:v>
              </c:pt>
              <c:pt idx="480">
                <c:v>1.0023510590328968</c:v>
              </c:pt>
              <c:pt idx="481">
                <c:v>1.0022367460332107</c:v>
              </c:pt>
              <c:pt idx="482">
                <c:v>1.002090434994475</c:v>
              </c:pt>
              <c:pt idx="483">
                <c:v>1.001915198751512</c:v>
              </c:pt>
              <c:pt idx="484">
                <c:v>1.0017144843558938</c:v>
              </c:pt>
              <c:pt idx="485">
                <c:v>1.0014920501034379</c:v>
              </c:pt>
              <c:pt idx="486">
                <c:v>1.0012518992773083</c:v>
              </c:pt>
              <c:pt idx="487">
                <c:v>1.0009982117201395</c:v>
              </c:pt>
              <c:pt idx="488">
                <c:v>1.000735274354754</c:v>
              </c:pt>
              <c:pt idx="489">
                <c:v>1.0004674117616523</c:v>
              </c:pt>
              <c:pt idx="490">
                <c:v>1.0001989178930568</c:v>
              </c:pt>
              <c:pt idx="491">
                <c:v>0.99993398995878302</c:v>
              </c:pt>
              <c:pt idx="492">
                <c:v>0.99967666545971323</c:v>
              </c:pt>
              <c:pt idx="493">
                <c:v>0.99943076327138147</c:v>
              </c:pt>
              <c:pt idx="494">
                <c:v>0.99919982959472886</c:v>
              </c:pt>
              <c:pt idx="495">
                <c:v>0.99898708949498505</c:v>
              </c:pt>
              <c:pt idx="496">
                <c:v>0.99879540464472472</c:v>
              </c:pt>
              <c:pt idx="497">
                <c:v>0.99862723777522266</c:v>
              </c:pt>
              <c:pt idx="498">
                <c:v>0.99848462422324991</c:v>
              </c:pt>
              <c:pt idx="499">
                <c:v>0.99836915084033739</c:v>
              </c:pt>
              <c:pt idx="500">
                <c:v>0.99828194241023749</c:v>
              </c:pt>
              <c:pt idx="501">
                <c:v>0.99822365559977944</c:v>
              </c:pt>
              <c:pt idx="502">
                <c:v>0.99819448035034164</c:v>
              </c:pt>
              <c:pt idx="503">
                <c:v>0.99819414850360411</c:v>
              </c:pt>
              <c:pt idx="504">
                <c:v>0.99822194934769204</c:v>
              </c:pt>
              <c:pt idx="505">
                <c:v>0.99827675166982366</c:v>
              </c:pt>
              <c:pt idx="506">
                <c:v>0.99835703181054114</c:v>
              </c:pt>
              <c:pt idx="507">
                <c:v>0.99846090713363034</c:v>
              </c:pt>
              <c:pt idx="508">
                <c:v>0.99858617425606699</c:v>
              </c:pt>
              <c:pt idx="509">
                <c:v>0.9987303513244411</c:v>
              </c:pt>
              <c:pt idx="510">
                <c:v>0.99889072357902342</c:v>
              </c:pt>
              <c:pt idx="511">
                <c:v>0.99906439141424397</c:v>
              </c:pt>
              <c:pt idx="512">
                <c:v>0.99924832012513842</c:v>
              </c:pt>
              <c:pt idx="513">
                <c:v>0.999439390523153</c:v>
              </c:pt>
              <c:pt idx="514">
                <c:v>0.99963444961144765</c:v>
              </c:pt>
              <c:pt idx="515">
                <c:v>0.99983036052898866</c:v>
              </c:pt>
              <c:pt idx="516">
                <c:v>1.0000240510037535</c:v>
              </c:pt>
              <c:pt idx="517">
                <c:v>1.0002125595974349</c:v>
              </c:pt>
              <c:pt idx="518">
                <c:v>1.0003930790762414</c:v>
              </c:pt>
              <c:pt idx="519">
                <c:v>1.0005629963036629</c:v>
              </c:pt>
              <c:pt idx="520">
                <c:v>1.000719928120231</c:v>
              </c:pt>
              <c:pt idx="521">
                <c:v>1.0008617527510819</c:v>
              </c:pt>
              <c:pt idx="522">
                <c:v>1.0009866363631779</c:v>
              </c:pt>
              <c:pt idx="523">
                <c:v>1.0010930544789618</c:v>
              </c:pt>
              <c:pt idx="524">
                <c:v>1.0011798080406129</c:v>
              </c:pt>
              <c:pt idx="525">
                <c:v>1.0012460340074898</c:v>
              </c:pt>
              <c:pt idx="526">
                <c:v>1.0012912104573866</c:v>
              </c:pt>
              <c:pt idx="527">
                <c:v>1.0013151562485827</c:v>
              </c:pt>
              <c:pt idx="528">
                <c:v>1.0013180253829419</c:v>
              </c:pt>
              <c:pt idx="529">
                <c:v>1.0013002962893649</c:v>
              </c:pt>
              <c:pt idx="530">
                <c:v>1.0012627563205743</c:v>
              </c:pt>
              <c:pt idx="531">
                <c:v>1.001206481823482</c:v>
              </c:pt>
              <c:pt idx="532">
                <c:v>1.0011328142033833</c:v>
              </c:pt>
              <c:pt idx="533">
                <c:v>1.0010433324541925</c:v>
              </c:pt>
              <c:pt idx="534">
                <c:v>1.0009398226702442</c:v>
              </c:pt>
              <c:pt idx="535">
                <c:v>1.0008242450893976</c:v>
              </c:pt>
              <c:pt idx="536">
                <c:v>1.0006986992419968</c:v>
              </c:pt>
              <c:pt idx="537">
                <c:v>1.0005653877954672</c:v>
              </c:pt>
              <c:pt idx="538">
                <c:v>1.0004265796900043</c:v>
              </c:pt>
              <c:pt idx="539">
                <c:v>1.0002845731570871</c:v>
              </c:pt>
              <c:pt idx="540">
                <c:v>1.0001416591996657</c:v>
              </c:pt>
              <c:pt idx="541">
                <c:v>1.0000000860913361</c:v>
              </c:pt>
              <c:pt idx="542">
                <c:v>0.99986202542209401</c:v>
              </c:pt>
              <c:pt idx="543">
                <c:v>0.99972954018109783</c:v>
              </c:pt>
              <c:pt idx="544">
                <c:v>0.99960455532295733</c:v>
              </c:pt>
              <c:pt idx="545">
                <c:v>0.9994888312143132</c:v>
              </c:pt>
              <c:pt idx="546">
                <c:v>0.99938394030276356</c:v>
              </c:pt>
              <c:pt idx="547">
                <c:v>0.9992912472915263</c:v>
              </c:pt>
              <c:pt idx="548">
                <c:v>0.99921189304157554</c:v>
              </c:pt>
              <c:pt idx="549">
                <c:v>0.99914678235945598</c:v>
              </c:pt>
              <c:pt idx="550">
                <c:v>0.99909657576453181</c:v>
              </c:pt>
              <c:pt idx="551">
                <c:v>0.99906168526510486</c:v>
              </c:pt>
              <c:pt idx="552">
                <c:v>0.9990422741097027</c:v>
              </c:pt>
              <c:pt idx="553">
                <c:v>0.99903826041873656</c:v>
              </c:pt>
              <c:pt idx="554">
                <c:v>0.99904932454367001</c:v>
              </c:pt>
              <c:pt idx="555">
                <c:v>0.99907491994656239</c:v>
              </c:pt>
              <c:pt idx="556">
                <c:v>0.99911428734317942</c:v>
              </c:pt>
              <c:pt idx="557">
                <c:v>0.99916647180840434</c:v>
              </c:pt>
              <c:pt idx="558">
                <c:v>0.99923034250402343</c:v>
              </c:pt>
              <c:pt idx="559">
                <c:v>0.99930461465656073</c:v>
              </c:pt>
              <c:pt idx="560">
                <c:v>0.99938787338702995</c:v>
              </c:pt>
              <c:pt idx="561">
                <c:v>0.99947859897551827</c:v>
              </c:pt>
              <c:pt idx="562">
                <c:v>0.99957519313150789</c:v>
              </c:pt>
              <c:pt idx="563">
                <c:v>0.99967600583585225</c:v>
              </c:pt>
              <c:pt idx="564">
                <c:v>0.99977936232216491</c:v>
              </c:pt>
              <c:pt idx="565">
                <c:v>0.99988358977396241</c:v>
              </c:pt>
              <c:pt idx="566">
                <c:v>0.99998704332882749</c:v>
              </c:pt>
              <c:pt idx="567">
                <c:v>1.0000881310017977</c:v>
              </c:pt>
              <c:pt idx="568">
                <c:v>1.0001853371666591</c:v>
              </c:pt>
              <c:pt idx="569">
                <c:v>1.0002772442652204</c:v>
              </c:pt>
              <c:pt idx="570">
                <c:v>1.0003625524504554</c:v>
              </c:pt>
              <c:pt idx="571">
                <c:v>1.0004400969088754</c:v>
              </c:pt>
              <c:pt idx="572">
                <c:v>1.0005088626499421</c:v>
              </c:pt>
              <c:pt idx="573">
                <c:v>1.0005679965950622</c:v>
              </c:pt>
              <c:pt idx="574">
                <c:v>1.0006168168449119</c:v>
              </c:pt>
              <c:pt idx="575">
                <c:v>1.0006548190507911</c:v>
              </c:pt>
              <c:pt idx="576">
                <c:v>1.0006816798626594</c:v>
              </c:pt>
              <c:pt idx="577">
                <c:v>1.0006972574727082</c:v>
              </c:pt>
              <c:pt idx="578">
                <c:v>1.0007015893180908</c:v>
              </c:pt>
              <c:pt idx="579">
                <c:v>1.0006948870490933</c:v>
              </c:pt>
              <c:pt idx="580">
                <c:v>1.0006775289089884</c:v>
              </c:pt>
              <c:pt idx="581">
                <c:v>1.00065004970849</c:v>
              </c:pt>
              <c:pt idx="582">
                <c:v>1.0006131286106388</c:v>
              </c:pt>
              <c:pt idx="583">
                <c:v>1.0005675749707144</c:v>
              </c:pt>
              <c:pt idx="584">
                <c:v>1.0005143124999665</c:v>
              </c:pt>
              <c:pt idx="585">
                <c:v>1.0004543620414126</c:v>
              </c:pt>
              <c:pt idx="586">
                <c:v>1.0003888232603901</c:v>
              </c:pt>
              <c:pt idx="587">
                <c:v>1.0003188555619626</c:v>
              </c:pt>
              <c:pt idx="588">
                <c:v>1.0002456585515505</c:v>
              </c:pt>
              <c:pt idx="589">
                <c:v>1.0001704523544419</c:v>
              </c:pt>
              <c:pt idx="590">
                <c:v>1.0000944581041828</c:v>
              </c:pt>
              <c:pt idx="591">
                <c:v>1.0000188788995361</c:v>
              </c:pt>
              <c:pt idx="592">
                <c:v>0.99994488151495453</c:v>
              </c:pt>
              <c:pt idx="593">
                <c:v>0.99987357913070807</c:v>
              </c:pt>
              <c:pt idx="594">
                <c:v>0.99980601532632096</c:v>
              </c:pt>
              <c:pt idx="595">
                <c:v>0.99974314955525356</c:v>
              </c:pt>
              <c:pt idx="596">
                <c:v>0.99968584429027674</c:v>
              </c:pt>
              <c:pt idx="597">
                <c:v>0.99963485399827923</c:v>
              </c:pt>
              <c:pt idx="598">
                <c:v>0.99959081607080724</c:v>
              </c:pt>
              <c:pt idx="599">
                <c:v>0.99955424380303892</c:v>
              </c:pt>
              <c:pt idx="600">
                <c:v>0.99952552147970597</c:v>
              </c:pt>
            </c:numLit>
          </c:yVal>
          <c:smooth val="1"/>
          <c:extLst>
            <c:ext xmlns:c16="http://schemas.microsoft.com/office/drawing/2014/chart" uri="{C3380CC4-5D6E-409C-BE32-E72D297353CC}">
              <c16:uniqueId val="{00000000-9C79-421D-908F-D270FF1CA22A}"/>
            </c:ext>
          </c:extLst>
        </c:ser>
        <c:ser>
          <c:idx val="1"/>
          <c:order val="1"/>
          <c:tx>
            <c:v>zeta = 0.7</c:v>
          </c:tx>
          <c:spPr>
            <a:ln w="24765">
              <a:solidFill>
                <a:srgbClr val="245B9B"/>
              </a:solidFill>
              <a:prstDash val="solid"/>
            </a:ln>
          </c:spPr>
          <c:marker>
            <c:symbol val="none"/>
          </c:marker>
          <c:xVal>
            <c:numLit>
              <c:formatCode>General</c:formatCode>
              <c:ptCount val="601"/>
              <c:pt idx="0">
                <c:v>0</c:v>
              </c:pt>
              <c:pt idx="1">
                <c:v>2.0000000000000052E-2</c:v>
              </c:pt>
              <c:pt idx="2">
                <c:v>3.9999999999999238E-2</c:v>
              </c:pt>
              <c:pt idx="3">
                <c:v>5.999999999999929E-2</c:v>
              </c:pt>
              <c:pt idx="4">
                <c:v>7.9999999999999349E-2</c:v>
              </c:pt>
              <c:pt idx="5">
                <c:v>9.9999999999999395E-2</c:v>
              </c:pt>
              <c:pt idx="6">
                <c:v>0.11999999999999944</c:v>
              </c:pt>
              <c:pt idx="7">
                <c:v>0.13999999999999951</c:v>
              </c:pt>
              <c:pt idx="8">
                <c:v>0.15999999999999956</c:v>
              </c:pt>
              <c:pt idx="9">
                <c:v>0.1799999999999996</c:v>
              </c:pt>
              <c:pt idx="10">
                <c:v>0.19999999999999965</c:v>
              </c:pt>
              <c:pt idx="11">
                <c:v>0.2199999999999997</c:v>
              </c:pt>
              <c:pt idx="12">
                <c:v>0.23999999999999977</c:v>
              </c:pt>
              <c:pt idx="13">
                <c:v>0.25999999999999979</c:v>
              </c:pt>
              <c:pt idx="14">
                <c:v>0.27999999999999986</c:v>
              </c:pt>
              <c:pt idx="15">
                <c:v>0.29999999999999993</c:v>
              </c:pt>
              <c:pt idx="16">
                <c:v>0.31999999999999995</c:v>
              </c:pt>
              <c:pt idx="17">
                <c:v>0.34</c:v>
              </c:pt>
              <c:pt idx="18">
                <c:v>0.3600000000000001</c:v>
              </c:pt>
              <c:pt idx="19">
                <c:v>0.37999999999999928</c:v>
              </c:pt>
              <c:pt idx="20">
                <c:v>0.3999999999999993</c:v>
              </c:pt>
              <c:pt idx="21">
                <c:v>0.41999999999999937</c:v>
              </c:pt>
              <c:pt idx="22">
                <c:v>0.43999999999999939</c:v>
              </c:pt>
              <c:pt idx="23">
                <c:v>0.45999999999999946</c:v>
              </c:pt>
              <c:pt idx="24">
                <c:v>0.47999999999999954</c:v>
              </c:pt>
              <c:pt idx="25">
                <c:v>0.49999999999999956</c:v>
              </c:pt>
              <c:pt idx="26">
                <c:v>0.51999999999999957</c:v>
              </c:pt>
              <c:pt idx="27">
                <c:v>0.5399999999999997</c:v>
              </c:pt>
              <c:pt idx="28">
                <c:v>0.55999999999999972</c:v>
              </c:pt>
              <c:pt idx="29">
                <c:v>0.57999999999999974</c:v>
              </c:pt>
              <c:pt idx="30">
                <c:v>0.59999999999999987</c:v>
              </c:pt>
              <c:pt idx="31">
                <c:v>0.61999999999999988</c:v>
              </c:pt>
              <c:pt idx="32">
                <c:v>0.6399999999999999</c:v>
              </c:pt>
              <c:pt idx="33">
                <c:v>0.66</c:v>
              </c:pt>
              <c:pt idx="34">
                <c:v>0.68</c:v>
              </c:pt>
              <c:pt idx="35">
                <c:v>0.69999999999999929</c:v>
              </c:pt>
              <c:pt idx="36">
                <c:v>0.71999999999999931</c:v>
              </c:pt>
              <c:pt idx="37">
                <c:v>0.73999999999999932</c:v>
              </c:pt>
              <c:pt idx="38">
                <c:v>0.75999999999999934</c:v>
              </c:pt>
              <c:pt idx="39">
                <c:v>0.77999999999999947</c:v>
              </c:pt>
              <c:pt idx="40">
                <c:v>0.79999999999999949</c:v>
              </c:pt>
              <c:pt idx="41">
                <c:v>0.81999999999999951</c:v>
              </c:pt>
              <c:pt idx="42">
                <c:v>0.83999999999999964</c:v>
              </c:pt>
              <c:pt idx="43">
                <c:v>0.85999999999999965</c:v>
              </c:pt>
              <c:pt idx="44">
                <c:v>0.87999999999999967</c:v>
              </c:pt>
              <c:pt idx="45">
                <c:v>0.8999999999999998</c:v>
              </c:pt>
              <c:pt idx="46">
                <c:v>0.91999999999999982</c:v>
              </c:pt>
              <c:pt idx="47">
                <c:v>0.93999999999999984</c:v>
              </c:pt>
              <c:pt idx="48">
                <c:v>0.96</c:v>
              </c:pt>
              <c:pt idx="49">
                <c:v>0.98</c:v>
              </c:pt>
              <c:pt idx="50">
                <c:v>1</c:v>
              </c:pt>
              <c:pt idx="51">
                <c:v>1.0199999999999991</c:v>
              </c:pt>
              <c:pt idx="52">
                <c:v>1.0399999999999991</c:v>
              </c:pt>
              <c:pt idx="53">
                <c:v>1.0599999999999994</c:v>
              </c:pt>
              <c:pt idx="54">
                <c:v>1.0799999999999994</c:v>
              </c:pt>
              <c:pt idx="55">
                <c:v>1.0999999999999994</c:v>
              </c:pt>
              <c:pt idx="56">
                <c:v>1.1199999999999994</c:v>
              </c:pt>
              <c:pt idx="57">
                <c:v>1.1399999999999995</c:v>
              </c:pt>
              <c:pt idx="58">
                <c:v>1.1599999999999995</c:v>
              </c:pt>
              <c:pt idx="59">
                <c:v>1.1799999999999997</c:v>
              </c:pt>
              <c:pt idx="60">
                <c:v>1.1999999999999997</c:v>
              </c:pt>
              <c:pt idx="61">
                <c:v>1.2199999999999998</c:v>
              </c:pt>
              <c:pt idx="62">
                <c:v>1.2399999999999998</c:v>
              </c:pt>
              <c:pt idx="63">
                <c:v>1.2599999999999998</c:v>
              </c:pt>
              <c:pt idx="64">
                <c:v>1.2799999999999998</c:v>
              </c:pt>
              <c:pt idx="65">
                <c:v>1.3</c:v>
              </c:pt>
              <c:pt idx="66">
                <c:v>1.32</c:v>
              </c:pt>
              <c:pt idx="67">
                <c:v>1.3399999999999992</c:v>
              </c:pt>
              <c:pt idx="68">
                <c:v>1.3599999999999992</c:v>
              </c:pt>
              <c:pt idx="69">
                <c:v>1.3799999999999992</c:v>
              </c:pt>
              <c:pt idx="70">
                <c:v>1.3999999999999992</c:v>
              </c:pt>
              <c:pt idx="71">
                <c:v>1.4199999999999995</c:v>
              </c:pt>
              <c:pt idx="72">
                <c:v>1.4399999999999995</c:v>
              </c:pt>
              <c:pt idx="73">
                <c:v>1.4599999999999995</c:v>
              </c:pt>
              <c:pt idx="74">
                <c:v>1.4799999999999995</c:v>
              </c:pt>
              <c:pt idx="75">
                <c:v>1.4999999999999996</c:v>
              </c:pt>
              <c:pt idx="76">
                <c:v>1.5199999999999996</c:v>
              </c:pt>
              <c:pt idx="77">
                <c:v>1.5399999999999996</c:v>
              </c:pt>
              <c:pt idx="78">
                <c:v>1.5599999999999998</c:v>
              </c:pt>
              <c:pt idx="79">
                <c:v>1.5799999999999998</c:v>
              </c:pt>
              <c:pt idx="80">
                <c:v>1.5999999999999999</c:v>
              </c:pt>
              <c:pt idx="81">
                <c:v>1.6199999999999999</c:v>
              </c:pt>
              <c:pt idx="82">
                <c:v>1.64</c:v>
              </c:pt>
              <c:pt idx="83">
                <c:v>1.66</c:v>
              </c:pt>
              <c:pt idx="84">
                <c:v>1.6799999999999993</c:v>
              </c:pt>
              <c:pt idx="85">
                <c:v>1.6999999999999993</c:v>
              </c:pt>
              <c:pt idx="86">
                <c:v>1.7199999999999993</c:v>
              </c:pt>
              <c:pt idx="87">
                <c:v>1.7399999999999993</c:v>
              </c:pt>
              <c:pt idx="88">
                <c:v>1.7599999999999993</c:v>
              </c:pt>
              <c:pt idx="89">
                <c:v>1.7799999999999994</c:v>
              </c:pt>
              <c:pt idx="90">
                <c:v>1.7999999999999996</c:v>
              </c:pt>
              <c:pt idx="91">
                <c:v>1.8199999999999996</c:v>
              </c:pt>
              <c:pt idx="92">
                <c:v>1.8399999999999996</c:v>
              </c:pt>
              <c:pt idx="93">
                <c:v>1.8599999999999997</c:v>
              </c:pt>
              <c:pt idx="94">
                <c:v>1.8799999999999997</c:v>
              </c:pt>
              <c:pt idx="95">
                <c:v>1.8999999999999997</c:v>
              </c:pt>
              <c:pt idx="96">
                <c:v>1.92</c:v>
              </c:pt>
              <c:pt idx="97">
                <c:v>1.94</c:v>
              </c:pt>
              <c:pt idx="98">
                <c:v>1.96</c:v>
              </c:pt>
              <c:pt idx="99">
                <c:v>1.98</c:v>
              </c:pt>
              <c:pt idx="100">
                <c:v>1.9999999999999991</c:v>
              </c:pt>
              <c:pt idx="101">
                <c:v>2.0199999999999991</c:v>
              </c:pt>
              <c:pt idx="102">
                <c:v>2.0399999999999991</c:v>
              </c:pt>
              <c:pt idx="103">
                <c:v>2.0599999999999992</c:v>
              </c:pt>
              <c:pt idx="104">
                <c:v>2.0799999999999992</c:v>
              </c:pt>
              <c:pt idx="105">
                <c:v>2.0999999999999996</c:v>
              </c:pt>
              <c:pt idx="106">
                <c:v>2.1199999999999997</c:v>
              </c:pt>
              <c:pt idx="107">
                <c:v>2.1399999999999997</c:v>
              </c:pt>
              <c:pt idx="108">
                <c:v>2.1599999999999997</c:v>
              </c:pt>
              <c:pt idx="109">
                <c:v>2.1799999999999997</c:v>
              </c:pt>
              <c:pt idx="110">
                <c:v>2.1999999999999997</c:v>
              </c:pt>
              <c:pt idx="111">
                <c:v>2.2199999999999998</c:v>
              </c:pt>
              <c:pt idx="112">
                <c:v>2.2399999999999998</c:v>
              </c:pt>
              <c:pt idx="113">
                <c:v>2.2599999999999998</c:v>
              </c:pt>
              <c:pt idx="114">
                <c:v>2.2799999999999998</c:v>
              </c:pt>
              <c:pt idx="115">
                <c:v>2.2999999999999998</c:v>
              </c:pt>
              <c:pt idx="116">
                <c:v>2.319999999999999</c:v>
              </c:pt>
              <c:pt idx="117">
                <c:v>2.3399999999999994</c:v>
              </c:pt>
              <c:pt idx="118">
                <c:v>2.3599999999999994</c:v>
              </c:pt>
              <c:pt idx="119">
                <c:v>2.3799999999999994</c:v>
              </c:pt>
              <c:pt idx="120">
                <c:v>2.3999999999999995</c:v>
              </c:pt>
              <c:pt idx="121">
                <c:v>2.4199999999999995</c:v>
              </c:pt>
              <c:pt idx="122">
                <c:v>2.4399999999999995</c:v>
              </c:pt>
              <c:pt idx="123">
                <c:v>2.4599999999999995</c:v>
              </c:pt>
              <c:pt idx="124">
                <c:v>2.4799999999999995</c:v>
              </c:pt>
              <c:pt idx="125">
                <c:v>2.4999999999999996</c:v>
              </c:pt>
              <c:pt idx="126">
                <c:v>2.5199999999999996</c:v>
              </c:pt>
              <c:pt idx="127">
                <c:v>2.5399999999999996</c:v>
              </c:pt>
              <c:pt idx="128">
                <c:v>2.5599999999999996</c:v>
              </c:pt>
              <c:pt idx="129">
                <c:v>2.5799999999999996</c:v>
              </c:pt>
              <c:pt idx="130">
                <c:v>2.6</c:v>
              </c:pt>
              <c:pt idx="131">
                <c:v>2.62</c:v>
              </c:pt>
              <c:pt idx="132">
                <c:v>2.6399999999999992</c:v>
              </c:pt>
              <c:pt idx="133">
                <c:v>2.6599999999999993</c:v>
              </c:pt>
              <c:pt idx="134">
                <c:v>2.6799999999999993</c:v>
              </c:pt>
              <c:pt idx="135">
                <c:v>2.6999999999999993</c:v>
              </c:pt>
              <c:pt idx="136">
                <c:v>2.7199999999999993</c:v>
              </c:pt>
              <c:pt idx="137">
                <c:v>2.7399999999999993</c:v>
              </c:pt>
              <c:pt idx="138">
                <c:v>2.7599999999999993</c:v>
              </c:pt>
              <c:pt idx="139">
                <c:v>2.7799999999999994</c:v>
              </c:pt>
              <c:pt idx="140">
                <c:v>2.7999999999999994</c:v>
              </c:pt>
              <c:pt idx="141">
                <c:v>2.8199999999999985</c:v>
              </c:pt>
              <c:pt idx="142">
                <c:v>2.84</c:v>
              </c:pt>
              <c:pt idx="143">
                <c:v>2.859999999999999</c:v>
              </c:pt>
              <c:pt idx="144">
                <c:v>2.88</c:v>
              </c:pt>
              <c:pt idx="145">
                <c:v>2.899999999999999</c:v>
              </c:pt>
              <c:pt idx="146">
                <c:v>2.92</c:v>
              </c:pt>
              <c:pt idx="147">
                <c:v>2.9399999999999991</c:v>
              </c:pt>
              <c:pt idx="148">
                <c:v>2.96</c:v>
              </c:pt>
              <c:pt idx="149">
                <c:v>2.9799999999999991</c:v>
              </c:pt>
              <c:pt idx="150">
                <c:v>3</c:v>
              </c:pt>
              <c:pt idx="151">
                <c:v>3.0199999999999991</c:v>
              </c:pt>
              <c:pt idx="152">
                <c:v>3.04</c:v>
              </c:pt>
              <c:pt idx="153">
                <c:v>3.0599999999999992</c:v>
              </c:pt>
              <c:pt idx="154">
                <c:v>3.08</c:v>
              </c:pt>
              <c:pt idx="155">
                <c:v>3.0999999999999996</c:v>
              </c:pt>
              <c:pt idx="156">
                <c:v>3.1200000000000006</c:v>
              </c:pt>
              <c:pt idx="157">
                <c:v>3.1399999999999997</c:v>
              </c:pt>
              <c:pt idx="158">
                <c:v>3.1599999999999988</c:v>
              </c:pt>
              <c:pt idx="159">
                <c:v>3.1799999999999997</c:v>
              </c:pt>
              <c:pt idx="160">
                <c:v>3.1999999999999988</c:v>
              </c:pt>
              <c:pt idx="161">
                <c:v>3.2199999999999998</c:v>
              </c:pt>
              <c:pt idx="162">
                <c:v>3.2399999999999989</c:v>
              </c:pt>
              <c:pt idx="163">
                <c:v>3.26</c:v>
              </c:pt>
              <c:pt idx="164">
                <c:v>3.2799999999999989</c:v>
              </c:pt>
              <c:pt idx="165">
                <c:v>3.3</c:v>
              </c:pt>
              <c:pt idx="166">
                <c:v>3.319999999999999</c:v>
              </c:pt>
              <c:pt idx="167">
                <c:v>3.3400000000000003</c:v>
              </c:pt>
              <c:pt idx="168">
                <c:v>3.3599999999999994</c:v>
              </c:pt>
              <c:pt idx="169">
                <c:v>3.3800000000000003</c:v>
              </c:pt>
              <c:pt idx="170">
                <c:v>3.3999999999999995</c:v>
              </c:pt>
              <c:pt idx="171">
                <c:v>3.4200000000000004</c:v>
              </c:pt>
              <c:pt idx="172">
                <c:v>3.4399999999999995</c:v>
              </c:pt>
              <c:pt idx="173">
                <c:v>3.4599999999999986</c:v>
              </c:pt>
              <c:pt idx="174">
                <c:v>3.4799999999999995</c:v>
              </c:pt>
              <c:pt idx="175">
                <c:v>3.4999999999999987</c:v>
              </c:pt>
              <c:pt idx="176">
                <c:v>3.5199999999999996</c:v>
              </c:pt>
              <c:pt idx="177">
                <c:v>3.5399999999999987</c:v>
              </c:pt>
              <c:pt idx="178">
                <c:v>3.5599999999999996</c:v>
              </c:pt>
              <c:pt idx="179">
                <c:v>3.5799999999999992</c:v>
              </c:pt>
              <c:pt idx="180">
                <c:v>3.6</c:v>
              </c:pt>
              <c:pt idx="181">
                <c:v>3.6199999999999992</c:v>
              </c:pt>
              <c:pt idx="182">
                <c:v>3.64</c:v>
              </c:pt>
              <c:pt idx="183">
                <c:v>3.6599999999999993</c:v>
              </c:pt>
              <c:pt idx="184">
                <c:v>3.68</c:v>
              </c:pt>
              <c:pt idx="185">
                <c:v>3.6999999999999993</c:v>
              </c:pt>
              <c:pt idx="186">
                <c:v>3.72</c:v>
              </c:pt>
              <c:pt idx="187">
                <c:v>3.7399999999999993</c:v>
              </c:pt>
              <c:pt idx="188">
                <c:v>3.7600000000000002</c:v>
              </c:pt>
              <c:pt idx="189">
                <c:v>3.7799999999999994</c:v>
              </c:pt>
              <c:pt idx="190">
                <c:v>3.7999999999999985</c:v>
              </c:pt>
              <c:pt idx="191">
                <c:v>3.8199999999999994</c:v>
              </c:pt>
              <c:pt idx="192">
                <c:v>3.839999999999999</c:v>
              </c:pt>
              <c:pt idx="193">
                <c:v>3.86</c:v>
              </c:pt>
              <c:pt idx="194">
                <c:v>3.879999999999999</c:v>
              </c:pt>
              <c:pt idx="195">
                <c:v>3.9</c:v>
              </c:pt>
              <c:pt idx="196">
                <c:v>3.919999999999999</c:v>
              </c:pt>
              <c:pt idx="197">
                <c:v>3.94</c:v>
              </c:pt>
              <c:pt idx="198">
                <c:v>3.9599999999999991</c:v>
              </c:pt>
              <c:pt idx="199">
                <c:v>3.98</c:v>
              </c:pt>
              <c:pt idx="200">
                <c:v>3.9999999999999991</c:v>
              </c:pt>
              <c:pt idx="201">
                <c:v>4.0200000000000005</c:v>
              </c:pt>
              <c:pt idx="202">
                <c:v>4.0399999999999991</c:v>
              </c:pt>
              <c:pt idx="203">
                <c:v>4.0600000000000005</c:v>
              </c:pt>
              <c:pt idx="204">
                <c:v>4.0799999999999992</c:v>
              </c:pt>
              <c:pt idx="205">
                <c:v>4.1000000000000005</c:v>
              </c:pt>
              <c:pt idx="206">
                <c:v>4.1199999999999992</c:v>
              </c:pt>
              <c:pt idx="207">
                <c:v>4.1399999999999988</c:v>
              </c:pt>
              <c:pt idx="208">
                <c:v>4.1599999999999993</c:v>
              </c:pt>
              <c:pt idx="209">
                <c:v>4.1799999999999988</c:v>
              </c:pt>
              <c:pt idx="210">
                <c:v>4.2</c:v>
              </c:pt>
              <c:pt idx="211">
                <c:v>4.2199999999999989</c:v>
              </c:pt>
              <c:pt idx="212">
                <c:v>4.24</c:v>
              </c:pt>
              <c:pt idx="213">
                <c:v>4.2599999999999989</c:v>
              </c:pt>
              <c:pt idx="214">
                <c:v>4.28</c:v>
              </c:pt>
              <c:pt idx="215">
                <c:v>4.2999999999999989</c:v>
              </c:pt>
              <c:pt idx="216">
                <c:v>4.32</c:v>
              </c:pt>
              <c:pt idx="217">
                <c:v>4.339999999999999</c:v>
              </c:pt>
              <c:pt idx="218">
                <c:v>4.3600000000000003</c:v>
              </c:pt>
              <c:pt idx="219">
                <c:v>4.379999999999999</c:v>
              </c:pt>
              <c:pt idx="220">
                <c:v>4.4000000000000004</c:v>
              </c:pt>
              <c:pt idx="221">
                <c:v>4.419999999999999</c:v>
              </c:pt>
              <c:pt idx="222">
                <c:v>4.4399999999999986</c:v>
              </c:pt>
              <c:pt idx="223">
                <c:v>4.46</c:v>
              </c:pt>
              <c:pt idx="224">
                <c:v>4.4799999999999986</c:v>
              </c:pt>
              <c:pt idx="225">
                <c:v>4.5</c:v>
              </c:pt>
              <c:pt idx="226">
                <c:v>4.5199999999999987</c:v>
              </c:pt>
              <c:pt idx="227">
                <c:v>4.54</c:v>
              </c:pt>
              <c:pt idx="228">
                <c:v>4.5599999999999987</c:v>
              </c:pt>
              <c:pt idx="229">
                <c:v>4.58</c:v>
              </c:pt>
              <c:pt idx="230">
                <c:v>4.5999999999999988</c:v>
              </c:pt>
              <c:pt idx="231">
                <c:v>4.62</c:v>
              </c:pt>
              <c:pt idx="232">
                <c:v>4.6399999999999988</c:v>
              </c:pt>
              <c:pt idx="233">
                <c:v>4.66</c:v>
              </c:pt>
              <c:pt idx="234">
                <c:v>4.6799999999999988</c:v>
              </c:pt>
              <c:pt idx="235">
                <c:v>4.7</c:v>
              </c:pt>
              <c:pt idx="236">
                <c:v>4.72</c:v>
              </c:pt>
              <c:pt idx="237">
                <c:v>4.74</c:v>
              </c:pt>
              <c:pt idx="238">
                <c:v>4.76</c:v>
              </c:pt>
              <c:pt idx="239">
                <c:v>4.7799999999999985</c:v>
              </c:pt>
              <c:pt idx="240">
                <c:v>4.8</c:v>
              </c:pt>
              <c:pt idx="241">
                <c:v>4.8199999999999985</c:v>
              </c:pt>
              <c:pt idx="242">
                <c:v>4.84</c:v>
              </c:pt>
              <c:pt idx="243">
                <c:v>4.8599999999999985</c:v>
              </c:pt>
              <c:pt idx="244">
                <c:v>4.88</c:v>
              </c:pt>
              <c:pt idx="245">
                <c:v>4.8999999999999986</c:v>
              </c:pt>
              <c:pt idx="246">
                <c:v>4.92</c:v>
              </c:pt>
              <c:pt idx="247">
                <c:v>4.9399999999999995</c:v>
              </c:pt>
              <c:pt idx="248">
                <c:v>4.96</c:v>
              </c:pt>
              <c:pt idx="249">
                <c:v>4.9799999999999995</c:v>
              </c:pt>
              <c:pt idx="250">
                <c:v>5</c:v>
              </c:pt>
              <c:pt idx="251">
                <c:v>5.0199999999999996</c:v>
              </c:pt>
              <c:pt idx="252">
                <c:v>5.04</c:v>
              </c:pt>
              <c:pt idx="253">
                <c:v>5.0599999999999996</c:v>
              </c:pt>
              <c:pt idx="254">
                <c:v>5.0799999999999983</c:v>
              </c:pt>
              <c:pt idx="255">
                <c:v>5.0999999999999996</c:v>
              </c:pt>
              <c:pt idx="256">
                <c:v>5.1199999999999983</c:v>
              </c:pt>
              <c:pt idx="257">
                <c:v>5.14</c:v>
              </c:pt>
              <c:pt idx="258">
                <c:v>5.1599999999999984</c:v>
              </c:pt>
              <c:pt idx="259">
                <c:v>5.18</c:v>
              </c:pt>
              <c:pt idx="260">
                <c:v>5.1999999999999993</c:v>
              </c:pt>
              <c:pt idx="261">
                <c:v>5.22</c:v>
              </c:pt>
              <c:pt idx="262">
                <c:v>5.2399999999999993</c:v>
              </c:pt>
              <c:pt idx="263">
                <c:v>5.26</c:v>
              </c:pt>
              <c:pt idx="264">
                <c:v>5.2799999999999994</c:v>
              </c:pt>
              <c:pt idx="265">
                <c:v>5.3</c:v>
              </c:pt>
              <c:pt idx="266">
                <c:v>5.3199999999999994</c:v>
              </c:pt>
              <c:pt idx="267">
                <c:v>5.34</c:v>
              </c:pt>
              <c:pt idx="268">
                <c:v>5.3599999999999994</c:v>
              </c:pt>
              <c:pt idx="269">
                <c:v>5.38</c:v>
              </c:pt>
              <c:pt idx="270">
                <c:v>5.3999999999999995</c:v>
              </c:pt>
              <c:pt idx="271">
                <c:v>5.419999999999999</c:v>
              </c:pt>
              <c:pt idx="272">
                <c:v>5.4399999999999995</c:v>
              </c:pt>
              <c:pt idx="273">
                <c:v>5.4599999999999991</c:v>
              </c:pt>
              <c:pt idx="274">
                <c:v>5.4799999999999995</c:v>
              </c:pt>
              <c:pt idx="275">
                <c:v>5.4999999999999991</c:v>
              </c:pt>
              <c:pt idx="276">
                <c:v>5.52</c:v>
              </c:pt>
              <c:pt idx="277">
                <c:v>5.5399999999999991</c:v>
              </c:pt>
              <c:pt idx="278">
                <c:v>5.56</c:v>
              </c:pt>
              <c:pt idx="279">
                <c:v>5.5799999999999992</c:v>
              </c:pt>
              <c:pt idx="280">
                <c:v>5.6</c:v>
              </c:pt>
              <c:pt idx="281">
                <c:v>5.6199999999999992</c:v>
              </c:pt>
              <c:pt idx="282">
                <c:v>5.64</c:v>
              </c:pt>
              <c:pt idx="283">
                <c:v>5.6599999999999993</c:v>
              </c:pt>
              <c:pt idx="284">
                <c:v>5.68</c:v>
              </c:pt>
              <c:pt idx="285">
                <c:v>5.6999999999999993</c:v>
              </c:pt>
              <c:pt idx="286">
                <c:v>5.7200000000000006</c:v>
              </c:pt>
              <c:pt idx="287">
                <c:v>5.7399999999999993</c:v>
              </c:pt>
              <c:pt idx="288">
                <c:v>5.7599999999999989</c:v>
              </c:pt>
              <c:pt idx="289">
                <c:v>5.7799999999999994</c:v>
              </c:pt>
              <c:pt idx="290">
                <c:v>5.7999999999999989</c:v>
              </c:pt>
              <c:pt idx="291">
                <c:v>5.8199999999999994</c:v>
              </c:pt>
              <c:pt idx="292">
                <c:v>5.839999999999999</c:v>
              </c:pt>
              <c:pt idx="293">
                <c:v>5.8599999999999994</c:v>
              </c:pt>
              <c:pt idx="294">
                <c:v>5.879999999999999</c:v>
              </c:pt>
              <c:pt idx="295">
                <c:v>5.8999999999999995</c:v>
              </c:pt>
              <c:pt idx="296">
                <c:v>5.919999999999999</c:v>
              </c:pt>
              <c:pt idx="297">
                <c:v>5.94</c:v>
              </c:pt>
              <c:pt idx="298">
                <c:v>5.9599999999999991</c:v>
              </c:pt>
              <c:pt idx="299">
                <c:v>5.98</c:v>
              </c:pt>
              <c:pt idx="300">
                <c:v>5.9999999999999991</c:v>
              </c:pt>
              <c:pt idx="301">
                <c:v>6.0200000000000005</c:v>
              </c:pt>
              <c:pt idx="302">
                <c:v>6.0399999999999991</c:v>
              </c:pt>
              <c:pt idx="303">
                <c:v>6.0599999999999987</c:v>
              </c:pt>
              <c:pt idx="304">
                <c:v>6.0799999999999992</c:v>
              </c:pt>
              <c:pt idx="305">
                <c:v>6.0999999999999988</c:v>
              </c:pt>
              <c:pt idx="306">
                <c:v>6.1199999999999992</c:v>
              </c:pt>
              <c:pt idx="307">
                <c:v>6.1399999999999988</c:v>
              </c:pt>
              <c:pt idx="308">
                <c:v>6.1599999999999993</c:v>
              </c:pt>
              <c:pt idx="309">
                <c:v>6.1799999999999988</c:v>
              </c:pt>
              <c:pt idx="310">
                <c:v>6.2</c:v>
              </c:pt>
              <c:pt idx="311">
                <c:v>6.2199999999999989</c:v>
              </c:pt>
              <c:pt idx="312">
                <c:v>6.24</c:v>
              </c:pt>
              <c:pt idx="313">
                <c:v>6.2599999999999989</c:v>
              </c:pt>
              <c:pt idx="314">
                <c:v>6.28</c:v>
              </c:pt>
              <c:pt idx="315">
                <c:v>6.2999999999999989</c:v>
              </c:pt>
              <c:pt idx="316">
                <c:v>6.32</c:v>
              </c:pt>
              <c:pt idx="317">
                <c:v>6.339999999999999</c:v>
              </c:pt>
              <c:pt idx="318">
                <c:v>6.36</c:v>
              </c:pt>
              <c:pt idx="319">
                <c:v>6.379999999999999</c:v>
              </c:pt>
              <c:pt idx="320">
                <c:v>6.3999999999999986</c:v>
              </c:pt>
              <c:pt idx="321">
                <c:v>6.42</c:v>
              </c:pt>
              <c:pt idx="322">
                <c:v>6.4399999999999986</c:v>
              </c:pt>
              <c:pt idx="323">
                <c:v>6.46</c:v>
              </c:pt>
              <c:pt idx="324">
                <c:v>6.4799999999999986</c:v>
              </c:pt>
              <c:pt idx="325">
                <c:v>6.5</c:v>
              </c:pt>
              <c:pt idx="326">
                <c:v>6.5199999999999987</c:v>
              </c:pt>
              <c:pt idx="327">
                <c:v>6.54</c:v>
              </c:pt>
              <c:pt idx="328">
                <c:v>6.5599999999999987</c:v>
              </c:pt>
              <c:pt idx="329">
                <c:v>6.58</c:v>
              </c:pt>
              <c:pt idx="330">
                <c:v>6.5999999999999988</c:v>
              </c:pt>
              <c:pt idx="331">
                <c:v>6.62</c:v>
              </c:pt>
              <c:pt idx="332">
                <c:v>6.6399999999999988</c:v>
              </c:pt>
              <c:pt idx="333">
                <c:v>6.66</c:v>
              </c:pt>
              <c:pt idx="334">
                <c:v>6.68</c:v>
              </c:pt>
              <c:pt idx="335">
                <c:v>6.7</c:v>
              </c:pt>
              <c:pt idx="336">
                <c:v>6.72</c:v>
              </c:pt>
              <c:pt idx="337">
                <c:v>6.7399999999999984</c:v>
              </c:pt>
              <c:pt idx="338">
                <c:v>6.76</c:v>
              </c:pt>
              <c:pt idx="339">
                <c:v>6.7799999999999985</c:v>
              </c:pt>
              <c:pt idx="340">
                <c:v>6.8</c:v>
              </c:pt>
              <c:pt idx="341">
                <c:v>6.8199999999999985</c:v>
              </c:pt>
              <c:pt idx="342">
                <c:v>6.84</c:v>
              </c:pt>
              <c:pt idx="343">
                <c:v>6.8599999999999985</c:v>
              </c:pt>
              <c:pt idx="344">
                <c:v>6.88</c:v>
              </c:pt>
              <c:pt idx="345">
                <c:v>6.8999999999999986</c:v>
              </c:pt>
              <c:pt idx="346">
                <c:v>6.92</c:v>
              </c:pt>
              <c:pt idx="347">
                <c:v>6.9399999999999995</c:v>
              </c:pt>
              <c:pt idx="348">
                <c:v>6.96</c:v>
              </c:pt>
              <c:pt idx="349">
                <c:v>6.9799999999999995</c:v>
              </c:pt>
              <c:pt idx="350">
                <c:v>7</c:v>
              </c:pt>
              <c:pt idx="351">
                <c:v>7.02</c:v>
              </c:pt>
              <c:pt idx="352">
                <c:v>7.0399999999999983</c:v>
              </c:pt>
              <c:pt idx="353">
                <c:v>7.06</c:v>
              </c:pt>
              <c:pt idx="354">
                <c:v>7.0799999999999983</c:v>
              </c:pt>
              <c:pt idx="355">
                <c:v>7.1</c:v>
              </c:pt>
              <c:pt idx="356">
                <c:v>7.1199999999999983</c:v>
              </c:pt>
              <c:pt idx="357">
                <c:v>7.14</c:v>
              </c:pt>
              <c:pt idx="358">
                <c:v>7.1599999999999993</c:v>
              </c:pt>
              <c:pt idx="359">
                <c:v>7.18</c:v>
              </c:pt>
              <c:pt idx="360">
                <c:v>7.1999999999999993</c:v>
              </c:pt>
              <c:pt idx="361">
                <c:v>7.22</c:v>
              </c:pt>
              <c:pt idx="362">
                <c:v>7.2399999999999993</c:v>
              </c:pt>
              <c:pt idx="363">
                <c:v>7.26</c:v>
              </c:pt>
              <c:pt idx="364">
                <c:v>7.2799999999999994</c:v>
              </c:pt>
              <c:pt idx="365">
                <c:v>7.3</c:v>
              </c:pt>
              <c:pt idx="366">
                <c:v>7.3199999999999994</c:v>
              </c:pt>
              <c:pt idx="367">
                <c:v>7.34</c:v>
              </c:pt>
              <c:pt idx="368">
                <c:v>7.3599999999999994</c:v>
              </c:pt>
              <c:pt idx="369">
                <c:v>7.3799999999999981</c:v>
              </c:pt>
              <c:pt idx="370">
                <c:v>7.3999999999999995</c:v>
              </c:pt>
              <c:pt idx="371">
                <c:v>7.419999999999999</c:v>
              </c:pt>
              <c:pt idx="372">
                <c:v>7.4399999999999995</c:v>
              </c:pt>
              <c:pt idx="373">
                <c:v>7.4599999999999991</c:v>
              </c:pt>
              <c:pt idx="374">
                <c:v>7.4799999999999995</c:v>
              </c:pt>
              <c:pt idx="375">
                <c:v>7.4999999999999991</c:v>
              </c:pt>
              <c:pt idx="376">
                <c:v>7.52</c:v>
              </c:pt>
              <c:pt idx="377">
                <c:v>7.5399999999999991</c:v>
              </c:pt>
              <c:pt idx="378">
                <c:v>7.56</c:v>
              </c:pt>
              <c:pt idx="379">
                <c:v>7.5799999999999992</c:v>
              </c:pt>
              <c:pt idx="380">
                <c:v>7.6</c:v>
              </c:pt>
              <c:pt idx="381">
                <c:v>7.6199999999999992</c:v>
              </c:pt>
              <c:pt idx="382">
                <c:v>7.64</c:v>
              </c:pt>
              <c:pt idx="383">
                <c:v>7.6599999999999993</c:v>
              </c:pt>
              <c:pt idx="384">
                <c:v>7.6799999999999988</c:v>
              </c:pt>
              <c:pt idx="385">
                <c:v>7.6999999999999993</c:v>
              </c:pt>
              <c:pt idx="386">
                <c:v>7.7199999999999989</c:v>
              </c:pt>
              <c:pt idx="387">
                <c:v>7.7399999999999993</c:v>
              </c:pt>
              <c:pt idx="388">
                <c:v>7.7599999999999989</c:v>
              </c:pt>
              <c:pt idx="389">
                <c:v>7.7799999999999994</c:v>
              </c:pt>
              <c:pt idx="390">
                <c:v>7.7999999999999989</c:v>
              </c:pt>
              <c:pt idx="391">
                <c:v>7.82</c:v>
              </c:pt>
              <c:pt idx="392">
                <c:v>7.84</c:v>
              </c:pt>
              <c:pt idx="393">
                <c:v>7.8599999999999985</c:v>
              </c:pt>
              <c:pt idx="394">
                <c:v>7.8799999999999981</c:v>
              </c:pt>
              <c:pt idx="395">
                <c:v>7.9</c:v>
              </c:pt>
              <c:pt idx="396">
                <c:v>7.92</c:v>
              </c:pt>
              <c:pt idx="397">
                <c:v>7.9399999999999995</c:v>
              </c:pt>
              <c:pt idx="398">
                <c:v>7.9599999999999982</c:v>
              </c:pt>
              <c:pt idx="399">
                <c:v>7.9800000000000013</c:v>
              </c:pt>
              <c:pt idx="400">
                <c:v>8</c:v>
              </c:pt>
              <c:pt idx="401">
                <c:v>8.02</c:v>
              </c:pt>
              <c:pt idx="402">
                <c:v>8.0399999999999991</c:v>
              </c:pt>
              <c:pt idx="403">
                <c:v>8.0599999999999969</c:v>
              </c:pt>
              <c:pt idx="404">
                <c:v>8.08</c:v>
              </c:pt>
              <c:pt idx="405">
                <c:v>8.1</c:v>
              </c:pt>
              <c:pt idx="406">
                <c:v>8.1199999999999992</c:v>
              </c:pt>
              <c:pt idx="407">
                <c:v>8.1399999999999988</c:v>
              </c:pt>
              <c:pt idx="408">
                <c:v>8.16</c:v>
              </c:pt>
              <c:pt idx="409">
                <c:v>8.18</c:v>
              </c:pt>
              <c:pt idx="410">
                <c:v>8.1999999999999993</c:v>
              </c:pt>
              <c:pt idx="411">
                <c:v>8.2199999999999989</c:v>
              </c:pt>
              <c:pt idx="412">
                <c:v>8.24</c:v>
              </c:pt>
              <c:pt idx="413">
                <c:v>8.26</c:v>
              </c:pt>
              <c:pt idx="414">
                <c:v>8.2799999999999994</c:v>
              </c:pt>
              <c:pt idx="415">
                <c:v>8.2999999999999989</c:v>
              </c:pt>
              <c:pt idx="416">
                <c:v>8.32</c:v>
              </c:pt>
              <c:pt idx="417">
                <c:v>8.34</c:v>
              </c:pt>
              <c:pt idx="418">
                <c:v>8.36</c:v>
              </c:pt>
              <c:pt idx="419">
                <c:v>8.379999999999999</c:v>
              </c:pt>
              <c:pt idx="420">
                <c:v>8.3999999999999986</c:v>
              </c:pt>
              <c:pt idx="421">
                <c:v>8.42</c:v>
              </c:pt>
              <c:pt idx="422">
                <c:v>8.44</c:v>
              </c:pt>
              <c:pt idx="423">
                <c:v>8.4599999999999991</c:v>
              </c:pt>
              <c:pt idx="424">
                <c:v>8.4799999999999986</c:v>
              </c:pt>
              <c:pt idx="425">
                <c:v>8.5</c:v>
              </c:pt>
              <c:pt idx="426">
                <c:v>8.52</c:v>
              </c:pt>
              <c:pt idx="427">
                <c:v>8.5399999999999991</c:v>
              </c:pt>
              <c:pt idx="428">
                <c:v>8.5599999999999987</c:v>
              </c:pt>
              <c:pt idx="429">
                <c:v>8.58</c:v>
              </c:pt>
              <c:pt idx="430">
                <c:v>8.6</c:v>
              </c:pt>
              <c:pt idx="431">
                <c:v>8.6199999999999992</c:v>
              </c:pt>
              <c:pt idx="432">
                <c:v>8.6399999999999988</c:v>
              </c:pt>
              <c:pt idx="433">
                <c:v>8.6599999999999984</c:v>
              </c:pt>
              <c:pt idx="434">
                <c:v>8.68</c:v>
              </c:pt>
              <c:pt idx="435">
                <c:v>8.6999999999999993</c:v>
              </c:pt>
              <c:pt idx="436">
                <c:v>8.7199999999999989</c:v>
              </c:pt>
              <c:pt idx="437">
                <c:v>8.7399999999999984</c:v>
              </c:pt>
              <c:pt idx="438">
                <c:v>8.76</c:v>
              </c:pt>
              <c:pt idx="439">
                <c:v>8.7799999999999994</c:v>
              </c:pt>
              <c:pt idx="440">
                <c:v>8.7999999999999989</c:v>
              </c:pt>
              <c:pt idx="441">
                <c:v>8.8199999999999985</c:v>
              </c:pt>
              <c:pt idx="442">
                <c:v>8.84</c:v>
              </c:pt>
              <c:pt idx="443">
                <c:v>8.86</c:v>
              </c:pt>
              <c:pt idx="444">
                <c:v>8.879999999999999</c:v>
              </c:pt>
              <c:pt idx="445">
                <c:v>8.8999999999999986</c:v>
              </c:pt>
              <c:pt idx="446">
                <c:v>8.9200000000000017</c:v>
              </c:pt>
              <c:pt idx="447">
                <c:v>8.94</c:v>
              </c:pt>
              <c:pt idx="448">
                <c:v>8.9599999999999991</c:v>
              </c:pt>
              <c:pt idx="449">
                <c:v>8.9799999999999986</c:v>
              </c:pt>
              <c:pt idx="450">
                <c:v>8.9999999999999982</c:v>
              </c:pt>
              <c:pt idx="451">
                <c:v>9.02</c:v>
              </c:pt>
              <c:pt idx="452">
                <c:v>9.0399999999999991</c:v>
              </c:pt>
              <c:pt idx="453">
                <c:v>9.0599999999999987</c:v>
              </c:pt>
              <c:pt idx="454">
                <c:v>9.0799999999999983</c:v>
              </c:pt>
              <c:pt idx="455">
                <c:v>9.1</c:v>
              </c:pt>
              <c:pt idx="456">
                <c:v>9.1199999999999992</c:v>
              </c:pt>
              <c:pt idx="457">
                <c:v>9.1399999999999988</c:v>
              </c:pt>
              <c:pt idx="458">
                <c:v>9.1599999999999984</c:v>
              </c:pt>
              <c:pt idx="459">
                <c:v>9.1800000000000015</c:v>
              </c:pt>
              <c:pt idx="460">
                <c:v>9.1999999999999993</c:v>
              </c:pt>
              <c:pt idx="461">
                <c:v>9.2199999999999989</c:v>
              </c:pt>
              <c:pt idx="462">
                <c:v>9.2399999999999984</c:v>
              </c:pt>
              <c:pt idx="463">
                <c:v>9.2600000000000016</c:v>
              </c:pt>
              <c:pt idx="464">
                <c:v>9.2799999999999994</c:v>
              </c:pt>
              <c:pt idx="465">
                <c:v>9.2999999999999989</c:v>
              </c:pt>
              <c:pt idx="466">
                <c:v>9.3199999999999985</c:v>
              </c:pt>
              <c:pt idx="467">
                <c:v>9.3399999999999981</c:v>
              </c:pt>
              <c:pt idx="468">
                <c:v>9.36</c:v>
              </c:pt>
              <c:pt idx="469">
                <c:v>9.379999999999999</c:v>
              </c:pt>
              <c:pt idx="470">
                <c:v>9.3999999999999986</c:v>
              </c:pt>
              <c:pt idx="471">
                <c:v>9.4199999999999982</c:v>
              </c:pt>
              <c:pt idx="472">
                <c:v>9.4400000000000013</c:v>
              </c:pt>
              <c:pt idx="473">
                <c:v>9.4599999999999991</c:v>
              </c:pt>
              <c:pt idx="474">
                <c:v>9.4799999999999986</c:v>
              </c:pt>
              <c:pt idx="475">
                <c:v>9.4999999999999982</c:v>
              </c:pt>
              <c:pt idx="476">
                <c:v>9.5200000000000014</c:v>
              </c:pt>
              <c:pt idx="477">
                <c:v>9.5399999999999991</c:v>
              </c:pt>
              <c:pt idx="478">
                <c:v>9.5599999999999987</c:v>
              </c:pt>
              <c:pt idx="479">
                <c:v>9.5799999999999983</c:v>
              </c:pt>
              <c:pt idx="480">
                <c:v>9.6000000000000014</c:v>
              </c:pt>
              <c:pt idx="481">
                <c:v>9.6199999999999992</c:v>
              </c:pt>
              <c:pt idx="482">
                <c:v>9.6399999999999988</c:v>
              </c:pt>
              <c:pt idx="483">
                <c:v>9.6599999999999984</c:v>
              </c:pt>
              <c:pt idx="484">
                <c:v>9.6799999999999979</c:v>
              </c:pt>
              <c:pt idx="485">
                <c:v>9.7000000000000011</c:v>
              </c:pt>
              <c:pt idx="486">
                <c:v>9.7199999999999989</c:v>
              </c:pt>
              <c:pt idx="487">
                <c:v>9.7399999999999984</c:v>
              </c:pt>
              <c:pt idx="488">
                <c:v>9.759999999999998</c:v>
              </c:pt>
              <c:pt idx="489">
                <c:v>9.7800000000000011</c:v>
              </c:pt>
              <c:pt idx="490">
                <c:v>9.7999999999999989</c:v>
              </c:pt>
              <c:pt idx="491">
                <c:v>9.8199999999999985</c:v>
              </c:pt>
              <c:pt idx="492">
                <c:v>9.8399999999999981</c:v>
              </c:pt>
              <c:pt idx="493">
                <c:v>9.8600000000000012</c:v>
              </c:pt>
              <c:pt idx="494">
                <c:v>9.879999999999999</c:v>
              </c:pt>
              <c:pt idx="495">
                <c:v>9.8999999999999986</c:v>
              </c:pt>
              <c:pt idx="496">
                <c:v>9.9199999999999982</c:v>
              </c:pt>
              <c:pt idx="497">
                <c:v>9.9400000000000013</c:v>
              </c:pt>
              <c:pt idx="498">
                <c:v>9.9600000000000009</c:v>
              </c:pt>
              <c:pt idx="499">
                <c:v>9.9799999999999986</c:v>
              </c:pt>
              <c:pt idx="500">
                <c:v>9.9999999999999982</c:v>
              </c:pt>
              <c:pt idx="501">
                <c:v>10.019999999999998</c:v>
              </c:pt>
              <c:pt idx="502">
                <c:v>10.040000000000001</c:v>
              </c:pt>
              <c:pt idx="503">
                <c:v>10.059999999999999</c:v>
              </c:pt>
              <c:pt idx="504">
                <c:v>10.079999999999998</c:v>
              </c:pt>
              <c:pt idx="505">
                <c:v>10.099999999999998</c:v>
              </c:pt>
              <c:pt idx="506">
                <c:v>10.120000000000001</c:v>
              </c:pt>
              <c:pt idx="507">
                <c:v>10.14</c:v>
              </c:pt>
              <c:pt idx="508">
                <c:v>10.159999999999998</c:v>
              </c:pt>
              <c:pt idx="509">
                <c:v>10.179999999999998</c:v>
              </c:pt>
              <c:pt idx="510">
                <c:v>10.200000000000001</c:v>
              </c:pt>
              <c:pt idx="511">
                <c:v>10.220000000000001</c:v>
              </c:pt>
              <c:pt idx="512">
                <c:v>10.239999999999998</c:v>
              </c:pt>
              <c:pt idx="513">
                <c:v>10.259999999999998</c:v>
              </c:pt>
              <c:pt idx="514">
                <c:v>10.279999999999998</c:v>
              </c:pt>
              <c:pt idx="515">
                <c:v>10.3</c:v>
              </c:pt>
              <c:pt idx="516">
                <c:v>10.319999999999999</c:v>
              </c:pt>
              <c:pt idx="517">
                <c:v>10.339999999999998</c:v>
              </c:pt>
              <c:pt idx="518">
                <c:v>10.359999999999998</c:v>
              </c:pt>
              <c:pt idx="519">
                <c:v>10.38</c:v>
              </c:pt>
              <c:pt idx="520">
                <c:v>10.4</c:v>
              </c:pt>
              <c:pt idx="521">
                <c:v>10.419999999999998</c:v>
              </c:pt>
              <c:pt idx="522">
                <c:v>10.439999999999998</c:v>
              </c:pt>
              <c:pt idx="523">
                <c:v>10.46</c:v>
              </c:pt>
              <c:pt idx="524">
                <c:v>10.48</c:v>
              </c:pt>
              <c:pt idx="525">
                <c:v>10.499999999999998</c:v>
              </c:pt>
              <c:pt idx="526">
                <c:v>10.519999999999998</c:v>
              </c:pt>
              <c:pt idx="527">
                <c:v>10.540000000000001</c:v>
              </c:pt>
              <c:pt idx="528">
                <c:v>10.56</c:v>
              </c:pt>
              <c:pt idx="529">
                <c:v>10.579999999999998</c:v>
              </c:pt>
              <c:pt idx="530">
                <c:v>10.599999999999998</c:v>
              </c:pt>
              <c:pt idx="531">
                <c:v>10.619999999999997</c:v>
              </c:pt>
              <c:pt idx="532">
                <c:v>10.639999999999997</c:v>
              </c:pt>
              <c:pt idx="533">
                <c:v>10.66</c:v>
              </c:pt>
              <c:pt idx="534">
                <c:v>10.679999999999998</c:v>
              </c:pt>
              <c:pt idx="535">
                <c:v>10.699999999999998</c:v>
              </c:pt>
              <c:pt idx="536">
                <c:v>10.719999999999997</c:v>
              </c:pt>
              <c:pt idx="537">
                <c:v>10.74</c:v>
              </c:pt>
              <c:pt idx="538">
                <c:v>10.759999999999998</c:v>
              </c:pt>
              <c:pt idx="539">
                <c:v>10.779999999999998</c:v>
              </c:pt>
              <c:pt idx="540">
                <c:v>10.799999999999997</c:v>
              </c:pt>
              <c:pt idx="541">
                <c:v>10.82</c:v>
              </c:pt>
              <c:pt idx="542">
                <c:v>10.839999999999998</c:v>
              </c:pt>
              <c:pt idx="543">
                <c:v>10.859999999999998</c:v>
              </c:pt>
              <c:pt idx="544">
                <c:v>10.879999999999997</c:v>
              </c:pt>
              <c:pt idx="545">
                <c:v>10.9</c:v>
              </c:pt>
              <c:pt idx="546">
                <c:v>10.92</c:v>
              </c:pt>
              <c:pt idx="547">
                <c:v>10.939999999999998</c:v>
              </c:pt>
              <c:pt idx="548">
                <c:v>10.959999999999997</c:v>
              </c:pt>
              <c:pt idx="549">
                <c:v>10.979999999999997</c:v>
              </c:pt>
              <c:pt idx="550">
                <c:v>11</c:v>
              </c:pt>
              <c:pt idx="551">
                <c:v>11.019999999999998</c:v>
              </c:pt>
              <c:pt idx="552">
                <c:v>11.039999999999997</c:v>
              </c:pt>
              <c:pt idx="553">
                <c:v>11.059999999999997</c:v>
              </c:pt>
              <c:pt idx="554">
                <c:v>11.08</c:v>
              </c:pt>
              <c:pt idx="555">
                <c:v>11.099999999999998</c:v>
              </c:pt>
              <c:pt idx="556">
                <c:v>11.119999999999997</c:v>
              </c:pt>
              <c:pt idx="557">
                <c:v>11.139999999999997</c:v>
              </c:pt>
              <c:pt idx="558">
                <c:v>11.16</c:v>
              </c:pt>
              <c:pt idx="559">
                <c:v>11.18</c:v>
              </c:pt>
              <c:pt idx="560">
                <c:v>11.199999999999998</c:v>
              </c:pt>
              <c:pt idx="561">
                <c:v>11.219999999999997</c:v>
              </c:pt>
              <c:pt idx="562">
                <c:v>11.24</c:v>
              </c:pt>
              <c:pt idx="563">
                <c:v>11.26</c:v>
              </c:pt>
              <c:pt idx="564">
                <c:v>11.279999999999998</c:v>
              </c:pt>
              <c:pt idx="565">
                <c:v>11.299999999999997</c:v>
              </c:pt>
              <c:pt idx="566">
                <c:v>11.319999999999997</c:v>
              </c:pt>
              <c:pt idx="567">
                <c:v>11.34</c:v>
              </c:pt>
              <c:pt idx="568">
                <c:v>11.36</c:v>
              </c:pt>
              <c:pt idx="569">
                <c:v>11.379999999999997</c:v>
              </c:pt>
              <c:pt idx="570">
                <c:v>11.399999999999997</c:v>
              </c:pt>
              <c:pt idx="571">
                <c:v>11.42</c:v>
              </c:pt>
              <c:pt idx="572">
                <c:v>11.44</c:v>
              </c:pt>
              <c:pt idx="573">
                <c:v>11.459999999999997</c:v>
              </c:pt>
              <c:pt idx="574">
                <c:v>11.479999999999997</c:v>
              </c:pt>
              <c:pt idx="575">
                <c:v>11.5</c:v>
              </c:pt>
              <c:pt idx="576">
                <c:v>11.52</c:v>
              </c:pt>
              <c:pt idx="577">
                <c:v>11.539999999999997</c:v>
              </c:pt>
              <c:pt idx="578">
                <c:v>11.559999999999997</c:v>
              </c:pt>
              <c:pt idx="579">
                <c:v>11.579999999999997</c:v>
              </c:pt>
              <c:pt idx="580">
                <c:v>11.6</c:v>
              </c:pt>
              <c:pt idx="581">
                <c:v>11.62</c:v>
              </c:pt>
              <c:pt idx="582">
                <c:v>11.639999999999997</c:v>
              </c:pt>
              <c:pt idx="583">
                <c:v>11.659999999999997</c:v>
              </c:pt>
              <c:pt idx="584">
                <c:v>11.68</c:v>
              </c:pt>
              <c:pt idx="585">
                <c:v>11.7</c:v>
              </c:pt>
              <c:pt idx="586">
                <c:v>11.719999999999997</c:v>
              </c:pt>
              <c:pt idx="587">
                <c:v>11.739999999999997</c:v>
              </c:pt>
              <c:pt idx="588">
                <c:v>11.76</c:v>
              </c:pt>
              <c:pt idx="589">
                <c:v>11.78</c:v>
              </c:pt>
              <c:pt idx="590">
                <c:v>11.799999999999997</c:v>
              </c:pt>
              <c:pt idx="591">
                <c:v>11.819999999999997</c:v>
              </c:pt>
              <c:pt idx="592">
                <c:v>11.84</c:v>
              </c:pt>
              <c:pt idx="593">
                <c:v>11.86</c:v>
              </c:pt>
              <c:pt idx="594">
                <c:v>11.879999999999999</c:v>
              </c:pt>
              <c:pt idx="595">
                <c:v>11.899999999999997</c:v>
              </c:pt>
              <c:pt idx="596">
                <c:v>11.919999999999996</c:v>
              </c:pt>
              <c:pt idx="597">
                <c:v>11.94</c:v>
              </c:pt>
              <c:pt idx="598">
                <c:v>11.959999999999999</c:v>
              </c:pt>
              <c:pt idx="599">
                <c:v>11.979999999999997</c:v>
              </c:pt>
              <c:pt idx="600">
                <c:v>11.999999999999996</c:v>
              </c:pt>
            </c:numLit>
          </c:xVal>
          <c:yVal>
            <c:numLit>
              <c:formatCode>0.00</c:formatCode>
              <c:ptCount val="601"/>
              <c:pt idx="0">
                <c:v>0</c:v>
              </c:pt>
              <c:pt idx="1">
                <c:v>7.5629920987082978E-3</c:v>
              </c:pt>
              <c:pt idx="2">
                <c:v>2.8257782129896887E-2</c:v>
              </c:pt>
              <c:pt idx="3">
                <c:v>5.9666641370256478E-2</c:v>
              </c:pt>
              <c:pt idx="4">
                <c:v>9.9606936621079903E-2</c:v>
              </c:pt>
              <c:pt idx="5">
                <c:v>0.14612476758415274</c:v>
              </c:pt>
              <c:pt idx="6">
                <c:v>0.19748632290923945</c:v>
              </c:pt>
              <c:pt idx="7">
                <c:v>0.25216744794542317</c:v>
              </c:pt>
              <c:pt idx="8">
                <c:v>0.30884186355229487</c:v>
              </c:pt>
              <c:pt idx="9">
                <c:v>0.36636842395628266</c:v>
              </c:pt>
              <c:pt idx="10">
                <c:v>0.42377775294321318</c:v>
              </c:pt>
              <c:pt idx="11">
                <c:v>0.48025855193290079</c:v>
              </c:pt>
              <c:pt idx="12">
                <c:v>0.53514383087097439</c:v>
              </c:pt>
              <c:pt idx="13">
                <c:v>0.58789727350778687</c:v>
              </c:pt>
              <c:pt idx="14">
                <c:v>0.63809991255983667</c:v>
              </c:pt>
              <c:pt idx="15">
                <c:v>0.68543725745646522</c:v>
              </c:pt>
              <c:pt idx="16">
                <c:v>0.72968698780845476</c:v>
              </c:pt>
              <c:pt idx="17">
                <c:v>0.77070729930260828</c:v>
              </c:pt>
              <c:pt idx="18">
                <c:v>0.80842596530416932</c:v>
              </c:pt>
              <c:pt idx="19">
                <c:v>0.84283015689011198</c:v>
              </c:pt>
              <c:pt idx="20">
                <c:v>0.87395704617628189</c:v>
              </c:pt>
              <c:pt idx="21">
                <c:v>0.90188520246299864</c:v>
              </c:pt>
              <c:pt idx="22">
                <c:v>0.92672677772204926</c:v>
              </c:pt>
              <c:pt idx="23">
                <c:v>0.94862046709407055</c:v>
              </c:pt>
              <c:pt idx="24">
                <c:v>0.96772522116961179</c:v>
              </c:pt>
              <c:pt idx="25">
                <c:v>0.98421467970243282</c:v>
              </c:pt>
              <c:pt idx="26">
                <c:v>0.99827229086715497</c:v>
              </c:pt>
              <c:pt idx="27">
                <c:v>1.0100870760490803</c:v>
              </c:pt>
              <c:pt idx="28">
                <c:v>1.019849997273671</c:v>
              </c:pt>
              <c:pt idx="29">
                <c:v>1.0277508825877704</c:v>
              </c:pt>
              <c:pt idx="30">
                <c:v>1.0339758638451735</c:v>
              </c:pt>
              <c:pt idx="31">
                <c:v>1.0387052812869333</c:v>
              </c:pt>
              <c:pt idx="32">
                <c:v>1.0421120099142493</c:v>
              </c:pt>
              <c:pt idx="33">
                <c:v>1.0443601638119826</c:v>
              </c:pt>
              <c:pt idx="34">
                <c:v>1.0456041361879138</c:v>
              </c:pt>
              <c:pt idx="35">
                <c:v>1.0459879348514263</c:v>
              </c:pt>
              <c:pt idx="36">
                <c:v>1.0456447750803586</c:v>
              </c:pt>
              <c:pt idx="37">
                <c:v>1.044696894241147</c:v>
              </c:pt>
              <c:pt idx="38">
                <c:v>1.0432555550692542</c:v>
              </c:pt>
              <c:pt idx="39">
                <c:v>1.0414212071272722</c:v>
              </c:pt>
              <c:pt idx="40">
                <c:v>1.0392837785881781</c:v>
              </c:pt>
              <c:pt idx="41">
                <c:v>1.0369230730997934</c:v>
              </c:pt>
              <c:pt idx="42">
                <c:v>1.03440924903931</c:v>
              </c:pt>
              <c:pt idx="43">
                <c:v>1.0318033609358936</c:v>
              </c:pt>
              <c:pt idx="44">
                <c:v>1.0291579452025825</c:v>
              </c:pt>
              <c:pt idx="45">
                <c:v>1.0265176345589877</c:v>
              </c:pt>
              <c:pt idx="46">
                <c:v>1.0239197876309916</c:v>
              </c:pt>
              <c:pt idx="47">
                <c:v>1.0213951221742561</c:v>
              </c:pt>
              <c:pt idx="48">
                <c:v>1.0189683421797318</c:v>
              </c:pt>
              <c:pt idx="49">
                <c:v>1.0166587507794127</c:v>
              </c:pt>
              <c:pt idx="50">
                <c:v>1.0144808423796938</c:v>
              </c:pt>
              <c:pt idx="51">
                <c:v>1.012444868810402</c:v>
              </c:pt>
              <c:pt idx="52">
                <c:v>1.0105573754941315</c:v>
              </c:pt>
              <c:pt idx="53">
                <c:v>1.0088217047186228</c:v>
              </c:pt>
              <c:pt idx="54">
                <c:v>1.0072384640412391</c:v>
              </c:pt>
              <c:pt idx="55">
                <c:v>1.0058059586768324</c:v>
              </c:pt>
              <c:pt idx="56">
                <c:v>1.0045205874264005</c:v>
              </c:pt>
              <c:pt idx="57">
                <c:v>1.0033772023026299</c:v>
              </c:pt>
              <c:pt idx="58">
                <c:v>1.0023694325081847</c:v>
              </c:pt>
              <c:pt idx="59">
                <c:v>1.0014899738323291</c:v>
              </c:pt>
              <c:pt idx="60">
                <c:v>1.000730844859651</c:v>
              </c:pt>
              <c:pt idx="61">
                <c:v>1.0000836116397471</c:v>
              </c:pt>
              <c:pt idx="62">
                <c:v>0.99953958265682352</c:v>
              </c:pt>
              <c:pt idx="63">
                <c:v>0.99908997607100392</c:v>
              </c:pt>
              <c:pt idx="64">
                <c:v>0.99872606128603081</c:v>
              </c:pt>
              <c:pt idx="65">
                <c:v>0.99843927693784651</c:v>
              </c:pt>
              <c:pt idx="66">
                <c:v>0.99822132740163372</c:v>
              </c:pt>
              <c:pt idx="67">
                <c:v>0.99806425988717018</c:v>
              </c:pt>
              <c:pt idx="68">
                <c:v>0.99796052413913461</c:v>
              </c:pt>
              <c:pt idx="69">
                <c:v>0.99790301668524928</c:v>
              </c:pt>
              <c:pt idx="70">
                <c:v>0.99788511148515169</c:v>
              </c:pt>
              <c:pt idx="71">
                <c:v>0.9979006787306488</c:v>
              </c:pt>
              <c:pt idx="72">
                <c:v>0.99794409343692603</c:v>
              </c:pt>
              <c:pt idx="73">
                <c:v>0.99801023534742528</c:v>
              </c:pt>
              <c:pt idx="74">
                <c:v>0.99809448155506431</c:v>
              </c:pt>
              <c:pt idx="75">
                <c:v>0.99819269312152625</c:v>
              </c:pt>
              <c:pt idx="76">
                <c:v>0.99830119685636542</c:v>
              </c:pt>
              <c:pt idx="77">
                <c:v>0.99841676330026319</c:v>
              </c:pt>
              <c:pt idx="78">
                <c:v>0.99853658184317229</c:v>
              </c:pt>
              <c:pt idx="79">
                <c:v>0.99865823379938623</c:v>
              </c:pt>
              <c:pt idx="80">
                <c:v>0.99877966415849051</c:v>
              </c:pt>
              <c:pt idx="81">
                <c:v>0.99889915263432905</c:v>
              </c:pt>
              <c:pt idx="82">
                <c:v>0.99901528454389477</c:v>
              </c:pt>
              <c:pt idx="83">
                <c:v>0.99912692196470732</c:v>
              </c:pt>
              <c:pt idx="84">
                <c:v>0.9992331755428614</c:v>
              </c:pt>
              <c:pt idx="85">
                <c:v>0.99933337725445803</c:v>
              </c:pt>
              <c:pt idx="86">
                <c:v>0.99942705436052581</c:v>
              </c:pt>
              <c:pt idx="87">
                <c:v>0.99951390473954127</c:v>
              </c:pt>
              <c:pt idx="88">
                <c:v>0.99959377373202618</c:v>
              </c:pt>
              <c:pt idx="89">
                <c:v>0.99966663258815136</c:v>
              </c:pt>
              <c:pt idx="90">
                <c:v>0.99973255857142285</c:v>
              </c:pt>
              <c:pt idx="91">
                <c:v>0.99979171673899903</c:v>
              </c:pt>
              <c:pt idx="92">
                <c:v>0.99984434339166139</c:v>
              </c:pt>
              <c:pt idx="93">
                <c:v>0.99989073116339622</c:v>
              </c:pt>
              <c:pt idx="94">
                <c:v>0.99993121570172261</c:v>
              </c:pt>
              <c:pt idx="95">
                <c:v>0.99996616387475301</c:v>
              </c:pt>
              <c:pt idx="96">
                <c:v>0.99999596342923436</c:v>
              </c:pt>
              <c:pt idx="97">
                <c:v>1.0000210140150478</c:v>
              </c:pt>
              <c:pt idx="98">
                <c:v>1.0000417194855276</c:v>
              </c:pt>
              <c:pt idx="99">
                <c:v>1.0000584813791251</c:v>
              </c:pt>
              <c:pt idx="100">
                <c:v>1.0000716934861034</c:v>
              </c:pt>
              <c:pt idx="101">
                <c:v>1.0000817374037971</c:v>
              </c:pt>
              <c:pt idx="102">
                <c:v>1.0000889789852305</c:v>
              </c:pt>
              <c:pt idx="103">
                <c:v>1.0000937655883424</c:v>
              </c:pt>
              <c:pt idx="104">
                <c:v>1.0000964240364301</c:v>
              </c:pt>
              <c:pt idx="105">
                <c:v>1.0000972592045778</c:v>
              </c:pt>
              <c:pt idx="106">
                <c:v>1.0000965531515271</c:v>
              </c:pt>
              <c:pt idx="107">
                <c:v>1.000094564721546</c:v>
              </c:pt>
              <c:pt idx="108">
                <c:v>1.0000915295462387</c:v>
              </c:pt>
              <c:pt idx="109">
                <c:v>1.000087660381743</c:v>
              </c:pt>
              <c:pt idx="110">
                <c:v>1.0000831477223442</c:v>
              </c:pt>
              <c:pt idx="111">
                <c:v>1.0000781606370293</c:v>
              </c:pt>
              <c:pt idx="112">
                <c:v>1.0000728477809226</c:v>
              </c:pt>
              <c:pt idx="113">
                <c:v>1.0000673385387657</c:v>
              </c:pt>
              <c:pt idx="114">
                <c:v>1.0000617442626016</c:v>
              </c:pt>
              <c:pt idx="115">
                <c:v>1.0000561595705659</c:v>
              </c:pt>
              <c:pt idx="116">
                <c:v>1.000050663678151</c:v>
              </c:pt>
              <c:pt idx="117">
                <c:v>1.0000453217374412</c:v>
              </c:pt>
              <c:pt idx="118">
                <c:v>1.0000401861636838</c:v>
              </c:pt>
              <c:pt idx="119">
                <c:v>1.0000352979320344</c:v>
              </c:pt>
              <c:pt idx="120">
                <c:v>1.0000306878305547</c:v>
              </c:pt>
              <c:pt idx="121">
                <c:v>1.0000263776583835</c:v>
              </c:pt>
              <c:pt idx="122">
                <c:v>1.0000223813606131</c:v>
              </c:pt>
              <c:pt idx="123">
                <c:v>1.0000187060936605</c:v>
              </c:pt>
              <c:pt idx="124">
                <c:v>1.0000153532169447</c:v>
              </c:pt>
              <c:pt idx="125">
                <c:v>1.0000123192084127</c:v>
              </c:pt>
              <c:pt idx="126">
                <c:v>1.0000095965029652</c:v>
              </c:pt>
              <c:pt idx="127">
                <c:v>1.0000071742540948</c:v>
              </c:pt>
              <c:pt idx="128">
                <c:v>1.0000050390201023</c:v>
              </c:pt>
              <c:pt idx="129">
                <c:v>1.0000031753771457</c:v>
              </c:pt>
              <c:pt idx="130">
                <c:v>1.000001566462051</c:v>
              </c:pt>
              <c:pt idx="131">
                <c:v>1.0000001944483723</c:v>
              </c:pt>
              <c:pt idx="132">
                <c:v>0.99999904095958314</c:v>
              </c:pt>
              <c:pt idx="133">
                <c:v>0.99999808742356344</c:v>
              </c:pt>
              <c:pt idx="134">
                <c:v>0.99999731537272918</c:v>
              </c:pt>
              <c:pt idx="135">
                <c:v>0.99999670669423324</c:v>
              </c:pt>
              <c:pt idx="136">
                <c:v>0.99999624383467201</c:v>
              </c:pt>
              <c:pt idx="137">
                <c:v>0.9999959099636786</c:v>
              </c:pt>
              <c:pt idx="138">
                <c:v>0.99999568910066983</c:v>
              </c:pt>
              <c:pt idx="139">
                <c:v>0.99999556620885632</c:v>
              </c:pt>
              <c:pt idx="140">
                <c:v>0.99999552726043628</c:v>
              </c:pt>
              <c:pt idx="141">
                <c:v>0.99999555927668216</c:v>
              </c:pt>
              <c:pt idx="142">
                <c:v>0.99999565034639337</c:v>
              </c:pt>
              <c:pt idx="143">
                <c:v>0.99999578962592728</c:v>
              </c:pt>
              <c:pt idx="144">
                <c:v>0.99999596732379303</c:v>
              </c:pt>
              <c:pt idx="145">
                <c:v>0.99999617467251045</c:v>
              </c:pt>
              <c:pt idx="146">
                <c:v>0.99999640389020439</c:v>
              </c:pt>
              <c:pt idx="147">
                <c:v>0.99999664813414002</c:v>
              </c:pt>
              <c:pt idx="148">
                <c:v>0.99999690144817144</c:v>
              </c:pt>
              <c:pt idx="149">
                <c:v>0.9999971587058496</c:v>
              </c:pt>
              <c:pt idx="150">
                <c:v>0.99999741555070754</c:v>
              </c:pt>
              <c:pt idx="151">
                <c:v>0.99999766833504444</c:v>
              </c:pt>
              <c:pt idx="152">
                <c:v>0.99999791405833705</c:v>
              </c:pt>
              <c:pt idx="153">
                <c:v>0.9999981503062263</c:v>
              </c:pt>
              <c:pt idx="154">
                <c:v>0.99999837519086854</c:v>
              </c:pt>
              <c:pt idx="155">
                <c:v>0.99999858729329982</c:v>
              </c:pt>
              <c:pt idx="156">
                <c:v>0.99999878560831301</c:v>
              </c:pt>
              <c:pt idx="157">
                <c:v>0.9999989694922482</c:v>
              </c:pt>
              <c:pt idx="158">
                <c:v>0.99999913861397416</c:v>
              </c:pt>
              <c:pt idx="159">
                <c:v>0.9999992929092566</c:v>
              </c:pt>
              <c:pt idx="160">
                <c:v>0.99999943253863466</c:v>
              </c:pt>
              <c:pt idx="161">
                <c:v>0.99999955784883432</c:v>
              </c:pt>
              <c:pt idx="162">
                <c:v>0.99999966933772211</c:v>
              </c:pt>
              <c:pt idx="163">
                <c:v>0.99999976762271847</c:v>
              </c:pt>
              <c:pt idx="164">
                <c:v>0.99999985341258701</c:v>
              </c:pt>
              <c:pt idx="165">
                <c:v>0.99999992748244548</c:v>
              </c:pt>
              <c:pt idx="166">
                <c:v>0.99999999065185363</c:v>
              </c:pt>
              <c:pt idx="167">
                <c:v>1.0000000437657928</c:v>
              </c:pt>
              <c:pt idx="168">
                <c:v>1.0000000876783435</c:v>
              </c:pt>
              <c:pt idx="169">
                <c:v>1.0000001232388676</c:v>
              </c:pt>
              <c:pt idx="170">
                <c:v>1.0000001512804861</c:v>
              </c:pt>
              <c:pt idx="171">
                <c:v>1.000000172610652</c:v>
              </c:pt>
              <c:pt idx="172">
                <c:v>1.000000188003614</c:v>
              </c:pt>
              <c:pt idx="173">
                <c:v>1.0000001981945756</c:v>
              </c:pt>
              <c:pt idx="174">
                <c:v>1.000000203875363</c:v>
              </c:pt>
              <c:pt idx="175">
                <c:v>1.0000002056914183</c:v>
              </c:pt>
              <c:pt idx="176">
                <c:v>1.0000002042399478</c:v>
              </c:pt>
              <c:pt idx="177">
                <c:v>1.0000002000690671</c:v>
              </c:pt>
              <c:pt idx="178">
                <c:v>1.0000001936777949</c:v>
              </c:pt>
              <c:pt idx="179">
                <c:v>1.0000001855167566</c:v>
              </c:pt>
              <c:pt idx="180">
                <c:v>1.0000001759894743</c:v>
              </c:pt>
              <c:pt idx="181">
                <c:v>1.0000001654541308</c:v>
              </c:pt>
              <c:pt idx="182">
                <c:v>1.0000001542257031</c:v>
              </c:pt>
              <c:pt idx="183">
                <c:v>1.0000001425783784</c:v>
              </c:pt>
              <c:pt idx="184">
                <c:v>1.0000001307481696</c:v>
              </c:pt>
              <c:pt idx="185">
                <c:v>1.0000001189356587</c:v>
              </c:pt>
              <c:pt idx="186">
                <c:v>1.0000001073088147</c:v>
              </c:pt>
              <c:pt idx="187">
                <c:v>1.0000000960058244</c:v>
              </c:pt>
              <c:pt idx="188">
                <c:v>1.0000000851378985</c:v>
              </c:pt>
              <c:pt idx="189">
                <c:v>1.0000000747920139</c:v>
              </c:pt>
              <c:pt idx="190">
                <c:v>1.0000000650335688</c:v>
              </c:pt>
              <c:pt idx="191">
                <c:v>1.0000000559089148</c:v>
              </c:pt>
              <c:pt idx="192">
                <c:v>1.0000000474477619</c:v>
              </c:pt>
              <c:pt idx="193">
                <c:v>1.0000000396654305</c:v>
              </c:pt>
              <c:pt idx="194">
                <c:v>1.0000000325649534</c:v>
              </c:pt>
              <c:pt idx="195">
                <c:v>1.0000000261390141</c:v>
              </c:pt>
              <c:pt idx="196">
                <c:v>1.0000000203717214</c:v>
              </c:pt>
              <c:pt idx="197">
                <c:v>1.0000000152402224</c:v>
              </c:pt>
              <c:pt idx="198">
                <c:v>1.000000010716158</c:v>
              </c:pt>
              <c:pt idx="199">
                <c:v>1.0000000067669585</c:v>
              </c:pt>
              <c:pt idx="200">
                <c:v>1.0000000033569953</c:v>
              </c:pt>
              <c:pt idx="201">
                <c:v>1.0000000004485903</c:v>
              </c:pt>
              <c:pt idx="202">
                <c:v>0.99999999800288875</c:v>
              </c:pt>
              <c:pt idx="203">
                <c:v>0.99999999598061595</c:v>
              </c:pt>
              <c:pt idx="204">
                <c:v>0.99999999434270703</c:v>
              </c:pt>
              <c:pt idx="205">
                <c:v>0.99999999305084053</c:v>
              </c:pt>
              <c:pt idx="206">
                <c:v>0.99999999206787538</c:v>
              </c:pt>
              <c:pt idx="207">
                <c:v>0.99999999135819295</c:v>
              </c:pt>
              <c:pt idx="208">
                <c:v>0.99999999088796976</c:v>
              </c:pt>
              <c:pt idx="209">
                <c:v>0.99999999062537581</c:v>
              </c:pt>
              <c:pt idx="210">
                <c:v>0.99999999054071276</c:v>
              </c:pt>
              <c:pt idx="211">
                <c:v>0.99999999060650091</c:v>
              </c:pt>
              <c:pt idx="212">
                <c:v>0.999999990797518</c:v>
              </c:pt>
              <c:pt idx="213">
                <c:v>0.99999999109079918</c:v>
              </c:pt>
              <c:pt idx="214">
                <c:v>0.9999999914656057</c:v>
              </c:pt>
              <c:pt idx="215">
                <c:v>0.99999999190336475</c:v>
              </c:pt>
              <c:pt idx="216">
                <c:v>0.99999999238759141</c:v>
              </c:pt>
              <c:pt idx="217">
                <c:v>0.99999999290378538</c:v>
              </c:pt>
              <c:pt idx="218">
                <c:v>0.99999999343932633</c:v>
              </c:pt>
              <c:pt idx="219">
                <c:v>0.99999999398334805</c:v>
              </c:pt>
              <c:pt idx="220">
                <c:v>0.99999999452661492</c:v>
              </c:pt>
              <c:pt idx="221">
                <c:v>0.99999999506139292</c:v>
              </c:pt>
              <c:pt idx="222">
                <c:v>0.99999999558131725</c:v>
              </c:pt>
              <c:pt idx="223">
                <c:v>0.99999999608126611</c:v>
              </c:pt>
              <c:pt idx="224">
                <c:v>0.99999999655723126</c:v>
              </c:pt>
              <c:pt idx="225">
                <c:v>0.99999999700619935</c:v>
              </c:pt>
              <c:pt idx="226">
                <c:v>0.99999999742603296</c:v>
              </c:pt>
              <c:pt idx="227">
                <c:v>0.99999999781536031</c:v>
              </c:pt>
              <c:pt idx="228">
                <c:v>0.99999999817347296</c:v>
              </c:pt>
              <c:pt idx="229">
                <c:v>0.99999999850022792</c:v>
              </c:pt>
              <c:pt idx="230">
                <c:v>0.99999999879595869</c:v>
              </c:pt>
              <c:pt idx="231">
                <c:v>0.99999999906139347</c:v>
              </c:pt>
              <c:pt idx="232">
                <c:v>0.9999999992975811</c:v>
              </c:pt>
              <c:pt idx="233">
                <c:v>0.99999999950582363</c:v>
              </c:pt>
              <c:pt idx="234">
                <c:v>0.99999999968761899</c:v>
              </c:pt>
              <c:pt idx="235">
                <c:v>0.99999999984460342</c:v>
              </c:pt>
              <c:pt idx="236">
                <c:v>0.99999999997851008</c:v>
              </c:pt>
              <c:pt idx="237">
                <c:v>1.0000000000911258</c:v>
              </c:pt>
              <c:pt idx="238">
                <c:v>1.0000000001842557</c:v>
              </c:pt>
              <c:pt idx="239">
                <c:v>1.0000000002596972</c:v>
              </c:pt>
              <c:pt idx="240">
                <c:v>1.0000000003192131</c:v>
              </c:pt>
              <c:pt idx="241">
                <c:v>1.0000000003645115</c:v>
              </c:pt>
              <c:pt idx="242">
                <c:v>1.0000000003972309</c:v>
              </c:pt>
              <c:pt idx="243">
                <c:v>1.0000000004189273</c:v>
              </c:pt>
              <c:pt idx="244">
                <c:v>1.0000000004310656</c:v>
              </c:pt>
              <c:pt idx="245">
                <c:v>1.0000000004350116</c:v>
              </c:pt>
              <c:pt idx="246">
                <c:v>1.0000000004320304</c:v>
              </c:pt>
              <c:pt idx="247">
                <c:v>1.0000000004232819</c:v>
              </c:pt>
              <c:pt idx="248">
                <c:v>1.0000000004098244</c:v>
              </c:pt>
              <c:pt idx="249">
                <c:v>1.0000000003926108</c:v>
              </c:pt>
              <c:pt idx="250">
                <c:v>1.0000000003724965</c:v>
              </c:pt>
              <c:pt idx="251">
                <c:v>1.0000000003502407</c:v>
              </c:pt>
              <c:pt idx="252">
                <c:v>1.0000000003265106</c:v>
              </c:pt>
              <c:pt idx="253">
                <c:v>1.0000000003018865</c:v>
              </c:pt>
              <c:pt idx="254">
                <c:v>1.0000000002768694</c:v>
              </c:pt>
              <c:pt idx="255">
                <c:v>1.0000000002518838</c:v>
              </c:pt>
              <c:pt idx="256">
                <c:v>1.0000000002272869</c:v>
              </c:pt>
              <c:pt idx="257">
                <c:v>1.0000000002033707</c:v>
              </c:pt>
              <c:pt idx="258">
                <c:v>1.0000000001803719</c:v>
              </c:pt>
              <c:pt idx="259">
                <c:v>1.0000000001584746</c:v>
              </c:pt>
              <c:pt idx="260">
                <c:v>1.000000000137818</c:v>
              </c:pt>
              <c:pt idx="261">
                <c:v>1.0000000001185005</c:v>
              </c:pt>
              <c:pt idx="262">
                <c:v>1.0000000001005862</c:v>
              </c:pt>
              <c:pt idx="263">
                <c:v>1.0000000000841074</c:v>
              </c:pt>
              <c:pt idx="264">
                <c:v>1.0000000000690703</c:v>
              </c:pt>
              <c:pt idx="265">
                <c:v>1.0000000000554605</c:v>
              </c:pt>
              <c:pt idx="266">
                <c:v>1.0000000000432439</c:v>
              </c:pt>
              <c:pt idx="267">
                <c:v>1.000000000032373</c:v>
              </c:pt>
              <c:pt idx="268">
                <c:v>1.0000000000227869</c:v>
              </c:pt>
              <c:pt idx="269">
                <c:v>1.0000000000144185</c:v>
              </c:pt>
              <c:pt idx="270">
                <c:v>1.0000000000071916</c:v>
              </c:pt>
              <c:pt idx="271">
                <c:v>1.0000000000010261</c:v>
              </c:pt>
              <c:pt idx="272">
                <c:v>0.99999999999584077</c:v>
              </c:pt>
              <c:pt idx="273">
                <c:v>0.9999999999915522</c:v>
              </c:pt>
              <c:pt idx="274">
                <c:v>0.99999999998807776</c:v>
              </c:pt>
              <c:pt idx="275">
                <c:v>0.99999999998533617</c:v>
              </c:pt>
              <c:pt idx="276">
                <c:v>0.99999999998324896</c:v>
              </c:pt>
              <c:pt idx="277">
                <c:v>0.99999999998174027</c:v>
              </c:pt>
              <c:pt idx="278">
                <c:v>0.9999999999807393</c:v>
              </c:pt>
              <c:pt idx="279">
                <c:v>0.9999999999801783</c:v>
              </c:pt>
              <c:pt idx="280">
                <c:v>0.99999999997999445</c:v>
              </c:pt>
              <c:pt idx="281">
                <c:v>0.99999999998012978</c:v>
              </c:pt>
              <c:pt idx="282">
                <c:v>0.99999999998053046</c:v>
              </c:pt>
              <c:pt idx="283">
                <c:v>0.9999999999811483</c:v>
              </c:pt>
              <c:pt idx="284">
                <c:v>0.99999999998193911</c:v>
              </c:pt>
              <c:pt idx="285">
                <c:v>0.99999999998286304</c:v>
              </c:pt>
              <c:pt idx="286">
                <c:v>0.99999999998388633</c:v>
              </c:pt>
              <c:pt idx="287">
                <c:v>0.99999999998497735</c:v>
              </c:pt>
              <c:pt idx="288">
                <c:v>0.99999999998610944</c:v>
              </c:pt>
              <c:pt idx="289">
                <c:v>0.99999999998725919</c:v>
              </c:pt>
              <c:pt idx="290">
                <c:v>0.99999999998840794</c:v>
              </c:pt>
              <c:pt idx="291">
                <c:v>0.99999999998953915</c:v>
              </c:pt>
              <c:pt idx="292">
                <c:v>0.99999999999063949</c:v>
              </c:pt>
              <c:pt idx="293">
                <c:v>0.99999999999169731</c:v>
              </c:pt>
              <c:pt idx="294">
                <c:v>0.99999999999270472</c:v>
              </c:pt>
              <c:pt idx="295">
                <c:v>0.9999999999936553</c:v>
              </c:pt>
              <c:pt idx="296">
                <c:v>0.99999999999454403</c:v>
              </c:pt>
              <c:pt idx="297">
                <c:v>0.99999999999536826</c:v>
              </c:pt>
              <c:pt idx="298">
                <c:v>0.99999999999612676</c:v>
              </c:pt>
              <c:pt idx="299">
                <c:v>0.99999999999681899</c:v>
              </c:pt>
              <c:pt idx="300">
                <c:v>0.99999999999744538</c:v>
              </c:pt>
              <c:pt idx="301">
                <c:v>0.99999999999800759</c:v>
              </c:pt>
              <c:pt idx="302">
                <c:v>0.99999999999850775</c:v>
              </c:pt>
              <c:pt idx="303">
                <c:v>0.99999999999894895</c:v>
              </c:pt>
              <c:pt idx="304">
                <c:v>0.9999999999993342</c:v>
              </c:pt>
              <c:pt idx="305">
                <c:v>0.99999999999966716</c:v>
              </c:pt>
              <c:pt idx="306">
                <c:v>0.99999999999995093</c:v>
              </c:pt>
              <c:pt idx="307">
                <c:v>1.0000000000001896</c:v>
              </c:pt>
              <c:pt idx="308">
                <c:v>1.000000000000387</c:v>
              </c:pt>
              <c:pt idx="309">
                <c:v>1.0000000000005471</c:v>
              </c:pt>
              <c:pt idx="310">
                <c:v>1.0000000000006732</c:v>
              </c:pt>
              <c:pt idx="311">
                <c:v>1.0000000000007692</c:v>
              </c:pt>
              <c:pt idx="312">
                <c:v>1.0000000000008389</c:v>
              </c:pt>
              <c:pt idx="313">
                <c:v>1.0000000000008848</c:v>
              </c:pt>
              <c:pt idx="314">
                <c:v>1.0000000000009108</c:v>
              </c:pt>
              <c:pt idx="315">
                <c:v>1.0000000000009195</c:v>
              </c:pt>
              <c:pt idx="316">
                <c:v>1.0000000000009133</c:v>
              </c:pt>
              <c:pt idx="317">
                <c:v>1.0000000000008951</c:v>
              </c:pt>
              <c:pt idx="318">
                <c:v>1.0000000000008666</c:v>
              </c:pt>
              <c:pt idx="319">
                <c:v>1.0000000000008304</c:v>
              </c:pt>
              <c:pt idx="320">
                <c:v>1.0000000000007883</c:v>
              </c:pt>
              <c:pt idx="321">
                <c:v>1.0000000000007414</c:v>
              </c:pt>
              <c:pt idx="322">
                <c:v>1.0000000000006908</c:v>
              </c:pt>
              <c:pt idx="323">
                <c:v>1.0000000000006395</c:v>
              </c:pt>
              <c:pt idx="324">
                <c:v>1.0000000000005884</c:v>
              </c:pt>
              <c:pt idx="325">
                <c:v>1.0000000000005373</c:v>
              </c:pt>
              <c:pt idx="326">
                <c:v>1.0000000000004861</c:v>
              </c:pt>
              <c:pt idx="327">
                <c:v>1.000000000000435</c:v>
              </c:pt>
              <c:pt idx="328">
                <c:v>1.0000000000003864</c:v>
              </c:pt>
              <c:pt idx="329">
                <c:v>1.0000000000003395</c:v>
              </c:pt>
              <c:pt idx="330">
                <c:v>1.000000000000296</c:v>
              </c:pt>
              <c:pt idx="331">
                <c:v>1.0000000000002547</c:v>
              </c:pt>
              <c:pt idx="332">
                <c:v>1.0000000000002163</c:v>
              </c:pt>
              <c:pt idx="333">
                <c:v>1.0000000000001816</c:v>
              </c:pt>
              <c:pt idx="334">
                <c:v>1.0000000000001494</c:v>
              </c:pt>
              <c:pt idx="335">
                <c:v>1.0000000000001197</c:v>
              </c:pt>
              <c:pt idx="336">
                <c:v>1.0000000000000941</c:v>
              </c:pt>
              <c:pt idx="337">
                <c:v>1.0000000000000711</c:v>
              </c:pt>
              <c:pt idx="338">
                <c:v>1.0000000000000497</c:v>
              </c:pt>
              <c:pt idx="339">
                <c:v>1.0000000000000326</c:v>
              </c:pt>
              <c:pt idx="340">
                <c:v>1.0000000000000167</c:v>
              </c:pt>
              <c:pt idx="341">
                <c:v>1.0000000000000038</c:v>
              </c:pt>
              <c:pt idx="342">
                <c:v>0.99999999999999212</c:v>
              </c:pt>
              <c:pt idx="343">
                <c:v>0.99999999999998357</c:v>
              </c:pt>
              <c:pt idx="344">
                <c:v>0.99999999999997502</c:v>
              </c:pt>
              <c:pt idx="345">
                <c:v>0.99999999999996991</c:v>
              </c:pt>
              <c:pt idx="346">
                <c:v>0.99999999999996569</c:v>
              </c:pt>
              <c:pt idx="347">
                <c:v>0.99999999999996148</c:v>
              </c:pt>
              <c:pt idx="348">
                <c:v>0.99999999999995892</c:v>
              </c:pt>
              <c:pt idx="349">
                <c:v>0.99999999999995892</c:v>
              </c:pt>
              <c:pt idx="350">
                <c:v>0.99999999999995892</c:v>
              </c:pt>
              <c:pt idx="351">
                <c:v>0.99999999999995892</c:v>
              </c:pt>
              <c:pt idx="352">
                <c:v>0.99999999999995892</c:v>
              </c:pt>
              <c:pt idx="353">
                <c:v>0.99999999999995892</c:v>
              </c:pt>
              <c:pt idx="354">
                <c:v>0.99999999999995892</c:v>
              </c:pt>
              <c:pt idx="355">
                <c:v>0.99999999999995892</c:v>
              </c:pt>
              <c:pt idx="356">
                <c:v>0.99999999999996292</c:v>
              </c:pt>
              <c:pt idx="357">
                <c:v>0.99999999999996714</c:v>
              </c:pt>
              <c:pt idx="358">
                <c:v>0.99999999999997147</c:v>
              </c:pt>
              <c:pt idx="359">
                <c:v>0.99999999999997569</c:v>
              </c:pt>
              <c:pt idx="360">
                <c:v>0.99999999999998002</c:v>
              </c:pt>
              <c:pt idx="361">
                <c:v>0.99999999999998423</c:v>
              </c:pt>
              <c:pt idx="362">
                <c:v>0.99999999999998823</c:v>
              </c:pt>
              <c:pt idx="363">
                <c:v>0.99999999999998823</c:v>
              </c:pt>
              <c:pt idx="364">
                <c:v>0.99999999999998823</c:v>
              </c:pt>
              <c:pt idx="365">
                <c:v>0.99999999999998823</c:v>
              </c:pt>
              <c:pt idx="366">
                <c:v>0.99999999999998823</c:v>
              </c:pt>
              <c:pt idx="367">
                <c:v>0.99999999999998823</c:v>
              </c:pt>
              <c:pt idx="368">
                <c:v>0.99999999999998823</c:v>
              </c:pt>
              <c:pt idx="369">
                <c:v>0.99999999999998823</c:v>
              </c:pt>
              <c:pt idx="370">
                <c:v>0.99999999999998823</c:v>
              </c:pt>
              <c:pt idx="371">
                <c:v>0.99999999999998823</c:v>
              </c:pt>
              <c:pt idx="372">
                <c:v>0.99999999999998823</c:v>
              </c:pt>
              <c:pt idx="373">
                <c:v>0.99999999999998823</c:v>
              </c:pt>
              <c:pt idx="374">
                <c:v>0.99999999999998823</c:v>
              </c:pt>
              <c:pt idx="375">
                <c:v>0.99999999999998823</c:v>
              </c:pt>
              <c:pt idx="376">
                <c:v>0.99999999999998823</c:v>
              </c:pt>
              <c:pt idx="377">
                <c:v>0.99999999999998823</c:v>
              </c:pt>
              <c:pt idx="378">
                <c:v>0.99999999999998823</c:v>
              </c:pt>
              <c:pt idx="379">
                <c:v>0.99999999999998823</c:v>
              </c:pt>
              <c:pt idx="380">
                <c:v>0.99999999999998823</c:v>
              </c:pt>
              <c:pt idx="381">
                <c:v>0.99999999999998823</c:v>
              </c:pt>
              <c:pt idx="382">
                <c:v>0.99999999999998823</c:v>
              </c:pt>
              <c:pt idx="383">
                <c:v>0.99999999999998823</c:v>
              </c:pt>
              <c:pt idx="384">
                <c:v>0.99999999999998823</c:v>
              </c:pt>
              <c:pt idx="385">
                <c:v>0.99999999999998823</c:v>
              </c:pt>
              <c:pt idx="386">
                <c:v>0.99999999999998823</c:v>
              </c:pt>
              <c:pt idx="387">
                <c:v>0.99999999999998823</c:v>
              </c:pt>
              <c:pt idx="388">
                <c:v>0.99999999999998823</c:v>
              </c:pt>
              <c:pt idx="389">
                <c:v>0.99999999999998823</c:v>
              </c:pt>
              <c:pt idx="390">
                <c:v>0.99999999999998823</c:v>
              </c:pt>
              <c:pt idx="391">
                <c:v>0.99999999999998823</c:v>
              </c:pt>
              <c:pt idx="392">
                <c:v>0.99999999999998823</c:v>
              </c:pt>
              <c:pt idx="393">
                <c:v>0.99999999999998823</c:v>
              </c:pt>
              <c:pt idx="394">
                <c:v>0.99999999999998823</c:v>
              </c:pt>
              <c:pt idx="395">
                <c:v>0.99999999999998823</c:v>
              </c:pt>
              <c:pt idx="396">
                <c:v>0.99999999999998823</c:v>
              </c:pt>
              <c:pt idx="397">
                <c:v>0.99999999999998823</c:v>
              </c:pt>
              <c:pt idx="398">
                <c:v>0.99999999999998823</c:v>
              </c:pt>
              <c:pt idx="399">
                <c:v>0.99999999999998823</c:v>
              </c:pt>
              <c:pt idx="400">
                <c:v>0.99999999999998823</c:v>
              </c:pt>
              <c:pt idx="401">
                <c:v>0.99999999999998823</c:v>
              </c:pt>
              <c:pt idx="402">
                <c:v>0.99999999999998823</c:v>
              </c:pt>
              <c:pt idx="403">
                <c:v>0.99999999999998823</c:v>
              </c:pt>
              <c:pt idx="404">
                <c:v>0.99999999999998823</c:v>
              </c:pt>
              <c:pt idx="405">
                <c:v>0.99999999999998823</c:v>
              </c:pt>
              <c:pt idx="406">
                <c:v>0.99999999999998823</c:v>
              </c:pt>
              <c:pt idx="407">
                <c:v>0.99999999999998823</c:v>
              </c:pt>
              <c:pt idx="408">
                <c:v>0.99999999999998823</c:v>
              </c:pt>
              <c:pt idx="409">
                <c:v>0.99999999999998823</c:v>
              </c:pt>
              <c:pt idx="410">
                <c:v>0.99999999999998823</c:v>
              </c:pt>
              <c:pt idx="411">
                <c:v>0.99999999999998823</c:v>
              </c:pt>
              <c:pt idx="412">
                <c:v>0.99999999999998823</c:v>
              </c:pt>
              <c:pt idx="413">
                <c:v>0.99999999999998823</c:v>
              </c:pt>
              <c:pt idx="414">
                <c:v>0.99999999999998823</c:v>
              </c:pt>
              <c:pt idx="415">
                <c:v>0.99999999999998823</c:v>
              </c:pt>
              <c:pt idx="416">
                <c:v>0.99999999999998823</c:v>
              </c:pt>
              <c:pt idx="417">
                <c:v>0.99999999999998823</c:v>
              </c:pt>
              <c:pt idx="418">
                <c:v>0.99999999999998823</c:v>
              </c:pt>
              <c:pt idx="419">
                <c:v>0.99999999999998823</c:v>
              </c:pt>
              <c:pt idx="420">
                <c:v>0.99999999999998823</c:v>
              </c:pt>
              <c:pt idx="421">
                <c:v>0.99999999999998823</c:v>
              </c:pt>
              <c:pt idx="422">
                <c:v>0.99999999999998823</c:v>
              </c:pt>
              <c:pt idx="423">
                <c:v>0.99999999999998823</c:v>
              </c:pt>
              <c:pt idx="424">
                <c:v>0.99999999999998823</c:v>
              </c:pt>
              <c:pt idx="425">
                <c:v>0.99999999999998823</c:v>
              </c:pt>
              <c:pt idx="426">
                <c:v>0.99999999999998823</c:v>
              </c:pt>
              <c:pt idx="427">
                <c:v>0.99999999999998823</c:v>
              </c:pt>
              <c:pt idx="428">
                <c:v>0.99999999999998823</c:v>
              </c:pt>
              <c:pt idx="429">
                <c:v>0.99999999999998823</c:v>
              </c:pt>
              <c:pt idx="430">
                <c:v>0.99999999999998823</c:v>
              </c:pt>
              <c:pt idx="431">
                <c:v>0.99999999999998823</c:v>
              </c:pt>
              <c:pt idx="432">
                <c:v>0.99999999999998823</c:v>
              </c:pt>
              <c:pt idx="433">
                <c:v>0.99999999999998823</c:v>
              </c:pt>
              <c:pt idx="434">
                <c:v>0.99999999999998823</c:v>
              </c:pt>
              <c:pt idx="435">
                <c:v>0.99999999999998823</c:v>
              </c:pt>
              <c:pt idx="436">
                <c:v>0.99999999999998823</c:v>
              </c:pt>
              <c:pt idx="437">
                <c:v>0.99999999999998823</c:v>
              </c:pt>
              <c:pt idx="438">
                <c:v>0.99999999999998823</c:v>
              </c:pt>
              <c:pt idx="439">
                <c:v>0.99999999999998823</c:v>
              </c:pt>
              <c:pt idx="440">
                <c:v>0.99999999999998823</c:v>
              </c:pt>
              <c:pt idx="441">
                <c:v>0.99999999999998823</c:v>
              </c:pt>
              <c:pt idx="442">
                <c:v>0.99999999999998823</c:v>
              </c:pt>
              <c:pt idx="443">
                <c:v>0.99999999999998823</c:v>
              </c:pt>
              <c:pt idx="444">
                <c:v>0.99999999999998823</c:v>
              </c:pt>
              <c:pt idx="445">
                <c:v>0.99999999999998823</c:v>
              </c:pt>
              <c:pt idx="446">
                <c:v>0.99999999999998823</c:v>
              </c:pt>
              <c:pt idx="447">
                <c:v>0.99999999999998823</c:v>
              </c:pt>
              <c:pt idx="448">
                <c:v>0.99999999999998823</c:v>
              </c:pt>
              <c:pt idx="449">
                <c:v>0.99999999999998823</c:v>
              </c:pt>
              <c:pt idx="450">
                <c:v>0.99999999999998823</c:v>
              </c:pt>
              <c:pt idx="451">
                <c:v>0.99999999999998823</c:v>
              </c:pt>
              <c:pt idx="452">
                <c:v>0.99999999999998823</c:v>
              </c:pt>
              <c:pt idx="453">
                <c:v>0.99999999999998823</c:v>
              </c:pt>
              <c:pt idx="454">
                <c:v>0.99999999999998823</c:v>
              </c:pt>
              <c:pt idx="455">
                <c:v>0.99999999999998823</c:v>
              </c:pt>
              <c:pt idx="456">
                <c:v>0.99999999999998823</c:v>
              </c:pt>
              <c:pt idx="457">
                <c:v>0.99999999999998823</c:v>
              </c:pt>
              <c:pt idx="458">
                <c:v>0.99999999999998823</c:v>
              </c:pt>
              <c:pt idx="459">
                <c:v>0.99999999999998823</c:v>
              </c:pt>
              <c:pt idx="460">
                <c:v>0.99999999999998823</c:v>
              </c:pt>
              <c:pt idx="461">
                <c:v>0.99999999999998823</c:v>
              </c:pt>
              <c:pt idx="462">
                <c:v>0.99999999999998823</c:v>
              </c:pt>
              <c:pt idx="463">
                <c:v>0.99999999999998823</c:v>
              </c:pt>
              <c:pt idx="464">
                <c:v>0.99999999999998823</c:v>
              </c:pt>
              <c:pt idx="465">
                <c:v>0.99999999999998823</c:v>
              </c:pt>
              <c:pt idx="466">
                <c:v>0.99999999999998823</c:v>
              </c:pt>
              <c:pt idx="467">
                <c:v>0.99999999999998823</c:v>
              </c:pt>
              <c:pt idx="468">
                <c:v>0.99999999999998823</c:v>
              </c:pt>
              <c:pt idx="469">
                <c:v>0.99999999999998823</c:v>
              </c:pt>
              <c:pt idx="470">
                <c:v>0.99999999999998823</c:v>
              </c:pt>
              <c:pt idx="471">
                <c:v>0.99999999999998823</c:v>
              </c:pt>
              <c:pt idx="472">
                <c:v>0.99999999999998823</c:v>
              </c:pt>
              <c:pt idx="473">
                <c:v>0.99999999999998823</c:v>
              </c:pt>
              <c:pt idx="474">
                <c:v>0.99999999999998823</c:v>
              </c:pt>
              <c:pt idx="475">
                <c:v>0.99999999999998823</c:v>
              </c:pt>
              <c:pt idx="476">
                <c:v>0.99999999999998823</c:v>
              </c:pt>
              <c:pt idx="477">
                <c:v>0.99999999999998823</c:v>
              </c:pt>
              <c:pt idx="478">
                <c:v>0.99999999999998823</c:v>
              </c:pt>
              <c:pt idx="479">
                <c:v>0.99999999999998823</c:v>
              </c:pt>
              <c:pt idx="480">
                <c:v>0.99999999999998823</c:v>
              </c:pt>
              <c:pt idx="481">
                <c:v>0.99999999999998823</c:v>
              </c:pt>
              <c:pt idx="482">
                <c:v>0.99999999999998823</c:v>
              </c:pt>
              <c:pt idx="483">
                <c:v>0.99999999999998823</c:v>
              </c:pt>
              <c:pt idx="484">
                <c:v>0.99999999999998823</c:v>
              </c:pt>
              <c:pt idx="485">
                <c:v>0.99999999999998823</c:v>
              </c:pt>
              <c:pt idx="486">
                <c:v>0.99999999999998823</c:v>
              </c:pt>
              <c:pt idx="487">
                <c:v>0.99999999999998823</c:v>
              </c:pt>
              <c:pt idx="488">
                <c:v>0.99999999999998823</c:v>
              </c:pt>
              <c:pt idx="489">
                <c:v>0.99999999999998823</c:v>
              </c:pt>
              <c:pt idx="490">
                <c:v>0.99999999999998823</c:v>
              </c:pt>
              <c:pt idx="491">
                <c:v>0.99999999999998823</c:v>
              </c:pt>
              <c:pt idx="492">
                <c:v>0.99999999999998823</c:v>
              </c:pt>
              <c:pt idx="493">
                <c:v>0.99999999999998823</c:v>
              </c:pt>
              <c:pt idx="494">
                <c:v>0.99999999999998823</c:v>
              </c:pt>
              <c:pt idx="495">
                <c:v>0.99999999999998823</c:v>
              </c:pt>
              <c:pt idx="496">
                <c:v>0.99999999999998823</c:v>
              </c:pt>
              <c:pt idx="497">
                <c:v>0.99999999999998823</c:v>
              </c:pt>
              <c:pt idx="498">
                <c:v>0.99999999999998823</c:v>
              </c:pt>
              <c:pt idx="499">
                <c:v>0.99999999999998823</c:v>
              </c:pt>
              <c:pt idx="500">
                <c:v>0.99999999999998823</c:v>
              </c:pt>
              <c:pt idx="501">
                <c:v>0.99999999999998823</c:v>
              </c:pt>
              <c:pt idx="502">
                <c:v>0.99999999999998823</c:v>
              </c:pt>
              <c:pt idx="503">
                <c:v>0.99999999999998823</c:v>
              </c:pt>
              <c:pt idx="504">
                <c:v>0.99999999999998823</c:v>
              </c:pt>
              <c:pt idx="505">
                <c:v>0.99999999999998823</c:v>
              </c:pt>
              <c:pt idx="506">
                <c:v>0.99999999999998823</c:v>
              </c:pt>
              <c:pt idx="507">
                <c:v>0.99999999999998823</c:v>
              </c:pt>
              <c:pt idx="508">
                <c:v>0.99999999999998823</c:v>
              </c:pt>
              <c:pt idx="509">
                <c:v>0.99999999999998823</c:v>
              </c:pt>
              <c:pt idx="510">
                <c:v>0.99999999999998823</c:v>
              </c:pt>
              <c:pt idx="511">
                <c:v>0.99999999999998823</c:v>
              </c:pt>
              <c:pt idx="512">
                <c:v>0.99999999999998823</c:v>
              </c:pt>
              <c:pt idx="513">
                <c:v>0.99999999999998823</c:v>
              </c:pt>
              <c:pt idx="514">
                <c:v>0.99999999999998823</c:v>
              </c:pt>
              <c:pt idx="515">
                <c:v>0.99999999999998823</c:v>
              </c:pt>
              <c:pt idx="516">
                <c:v>0.99999999999998823</c:v>
              </c:pt>
              <c:pt idx="517">
                <c:v>0.99999999999998823</c:v>
              </c:pt>
              <c:pt idx="518">
                <c:v>0.99999999999998823</c:v>
              </c:pt>
              <c:pt idx="519">
                <c:v>0.99999999999998823</c:v>
              </c:pt>
              <c:pt idx="520">
                <c:v>0.99999999999998823</c:v>
              </c:pt>
              <c:pt idx="521">
                <c:v>0.99999999999998823</c:v>
              </c:pt>
              <c:pt idx="522">
                <c:v>0.99999999999998823</c:v>
              </c:pt>
              <c:pt idx="523">
                <c:v>0.99999999999998823</c:v>
              </c:pt>
              <c:pt idx="524">
                <c:v>0.99999999999998823</c:v>
              </c:pt>
              <c:pt idx="525">
                <c:v>0.99999999999998823</c:v>
              </c:pt>
              <c:pt idx="526">
                <c:v>0.99999999999998823</c:v>
              </c:pt>
              <c:pt idx="527">
                <c:v>0.99999999999998823</c:v>
              </c:pt>
              <c:pt idx="528">
                <c:v>0.99999999999998823</c:v>
              </c:pt>
              <c:pt idx="529">
                <c:v>0.99999999999998823</c:v>
              </c:pt>
              <c:pt idx="530">
                <c:v>0.99999999999998823</c:v>
              </c:pt>
              <c:pt idx="531">
                <c:v>0.99999999999998823</c:v>
              </c:pt>
              <c:pt idx="532">
                <c:v>0.99999999999998823</c:v>
              </c:pt>
              <c:pt idx="533">
                <c:v>0.99999999999998823</c:v>
              </c:pt>
              <c:pt idx="534">
                <c:v>0.99999999999998823</c:v>
              </c:pt>
              <c:pt idx="535">
                <c:v>0.99999999999998823</c:v>
              </c:pt>
              <c:pt idx="536">
                <c:v>0.99999999999998823</c:v>
              </c:pt>
              <c:pt idx="537">
                <c:v>0.99999999999998823</c:v>
              </c:pt>
              <c:pt idx="538">
                <c:v>0.99999999999998823</c:v>
              </c:pt>
              <c:pt idx="539">
                <c:v>0.99999999999998823</c:v>
              </c:pt>
              <c:pt idx="540">
                <c:v>0.99999999999998823</c:v>
              </c:pt>
              <c:pt idx="541">
                <c:v>0.99999999999998823</c:v>
              </c:pt>
              <c:pt idx="542">
                <c:v>0.99999999999998823</c:v>
              </c:pt>
              <c:pt idx="543">
                <c:v>0.99999999999998823</c:v>
              </c:pt>
              <c:pt idx="544">
                <c:v>0.99999999999998823</c:v>
              </c:pt>
              <c:pt idx="545">
                <c:v>0.99999999999998823</c:v>
              </c:pt>
              <c:pt idx="546">
                <c:v>0.99999999999998823</c:v>
              </c:pt>
              <c:pt idx="547">
                <c:v>0.99999999999998823</c:v>
              </c:pt>
              <c:pt idx="548">
                <c:v>0.99999999999998823</c:v>
              </c:pt>
              <c:pt idx="549">
                <c:v>0.99999999999998823</c:v>
              </c:pt>
              <c:pt idx="550">
                <c:v>0.99999999999998823</c:v>
              </c:pt>
              <c:pt idx="551">
                <c:v>0.99999999999998823</c:v>
              </c:pt>
              <c:pt idx="552">
                <c:v>0.99999999999998823</c:v>
              </c:pt>
              <c:pt idx="553">
                <c:v>0.99999999999998823</c:v>
              </c:pt>
              <c:pt idx="554">
                <c:v>0.99999999999998823</c:v>
              </c:pt>
              <c:pt idx="555">
                <c:v>0.99999999999998823</c:v>
              </c:pt>
              <c:pt idx="556">
                <c:v>0.99999999999998823</c:v>
              </c:pt>
              <c:pt idx="557">
                <c:v>0.99999999999998823</c:v>
              </c:pt>
              <c:pt idx="558">
                <c:v>0.99999999999998823</c:v>
              </c:pt>
              <c:pt idx="559">
                <c:v>0.99999999999998823</c:v>
              </c:pt>
              <c:pt idx="560">
                <c:v>0.99999999999998823</c:v>
              </c:pt>
              <c:pt idx="561">
                <c:v>0.99999999999998823</c:v>
              </c:pt>
              <c:pt idx="562">
                <c:v>0.99999999999998823</c:v>
              </c:pt>
              <c:pt idx="563">
                <c:v>0.99999999999998823</c:v>
              </c:pt>
              <c:pt idx="564">
                <c:v>0.99999999999998823</c:v>
              </c:pt>
              <c:pt idx="565">
                <c:v>0.99999999999998823</c:v>
              </c:pt>
              <c:pt idx="566">
                <c:v>0.99999999999998823</c:v>
              </c:pt>
              <c:pt idx="567">
                <c:v>0.99999999999998823</c:v>
              </c:pt>
              <c:pt idx="568">
                <c:v>0.99999999999998823</c:v>
              </c:pt>
              <c:pt idx="569">
                <c:v>0.99999999999998823</c:v>
              </c:pt>
              <c:pt idx="570">
                <c:v>0.99999999999998823</c:v>
              </c:pt>
              <c:pt idx="571">
                <c:v>0.99999999999998823</c:v>
              </c:pt>
              <c:pt idx="572">
                <c:v>0.99999999999998823</c:v>
              </c:pt>
              <c:pt idx="573">
                <c:v>0.99999999999998823</c:v>
              </c:pt>
              <c:pt idx="574">
                <c:v>0.99999999999998823</c:v>
              </c:pt>
              <c:pt idx="575">
                <c:v>0.99999999999998823</c:v>
              </c:pt>
              <c:pt idx="576">
                <c:v>0.99999999999998823</c:v>
              </c:pt>
              <c:pt idx="577">
                <c:v>0.99999999999998823</c:v>
              </c:pt>
              <c:pt idx="578">
                <c:v>0.99999999999998823</c:v>
              </c:pt>
              <c:pt idx="579">
                <c:v>0.99999999999998823</c:v>
              </c:pt>
              <c:pt idx="580">
                <c:v>0.99999999999998823</c:v>
              </c:pt>
              <c:pt idx="581">
                <c:v>0.99999999999998823</c:v>
              </c:pt>
              <c:pt idx="582">
                <c:v>0.99999999999998823</c:v>
              </c:pt>
              <c:pt idx="583">
                <c:v>0.99999999999998823</c:v>
              </c:pt>
              <c:pt idx="584">
                <c:v>0.99999999999998823</c:v>
              </c:pt>
              <c:pt idx="585">
                <c:v>0.99999999999998823</c:v>
              </c:pt>
              <c:pt idx="586">
                <c:v>0.99999999999998823</c:v>
              </c:pt>
              <c:pt idx="587">
                <c:v>0.99999999999998823</c:v>
              </c:pt>
              <c:pt idx="588">
                <c:v>0.99999999999998823</c:v>
              </c:pt>
              <c:pt idx="589">
                <c:v>0.99999999999998823</c:v>
              </c:pt>
              <c:pt idx="590">
                <c:v>0.99999999999998823</c:v>
              </c:pt>
              <c:pt idx="591">
                <c:v>0.99999999999998823</c:v>
              </c:pt>
              <c:pt idx="592">
                <c:v>0.99999999999998823</c:v>
              </c:pt>
              <c:pt idx="593">
                <c:v>0.99999999999998823</c:v>
              </c:pt>
              <c:pt idx="594">
                <c:v>0.99999999999998823</c:v>
              </c:pt>
              <c:pt idx="595">
                <c:v>0.99999999999998823</c:v>
              </c:pt>
              <c:pt idx="596">
                <c:v>0.99999999999998823</c:v>
              </c:pt>
              <c:pt idx="597">
                <c:v>0.99999999999998823</c:v>
              </c:pt>
              <c:pt idx="598">
                <c:v>0.99999999999998823</c:v>
              </c:pt>
              <c:pt idx="599">
                <c:v>0.99999999999998823</c:v>
              </c:pt>
              <c:pt idx="600">
                <c:v>0.99999999999998823</c:v>
              </c:pt>
            </c:numLit>
          </c:yVal>
          <c:smooth val="1"/>
          <c:extLst>
            <c:ext xmlns:c16="http://schemas.microsoft.com/office/drawing/2014/chart" uri="{C3380CC4-5D6E-409C-BE32-E72D297353CC}">
              <c16:uniqueId val="{00000001-9C79-421D-908F-D270FF1CA22A}"/>
            </c:ext>
          </c:extLst>
        </c:ser>
        <c:ser>
          <c:idx val="2"/>
          <c:order val="2"/>
          <c:tx>
            <c:v>zeta = 1.5</c:v>
          </c:tx>
          <c:spPr>
            <a:ln w="24765">
              <a:solidFill>
                <a:srgbClr val="2F8A5B"/>
              </a:solidFill>
              <a:prstDash val="solid"/>
            </a:ln>
          </c:spPr>
          <c:marker>
            <c:symbol val="none"/>
          </c:marker>
          <c:xVal>
            <c:numLit>
              <c:formatCode>General</c:formatCode>
              <c:ptCount val="601"/>
              <c:pt idx="0">
                <c:v>0</c:v>
              </c:pt>
              <c:pt idx="1">
                <c:v>2.0000000000000052E-2</c:v>
              </c:pt>
              <c:pt idx="2">
                <c:v>3.9999999999999238E-2</c:v>
              </c:pt>
              <c:pt idx="3">
                <c:v>5.999999999999929E-2</c:v>
              </c:pt>
              <c:pt idx="4">
                <c:v>7.9999999999999349E-2</c:v>
              </c:pt>
              <c:pt idx="5">
                <c:v>9.9999999999999395E-2</c:v>
              </c:pt>
              <c:pt idx="6">
                <c:v>0.11999999999999944</c:v>
              </c:pt>
              <c:pt idx="7">
                <c:v>0.13999999999999951</c:v>
              </c:pt>
              <c:pt idx="8">
                <c:v>0.15999999999999956</c:v>
              </c:pt>
              <c:pt idx="9">
                <c:v>0.1799999999999996</c:v>
              </c:pt>
              <c:pt idx="10">
                <c:v>0.19999999999999965</c:v>
              </c:pt>
              <c:pt idx="11">
                <c:v>0.2199999999999997</c:v>
              </c:pt>
              <c:pt idx="12">
                <c:v>0.23999999999999977</c:v>
              </c:pt>
              <c:pt idx="13">
                <c:v>0.25999999999999979</c:v>
              </c:pt>
              <c:pt idx="14">
                <c:v>0.27999999999999986</c:v>
              </c:pt>
              <c:pt idx="15">
                <c:v>0.29999999999999993</c:v>
              </c:pt>
              <c:pt idx="16">
                <c:v>0.31999999999999995</c:v>
              </c:pt>
              <c:pt idx="17">
                <c:v>0.34</c:v>
              </c:pt>
              <c:pt idx="18">
                <c:v>0.3600000000000001</c:v>
              </c:pt>
              <c:pt idx="19">
                <c:v>0.37999999999999928</c:v>
              </c:pt>
              <c:pt idx="20">
                <c:v>0.3999999999999993</c:v>
              </c:pt>
              <c:pt idx="21">
                <c:v>0.41999999999999937</c:v>
              </c:pt>
              <c:pt idx="22">
                <c:v>0.43999999999999939</c:v>
              </c:pt>
              <c:pt idx="23">
                <c:v>0.45999999999999946</c:v>
              </c:pt>
              <c:pt idx="24">
                <c:v>0.47999999999999954</c:v>
              </c:pt>
              <c:pt idx="25">
                <c:v>0.49999999999999956</c:v>
              </c:pt>
              <c:pt idx="26">
                <c:v>0.51999999999999957</c:v>
              </c:pt>
              <c:pt idx="27">
                <c:v>0.5399999999999997</c:v>
              </c:pt>
              <c:pt idx="28">
                <c:v>0.55999999999999972</c:v>
              </c:pt>
              <c:pt idx="29">
                <c:v>0.57999999999999974</c:v>
              </c:pt>
              <c:pt idx="30">
                <c:v>0.59999999999999987</c:v>
              </c:pt>
              <c:pt idx="31">
                <c:v>0.61999999999999988</c:v>
              </c:pt>
              <c:pt idx="32">
                <c:v>0.6399999999999999</c:v>
              </c:pt>
              <c:pt idx="33">
                <c:v>0.66</c:v>
              </c:pt>
              <c:pt idx="34">
                <c:v>0.68</c:v>
              </c:pt>
              <c:pt idx="35">
                <c:v>0.69999999999999929</c:v>
              </c:pt>
              <c:pt idx="36">
                <c:v>0.71999999999999931</c:v>
              </c:pt>
              <c:pt idx="37">
                <c:v>0.73999999999999932</c:v>
              </c:pt>
              <c:pt idx="38">
                <c:v>0.75999999999999934</c:v>
              </c:pt>
              <c:pt idx="39">
                <c:v>0.77999999999999947</c:v>
              </c:pt>
              <c:pt idx="40">
                <c:v>0.79999999999999949</c:v>
              </c:pt>
              <c:pt idx="41">
                <c:v>0.81999999999999951</c:v>
              </c:pt>
              <c:pt idx="42">
                <c:v>0.83999999999999964</c:v>
              </c:pt>
              <c:pt idx="43">
                <c:v>0.85999999999999965</c:v>
              </c:pt>
              <c:pt idx="44">
                <c:v>0.87999999999999967</c:v>
              </c:pt>
              <c:pt idx="45">
                <c:v>0.8999999999999998</c:v>
              </c:pt>
              <c:pt idx="46">
                <c:v>0.91999999999999982</c:v>
              </c:pt>
              <c:pt idx="47">
                <c:v>0.93999999999999984</c:v>
              </c:pt>
              <c:pt idx="48">
                <c:v>0.96</c:v>
              </c:pt>
              <c:pt idx="49">
                <c:v>0.98</c:v>
              </c:pt>
              <c:pt idx="50">
                <c:v>1</c:v>
              </c:pt>
              <c:pt idx="51">
                <c:v>1.0199999999999991</c:v>
              </c:pt>
              <c:pt idx="52">
                <c:v>1.0399999999999991</c:v>
              </c:pt>
              <c:pt idx="53">
                <c:v>1.0599999999999994</c:v>
              </c:pt>
              <c:pt idx="54">
                <c:v>1.0799999999999994</c:v>
              </c:pt>
              <c:pt idx="55">
                <c:v>1.0999999999999994</c:v>
              </c:pt>
              <c:pt idx="56">
                <c:v>1.1199999999999994</c:v>
              </c:pt>
              <c:pt idx="57">
                <c:v>1.1399999999999995</c:v>
              </c:pt>
              <c:pt idx="58">
                <c:v>1.1599999999999995</c:v>
              </c:pt>
              <c:pt idx="59">
                <c:v>1.1799999999999997</c:v>
              </c:pt>
              <c:pt idx="60">
                <c:v>1.1999999999999997</c:v>
              </c:pt>
              <c:pt idx="61">
                <c:v>1.2199999999999998</c:v>
              </c:pt>
              <c:pt idx="62">
                <c:v>1.2399999999999998</c:v>
              </c:pt>
              <c:pt idx="63">
                <c:v>1.2599999999999998</c:v>
              </c:pt>
              <c:pt idx="64">
                <c:v>1.2799999999999998</c:v>
              </c:pt>
              <c:pt idx="65">
                <c:v>1.3</c:v>
              </c:pt>
              <c:pt idx="66">
                <c:v>1.32</c:v>
              </c:pt>
              <c:pt idx="67">
                <c:v>1.3399999999999992</c:v>
              </c:pt>
              <c:pt idx="68">
                <c:v>1.3599999999999992</c:v>
              </c:pt>
              <c:pt idx="69">
                <c:v>1.3799999999999992</c:v>
              </c:pt>
              <c:pt idx="70">
                <c:v>1.3999999999999992</c:v>
              </c:pt>
              <c:pt idx="71">
                <c:v>1.4199999999999995</c:v>
              </c:pt>
              <c:pt idx="72">
                <c:v>1.4399999999999995</c:v>
              </c:pt>
              <c:pt idx="73">
                <c:v>1.4599999999999995</c:v>
              </c:pt>
              <c:pt idx="74">
                <c:v>1.4799999999999995</c:v>
              </c:pt>
              <c:pt idx="75">
                <c:v>1.4999999999999996</c:v>
              </c:pt>
              <c:pt idx="76">
                <c:v>1.5199999999999996</c:v>
              </c:pt>
              <c:pt idx="77">
                <c:v>1.5399999999999996</c:v>
              </c:pt>
              <c:pt idx="78">
                <c:v>1.5599999999999998</c:v>
              </c:pt>
              <c:pt idx="79">
                <c:v>1.5799999999999998</c:v>
              </c:pt>
              <c:pt idx="80">
                <c:v>1.5999999999999999</c:v>
              </c:pt>
              <c:pt idx="81">
                <c:v>1.6199999999999999</c:v>
              </c:pt>
              <c:pt idx="82">
                <c:v>1.64</c:v>
              </c:pt>
              <c:pt idx="83">
                <c:v>1.66</c:v>
              </c:pt>
              <c:pt idx="84">
                <c:v>1.6799999999999993</c:v>
              </c:pt>
              <c:pt idx="85">
                <c:v>1.6999999999999993</c:v>
              </c:pt>
              <c:pt idx="86">
                <c:v>1.7199999999999993</c:v>
              </c:pt>
              <c:pt idx="87">
                <c:v>1.7399999999999993</c:v>
              </c:pt>
              <c:pt idx="88">
                <c:v>1.7599999999999993</c:v>
              </c:pt>
              <c:pt idx="89">
                <c:v>1.7799999999999994</c:v>
              </c:pt>
              <c:pt idx="90">
                <c:v>1.7999999999999996</c:v>
              </c:pt>
              <c:pt idx="91">
                <c:v>1.8199999999999996</c:v>
              </c:pt>
              <c:pt idx="92">
                <c:v>1.8399999999999996</c:v>
              </c:pt>
              <c:pt idx="93">
                <c:v>1.8599999999999997</c:v>
              </c:pt>
              <c:pt idx="94">
                <c:v>1.8799999999999997</c:v>
              </c:pt>
              <c:pt idx="95">
                <c:v>1.8999999999999997</c:v>
              </c:pt>
              <c:pt idx="96">
                <c:v>1.92</c:v>
              </c:pt>
              <c:pt idx="97">
                <c:v>1.94</c:v>
              </c:pt>
              <c:pt idx="98">
                <c:v>1.96</c:v>
              </c:pt>
              <c:pt idx="99">
                <c:v>1.98</c:v>
              </c:pt>
              <c:pt idx="100">
                <c:v>1.9999999999999991</c:v>
              </c:pt>
              <c:pt idx="101">
                <c:v>2.0199999999999991</c:v>
              </c:pt>
              <c:pt idx="102">
                <c:v>2.0399999999999991</c:v>
              </c:pt>
              <c:pt idx="103">
                <c:v>2.0599999999999992</c:v>
              </c:pt>
              <c:pt idx="104">
                <c:v>2.0799999999999992</c:v>
              </c:pt>
              <c:pt idx="105">
                <c:v>2.0999999999999996</c:v>
              </c:pt>
              <c:pt idx="106">
                <c:v>2.1199999999999997</c:v>
              </c:pt>
              <c:pt idx="107">
                <c:v>2.1399999999999997</c:v>
              </c:pt>
              <c:pt idx="108">
                <c:v>2.1599999999999997</c:v>
              </c:pt>
              <c:pt idx="109">
                <c:v>2.1799999999999997</c:v>
              </c:pt>
              <c:pt idx="110">
                <c:v>2.1999999999999997</c:v>
              </c:pt>
              <c:pt idx="111">
                <c:v>2.2199999999999998</c:v>
              </c:pt>
              <c:pt idx="112">
                <c:v>2.2399999999999998</c:v>
              </c:pt>
              <c:pt idx="113">
                <c:v>2.2599999999999998</c:v>
              </c:pt>
              <c:pt idx="114">
                <c:v>2.2799999999999998</c:v>
              </c:pt>
              <c:pt idx="115">
                <c:v>2.2999999999999998</c:v>
              </c:pt>
              <c:pt idx="116">
                <c:v>2.319999999999999</c:v>
              </c:pt>
              <c:pt idx="117">
                <c:v>2.3399999999999994</c:v>
              </c:pt>
              <c:pt idx="118">
                <c:v>2.3599999999999994</c:v>
              </c:pt>
              <c:pt idx="119">
                <c:v>2.3799999999999994</c:v>
              </c:pt>
              <c:pt idx="120">
                <c:v>2.3999999999999995</c:v>
              </c:pt>
              <c:pt idx="121">
                <c:v>2.4199999999999995</c:v>
              </c:pt>
              <c:pt idx="122">
                <c:v>2.4399999999999995</c:v>
              </c:pt>
              <c:pt idx="123">
                <c:v>2.4599999999999995</c:v>
              </c:pt>
              <c:pt idx="124">
                <c:v>2.4799999999999995</c:v>
              </c:pt>
              <c:pt idx="125">
                <c:v>2.4999999999999996</c:v>
              </c:pt>
              <c:pt idx="126">
                <c:v>2.5199999999999996</c:v>
              </c:pt>
              <c:pt idx="127">
                <c:v>2.5399999999999996</c:v>
              </c:pt>
              <c:pt idx="128">
                <c:v>2.5599999999999996</c:v>
              </c:pt>
              <c:pt idx="129">
                <c:v>2.5799999999999996</c:v>
              </c:pt>
              <c:pt idx="130">
                <c:v>2.6</c:v>
              </c:pt>
              <c:pt idx="131">
                <c:v>2.62</c:v>
              </c:pt>
              <c:pt idx="132">
                <c:v>2.6399999999999992</c:v>
              </c:pt>
              <c:pt idx="133">
                <c:v>2.6599999999999993</c:v>
              </c:pt>
              <c:pt idx="134">
                <c:v>2.6799999999999993</c:v>
              </c:pt>
              <c:pt idx="135">
                <c:v>2.6999999999999993</c:v>
              </c:pt>
              <c:pt idx="136">
                <c:v>2.7199999999999993</c:v>
              </c:pt>
              <c:pt idx="137">
                <c:v>2.7399999999999993</c:v>
              </c:pt>
              <c:pt idx="138">
                <c:v>2.7599999999999993</c:v>
              </c:pt>
              <c:pt idx="139">
                <c:v>2.7799999999999994</c:v>
              </c:pt>
              <c:pt idx="140">
                <c:v>2.7999999999999994</c:v>
              </c:pt>
              <c:pt idx="141">
                <c:v>2.8199999999999985</c:v>
              </c:pt>
              <c:pt idx="142">
                <c:v>2.84</c:v>
              </c:pt>
              <c:pt idx="143">
                <c:v>2.859999999999999</c:v>
              </c:pt>
              <c:pt idx="144">
                <c:v>2.88</c:v>
              </c:pt>
              <c:pt idx="145">
                <c:v>2.899999999999999</c:v>
              </c:pt>
              <c:pt idx="146">
                <c:v>2.92</c:v>
              </c:pt>
              <c:pt idx="147">
                <c:v>2.9399999999999991</c:v>
              </c:pt>
              <c:pt idx="148">
                <c:v>2.96</c:v>
              </c:pt>
              <c:pt idx="149">
                <c:v>2.9799999999999991</c:v>
              </c:pt>
              <c:pt idx="150">
                <c:v>3</c:v>
              </c:pt>
              <c:pt idx="151">
                <c:v>3.0199999999999991</c:v>
              </c:pt>
              <c:pt idx="152">
                <c:v>3.04</c:v>
              </c:pt>
              <c:pt idx="153">
                <c:v>3.0599999999999992</c:v>
              </c:pt>
              <c:pt idx="154">
                <c:v>3.08</c:v>
              </c:pt>
              <c:pt idx="155">
                <c:v>3.0999999999999996</c:v>
              </c:pt>
              <c:pt idx="156">
                <c:v>3.1200000000000006</c:v>
              </c:pt>
              <c:pt idx="157">
                <c:v>3.1399999999999997</c:v>
              </c:pt>
              <c:pt idx="158">
                <c:v>3.1599999999999988</c:v>
              </c:pt>
              <c:pt idx="159">
                <c:v>3.1799999999999997</c:v>
              </c:pt>
              <c:pt idx="160">
                <c:v>3.1999999999999988</c:v>
              </c:pt>
              <c:pt idx="161">
                <c:v>3.2199999999999998</c:v>
              </c:pt>
              <c:pt idx="162">
                <c:v>3.2399999999999989</c:v>
              </c:pt>
              <c:pt idx="163">
                <c:v>3.26</c:v>
              </c:pt>
              <c:pt idx="164">
                <c:v>3.2799999999999989</c:v>
              </c:pt>
              <c:pt idx="165">
                <c:v>3.3</c:v>
              </c:pt>
              <c:pt idx="166">
                <c:v>3.319999999999999</c:v>
              </c:pt>
              <c:pt idx="167">
                <c:v>3.3400000000000003</c:v>
              </c:pt>
              <c:pt idx="168">
                <c:v>3.3599999999999994</c:v>
              </c:pt>
              <c:pt idx="169">
                <c:v>3.3800000000000003</c:v>
              </c:pt>
              <c:pt idx="170">
                <c:v>3.3999999999999995</c:v>
              </c:pt>
              <c:pt idx="171">
                <c:v>3.4200000000000004</c:v>
              </c:pt>
              <c:pt idx="172">
                <c:v>3.4399999999999995</c:v>
              </c:pt>
              <c:pt idx="173">
                <c:v>3.4599999999999986</c:v>
              </c:pt>
              <c:pt idx="174">
                <c:v>3.4799999999999995</c:v>
              </c:pt>
              <c:pt idx="175">
                <c:v>3.4999999999999987</c:v>
              </c:pt>
              <c:pt idx="176">
                <c:v>3.5199999999999996</c:v>
              </c:pt>
              <c:pt idx="177">
                <c:v>3.5399999999999987</c:v>
              </c:pt>
              <c:pt idx="178">
                <c:v>3.5599999999999996</c:v>
              </c:pt>
              <c:pt idx="179">
                <c:v>3.5799999999999992</c:v>
              </c:pt>
              <c:pt idx="180">
                <c:v>3.6</c:v>
              </c:pt>
              <c:pt idx="181">
                <c:v>3.6199999999999992</c:v>
              </c:pt>
              <c:pt idx="182">
                <c:v>3.64</c:v>
              </c:pt>
              <c:pt idx="183">
                <c:v>3.6599999999999993</c:v>
              </c:pt>
              <c:pt idx="184">
                <c:v>3.68</c:v>
              </c:pt>
              <c:pt idx="185">
                <c:v>3.6999999999999993</c:v>
              </c:pt>
              <c:pt idx="186">
                <c:v>3.72</c:v>
              </c:pt>
              <c:pt idx="187">
                <c:v>3.7399999999999993</c:v>
              </c:pt>
              <c:pt idx="188">
                <c:v>3.7600000000000002</c:v>
              </c:pt>
              <c:pt idx="189">
                <c:v>3.7799999999999994</c:v>
              </c:pt>
              <c:pt idx="190">
                <c:v>3.7999999999999985</c:v>
              </c:pt>
              <c:pt idx="191">
                <c:v>3.8199999999999994</c:v>
              </c:pt>
              <c:pt idx="192">
                <c:v>3.839999999999999</c:v>
              </c:pt>
              <c:pt idx="193">
                <c:v>3.86</c:v>
              </c:pt>
              <c:pt idx="194">
                <c:v>3.879999999999999</c:v>
              </c:pt>
              <c:pt idx="195">
                <c:v>3.9</c:v>
              </c:pt>
              <c:pt idx="196">
                <c:v>3.919999999999999</c:v>
              </c:pt>
              <c:pt idx="197">
                <c:v>3.94</c:v>
              </c:pt>
              <c:pt idx="198">
                <c:v>3.9599999999999991</c:v>
              </c:pt>
              <c:pt idx="199">
                <c:v>3.98</c:v>
              </c:pt>
              <c:pt idx="200">
                <c:v>3.9999999999999991</c:v>
              </c:pt>
              <c:pt idx="201">
                <c:v>4.0200000000000005</c:v>
              </c:pt>
              <c:pt idx="202">
                <c:v>4.0399999999999991</c:v>
              </c:pt>
              <c:pt idx="203">
                <c:v>4.0600000000000005</c:v>
              </c:pt>
              <c:pt idx="204">
                <c:v>4.0799999999999992</c:v>
              </c:pt>
              <c:pt idx="205">
                <c:v>4.1000000000000005</c:v>
              </c:pt>
              <c:pt idx="206">
                <c:v>4.1199999999999992</c:v>
              </c:pt>
              <c:pt idx="207">
                <c:v>4.1399999999999988</c:v>
              </c:pt>
              <c:pt idx="208">
                <c:v>4.1599999999999993</c:v>
              </c:pt>
              <c:pt idx="209">
                <c:v>4.1799999999999988</c:v>
              </c:pt>
              <c:pt idx="210">
                <c:v>4.2</c:v>
              </c:pt>
              <c:pt idx="211">
                <c:v>4.2199999999999989</c:v>
              </c:pt>
              <c:pt idx="212">
                <c:v>4.24</c:v>
              </c:pt>
              <c:pt idx="213">
                <c:v>4.2599999999999989</c:v>
              </c:pt>
              <c:pt idx="214">
                <c:v>4.28</c:v>
              </c:pt>
              <c:pt idx="215">
                <c:v>4.2999999999999989</c:v>
              </c:pt>
              <c:pt idx="216">
                <c:v>4.32</c:v>
              </c:pt>
              <c:pt idx="217">
                <c:v>4.339999999999999</c:v>
              </c:pt>
              <c:pt idx="218">
                <c:v>4.3600000000000003</c:v>
              </c:pt>
              <c:pt idx="219">
                <c:v>4.379999999999999</c:v>
              </c:pt>
              <c:pt idx="220">
                <c:v>4.4000000000000004</c:v>
              </c:pt>
              <c:pt idx="221">
                <c:v>4.419999999999999</c:v>
              </c:pt>
              <c:pt idx="222">
                <c:v>4.4399999999999986</c:v>
              </c:pt>
              <c:pt idx="223">
                <c:v>4.46</c:v>
              </c:pt>
              <c:pt idx="224">
                <c:v>4.4799999999999986</c:v>
              </c:pt>
              <c:pt idx="225">
                <c:v>4.5</c:v>
              </c:pt>
              <c:pt idx="226">
                <c:v>4.5199999999999987</c:v>
              </c:pt>
              <c:pt idx="227">
                <c:v>4.54</c:v>
              </c:pt>
              <c:pt idx="228">
                <c:v>4.5599999999999987</c:v>
              </c:pt>
              <c:pt idx="229">
                <c:v>4.58</c:v>
              </c:pt>
              <c:pt idx="230">
                <c:v>4.5999999999999988</c:v>
              </c:pt>
              <c:pt idx="231">
                <c:v>4.62</c:v>
              </c:pt>
              <c:pt idx="232">
                <c:v>4.6399999999999988</c:v>
              </c:pt>
              <c:pt idx="233">
                <c:v>4.66</c:v>
              </c:pt>
              <c:pt idx="234">
                <c:v>4.6799999999999988</c:v>
              </c:pt>
              <c:pt idx="235">
                <c:v>4.7</c:v>
              </c:pt>
              <c:pt idx="236">
                <c:v>4.72</c:v>
              </c:pt>
              <c:pt idx="237">
                <c:v>4.74</c:v>
              </c:pt>
              <c:pt idx="238">
                <c:v>4.76</c:v>
              </c:pt>
              <c:pt idx="239">
                <c:v>4.7799999999999985</c:v>
              </c:pt>
              <c:pt idx="240">
                <c:v>4.8</c:v>
              </c:pt>
              <c:pt idx="241">
                <c:v>4.8199999999999985</c:v>
              </c:pt>
              <c:pt idx="242">
                <c:v>4.84</c:v>
              </c:pt>
              <c:pt idx="243">
                <c:v>4.8599999999999985</c:v>
              </c:pt>
              <c:pt idx="244">
                <c:v>4.88</c:v>
              </c:pt>
              <c:pt idx="245">
                <c:v>4.8999999999999986</c:v>
              </c:pt>
              <c:pt idx="246">
                <c:v>4.92</c:v>
              </c:pt>
              <c:pt idx="247">
                <c:v>4.9399999999999995</c:v>
              </c:pt>
              <c:pt idx="248">
                <c:v>4.96</c:v>
              </c:pt>
              <c:pt idx="249">
                <c:v>4.9799999999999995</c:v>
              </c:pt>
              <c:pt idx="250">
                <c:v>5</c:v>
              </c:pt>
              <c:pt idx="251">
                <c:v>5.0199999999999996</c:v>
              </c:pt>
              <c:pt idx="252">
                <c:v>5.04</c:v>
              </c:pt>
              <c:pt idx="253">
                <c:v>5.0599999999999996</c:v>
              </c:pt>
              <c:pt idx="254">
                <c:v>5.0799999999999983</c:v>
              </c:pt>
              <c:pt idx="255">
                <c:v>5.0999999999999996</c:v>
              </c:pt>
              <c:pt idx="256">
                <c:v>5.1199999999999983</c:v>
              </c:pt>
              <c:pt idx="257">
                <c:v>5.14</c:v>
              </c:pt>
              <c:pt idx="258">
                <c:v>5.1599999999999984</c:v>
              </c:pt>
              <c:pt idx="259">
                <c:v>5.18</c:v>
              </c:pt>
              <c:pt idx="260">
                <c:v>5.1999999999999993</c:v>
              </c:pt>
              <c:pt idx="261">
                <c:v>5.22</c:v>
              </c:pt>
              <c:pt idx="262">
                <c:v>5.2399999999999993</c:v>
              </c:pt>
              <c:pt idx="263">
                <c:v>5.26</c:v>
              </c:pt>
              <c:pt idx="264">
                <c:v>5.2799999999999994</c:v>
              </c:pt>
              <c:pt idx="265">
                <c:v>5.3</c:v>
              </c:pt>
              <c:pt idx="266">
                <c:v>5.3199999999999994</c:v>
              </c:pt>
              <c:pt idx="267">
                <c:v>5.34</c:v>
              </c:pt>
              <c:pt idx="268">
                <c:v>5.3599999999999994</c:v>
              </c:pt>
              <c:pt idx="269">
                <c:v>5.38</c:v>
              </c:pt>
              <c:pt idx="270">
                <c:v>5.3999999999999995</c:v>
              </c:pt>
              <c:pt idx="271">
                <c:v>5.419999999999999</c:v>
              </c:pt>
              <c:pt idx="272">
                <c:v>5.4399999999999995</c:v>
              </c:pt>
              <c:pt idx="273">
                <c:v>5.4599999999999991</c:v>
              </c:pt>
              <c:pt idx="274">
                <c:v>5.4799999999999995</c:v>
              </c:pt>
              <c:pt idx="275">
                <c:v>5.4999999999999991</c:v>
              </c:pt>
              <c:pt idx="276">
                <c:v>5.52</c:v>
              </c:pt>
              <c:pt idx="277">
                <c:v>5.5399999999999991</c:v>
              </c:pt>
              <c:pt idx="278">
                <c:v>5.56</c:v>
              </c:pt>
              <c:pt idx="279">
                <c:v>5.5799999999999992</c:v>
              </c:pt>
              <c:pt idx="280">
                <c:v>5.6</c:v>
              </c:pt>
              <c:pt idx="281">
                <c:v>5.6199999999999992</c:v>
              </c:pt>
              <c:pt idx="282">
                <c:v>5.64</c:v>
              </c:pt>
              <c:pt idx="283">
                <c:v>5.6599999999999993</c:v>
              </c:pt>
              <c:pt idx="284">
                <c:v>5.68</c:v>
              </c:pt>
              <c:pt idx="285">
                <c:v>5.6999999999999993</c:v>
              </c:pt>
              <c:pt idx="286">
                <c:v>5.7200000000000006</c:v>
              </c:pt>
              <c:pt idx="287">
                <c:v>5.7399999999999993</c:v>
              </c:pt>
              <c:pt idx="288">
                <c:v>5.7599999999999989</c:v>
              </c:pt>
              <c:pt idx="289">
                <c:v>5.7799999999999994</c:v>
              </c:pt>
              <c:pt idx="290">
                <c:v>5.7999999999999989</c:v>
              </c:pt>
              <c:pt idx="291">
                <c:v>5.8199999999999994</c:v>
              </c:pt>
              <c:pt idx="292">
                <c:v>5.839999999999999</c:v>
              </c:pt>
              <c:pt idx="293">
                <c:v>5.8599999999999994</c:v>
              </c:pt>
              <c:pt idx="294">
                <c:v>5.879999999999999</c:v>
              </c:pt>
              <c:pt idx="295">
                <c:v>5.8999999999999995</c:v>
              </c:pt>
              <c:pt idx="296">
                <c:v>5.919999999999999</c:v>
              </c:pt>
              <c:pt idx="297">
                <c:v>5.94</c:v>
              </c:pt>
              <c:pt idx="298">
                <c:v>5.9599999999999991</c:v>
              </c:pt>
              <c:pt idx="299">
                <c:v>5.98</c:v>
              </c:pt>
              <c:pt idx="300">
                <c:v>5.9999999999999991</c:v>
              </c:pt>
              <c:pt idx="301">
                <c:v>6.0200000000000005</c:v>
              </c:pt>
              <c:pt idx="302">
                <c:v>6.0399999999999991</c:v>
              </c:pt>
              <c:pt idx="303">
                <c:v>6.0599999999999987</c:v>
              </c:pt>
              <c:pt idx="304">
                <c:v>6.0799999999999992</c:v>
              </c:pt>
              <c:pt idx="305">
                <c:v>6.0999999999999988</c:v>
              </c:pt>
              <c:pt idx="306">
                <c:v>6.1199999999999992</c:v>
              </c:pt>
              <c:pt idx="307">
                <c:v>6.1399999999999988</c:v>
              </c:pt>
              <c:pt idx="308">
                <c:v>6.1599999999999993</c:v>
              </c:pt>
              <c:pt idx="309">
                <c:v>6.1799999999999988</c:v>
              </c:pt>
              <c:pt idx="310">
                <c:v>6.2</c:v>
              </c:pt>
              <c:pt idx="311">
                <c:v>6.2199999999999989</c:v>
              </c:pt>
              <c:pt idx="312">
                <c:v>6.24</c:v>
              </c:pt>
              <c:pt idx="313">
                <c:v>6.2599999999999989</c:v>
              </c:pt>
              <c:pt idx="314">
                <c:v>6.28</c:v>
              </c:pt>
              <c:pt idx="315">
                <c:v>6.2999999999999989</c:v>
              </c:pt>
              <c:pt idx="316">
                <c:v>6.32</c:v>
              </c:pt>
              <c:pt idx="317">
                <c:v>6.339999999999999</c:v>
              </c:pt>
              <c:pt idx="318">
                <c:v>6.36</c:v>
              </c:pt>
              <c:pt idx="319">
                <c:v>6.379999999999999</c:v>
              </c:pt>
              <c:pt idx="320">
                <c:v>6.3999999999999986</c:v>
              </c:pt>
              <c:pt idx="321">
                <c:v>6.42</c:v>
              </c:pt>
              <c:pt idx="322">
                <c:v>6.4399999999999986</c:v>
              </c:pt>
              <c:pt idx="323">
                <c:v>6.46</c:v>
              </c:pt>
              <c:pt idx="324">
                <c:v>6.4799999999999986</c:v>
              </c:pt>
              <c:pt idx="325">
                <c:v>6.5</c:v>
              </c:pt>
              <c:pt idx="326">
                <c:v>6.5199999999999987</c:v>
              </c:pt>
              <c:pt idx="327">
                <c:v>6.54</c:v>
              </c:pt>
              <c:pt idx="328">
                <c:v>6.5599999999999987</c:v>
              </c:pt>
              <c:pt idx="329">
                <c:v>6.58</c:v>
              </c:pt>
              <c:pt idx="330">
                <c:v>6.5999999999999988</c:v>
              </c:pt>
              <c:pt idx="331">
                <c:v>6.62</c:v>
              </c:pt>
              <c:pt idx="332">
                <c:v>6.6399999999999988</c:v>
              </c:pt>
              <c:pt idx="333">
                <c:v>6.66</c:v>
              </c:pt>
              <c:pt idx="334">
                <c:v>6.68</c:v>
              </c:pt>
              <c:pt idx="335">
                <c:v>6.7</c:v>
              </c:pt>
              <c:pt idx="336">
                <c:v>6.72</c:v>
              </c:pt>
              <c:pt idx="337">
                <c:v>6.7399999999999984</c:v>
              </c:pt>
              <c:pt idx="338">
                <c:v>6.76</c:v>
              </c:pt>
              <c:pt idx="339">
                <c:v>6.7799999999999985</c:v>
              </c:pt>
              <c:pt idx="340">
                <c:v>6.8</c:v>
              </c:pt>
              <c:pt idx="341">
                <c:v>6.8199999999999985</c:v>
              </c:pt>
              <c:pt idx="342">
                <c:v>6.84</c:v>
              </c:pt>
              <c:pt idx="343">
                <c:v>6.8599999999999985</c:v>
              </c:pt>
              <c:pt idx="344">
                <c:v>6.88</c:v>
              </c:pt>
              <c:pt idx="345">
                <c:v>6.8999999999999986</c:v>
              </c:pt>
              <c:pt idx="346">
                <c:v>6.92</c:v>
              </c:pt>
              <c:pt idx="347">
                <c:v>6.9399999999999995</c:v>
              </c:pt>
              <c:pt idx="348">
                <c:v>6.96</c:v>
              </c:pt>
              <c:pt idx="349">
                <c:v>6.9799999999999995</c:v>
              </c:pt>
              <c:pt idx="350">
                <c:v>7</c:v>
              </c:pt>
              <c:pt idx="351">
                <c:v>7.02</c:v>
              </c:pt>
              <c:pt idx="352">
                <c:v>7.0399999999999983</c:v>
              </c:pt>
              <c:pt idx="353">
                <c:v>7.06</c:v>
              </c:pt>
              <c:pt idx="354">
                <c:v>7.0799999999999983</c:v>
              </c:pt>
              <c:pt idx="355">
                <c:v>7.1</c:v>
              </c:pt>
              <c:pt idx="356">
                <c:v>7.1199999999999983</c:v>
              </c:pt>
              <c:pt idx="357">
                <c:v>7.14</c:v>
              </c:pt>
              <c:pt idx="358">
                <c:v>7.1599999999999993</c:v>
              </c:pt>
              <c:pt idx="359">
                <c:v>7.18</c:v>
              </c:pt>
              <c:pt idx="360">
                <c:v>7.1999999999999993</c:v>
              </c:pt>
              <c:pt idx="361">
                <c:v>7.22</c:v>
              </c:pt>
              <c:pt idx="362">
                <c:v>7.2399999999999993</c:v>
              </c:pt>
              <c:pt idx="363">
                <c:v>7.26</c:v>
              </c:pt>
              <c:pt idx="364">
                <c:v>7.2799999999999994</c:v>
              </c:pt>
              <c:pt idx="365">
                <c:v>7.3</c:v>
              </c:pt>
              <c:pt idx="366">
                <c:v>7.3199999999999994</c:v>
              </c:pt>
              <c:pt idx="367">
                <c:v>7.34</c:v>
              </c:pt>
              <c:pt idx="368">
                <c:v>7.3599999999999994</c:v>
              </c:pt>
              <c:pt idx="369">
                <c:v>7.3799999999999981</c:v>
              </c:pt>
              <c:pt idx="370">
                <c:v>7.3999999999999995</c:v>
              </c:pt>
              <c:pt idx="371">
                <c:v>7.419999999999999</c:v>
              </c:pt>
              <c:pt idx="372">
                <c:v>7.4399999999999995</c:v>
              </c:pt>
              <c:pt idx="373">
                <c:v>7.4599999999999991</c:v>
              </c:pt>
              <c:pt idx="374">
                <c:v>7.4799999999999995</c:v>
              </c:pt>
              <c:pt idx="375">
                <c:v>7.4999999999999991</c:v>
              </c:pt>
              <c:pt idx="376">
                <c:v>7.52</c:v>
              </c:pt>
              <c:pt idx="377">
                <c:v>7.5399999999999991</c:v>
              </c:pt>
              <c:pt idx="378">
                <c:v>7.56</c:v>
              </c:pt>
              <c:pt idx="379">
                <c:v>7.5799999999999992</c:v>
              </c:pt>
              <c:pt idx="380">
                <c:v>7.6</c:v>
              </c:pt>
              <c:pt idx="381">
                <c:v>7.6199999999999992</c:v>
              </c:pt>
              <c:pt idx="382">
                <c:v>7.64</c:v>
              </c:pt>
              <c:pt idx="383">
                <c:v>7.6599999999999993</c:v>
              </c:pt>
              <c:pt idx="384">
                <c:v>7.6799999999999988</c:v>
              </c:pt>
              <c:pt idx="385">
                <c:v>7.6999999999999993</c:v>
              </c:pt>
              <c:pt idx="386">
                <c:v>7.7199999999999989</c:v>
              </c:pt>
              <c:pt idx="387">
                <c:v>7.7399999999999993</c:v>
              </c:pt>
              <c:pt idx="388">
                <c:v>7.7599999999999989</c:v>
              </c:pt>
              <c:pt idx="389">
                <c:v>7.7799999999999994</c:v>
              </c:pt>
              <c:pt idx="390">
                <c:v>7.7999999999999989</c:v>
              </c:pt>
              <c:pt idx="391">
                <c:v>7.82</c:v>
              </c:pt>
              <c:pt idx="392">
                <c:v>7.84</c:v>
              </c:pt>
              <c:pt idx="393">
                <c:v>7.8599999999999985</c:v>
              </c:pt>
              <c:pt idx="394">
                <c:v>7.8799999999999981</c:v>
              </c:pt>
              <c:pt idx="395">
                <c:v>7.9</c:v>
              </c:pt>
              <c:pt idx="396">
                <c:v>7.92</c:v>
              </c:pt>
              <c:pt idx="397">
                <c:v>7.9399999999999995</c:v>
              </c:pt>
              <c:pt idx="398">
                <c:v>7.9599999999999982</c:v>
              </c:pt>
              <c:pt idx="399">
                <c:v>7.9800000000000013</c:v>
              </c:pt>
              <c:pt idx="400">
                <c:v>8</c:v>
              </c:pt>
              <c:pt idx="401">
                <c:v>8.02</c:v>
              </c:pt>
              <c:pt idx="402">
                <c:v>8.0399999999999991</c:v>
              </c:pt>
              <c:pt idx="403">
                <c:v>8.0599999999999969</c:v>
              </c:pt>
              <c:pt idx="404">
                <c:v>8.08</c:v>
              </c:pt>
              <c:pt idx="405">
                <c:v>8.1</c:v>
              </c:pt>
              <c:pt idx="406">
                <c:v>8.1199999999999992</c:v>
              </c:pt>
              <c:pt idx="407">
                <c:v>8.1399999999999988</c:v>
              </c:pt>
              <c:pt idx="408">
                <c:v>8.16</c:v>
              </c:pt>
              <c:pt idx="409">
                <c:v>8.18</c:v>
              </c:pt>
              <c:pt idx="410">
                <c:v>8.1999999999999993</c:v>
              </c:pt>
              <c:pt idx="411">
                <c:v>8.2199999999999989</c:v>
              </c:pt>
              <c:pt idx="412">
                <c:v>8.24</c:v>
              </c:pt>
              <c:pt idx="413">
                <c:v>8.26</c:v>
              </c:pt>
              <c:pt idx="414">
                <c:v>8.2799999999999994</c:v>
              </c:pt>
              <c:pt idx="415">
                <c:v>8.2999999999999989</c:v>
              </c:pt>
              <c:pt idx="416">
                <c:v>8.32</c:v>
              </c:pt>
              <c:pt idx="417">
                <c:v>8.34</c:v>
              </c:pt>
              <c:pt idx="418">
                <c:v>8.36</c:v>
              </c:pt>
              <c:pt idx="419">
                <c:v>8.379999999999999</c:v>
              </c:pt>
              <c:pt idx="420">
                <c:v>8.3999999999999986</c:v>
              </c:pt>
              <c:pt idx="421">
                <c:v>8.42</c:v>
              </c:pt>
              <c:pt idx="422">
                <c:v>8.44</c:v>
              </c:pt>
              <c:pt idx="423">
                <c:v>8.4599999999999991</c:v>
              </c:pt>
              <c:pt idx="424">
                <c:v>8.4799999999999986</c:v>
              </c:pt>
              <c:pt idx="425">
                <c:v>8.5</c:v>
              </c:pt>
              <c:pt idx="426">
                <c:v>8.52</c:v>
              </c:pt>
              <c:pt idx="427">
                <c:v>8.5399999999999991</c:v>
              </c:pt>
              <c:pt idx="428">
                <c:v>8.5599999999999987</c:v>
              </c:pt>
              <c:pt idx="429">
                <c:v>8.58</c:v>
              </c:pt>
              <c:pt idx="430">
                <c:v>8.6</c:v>
              </c:pt>
              <c:pt idx="431">
                <c:v>8.6199999999999992</c:v>
              </c:pt>
              <c:pt idx="432">
                <c:v>8.6399999999999988</c:v>
              </c:pt>
              <c:pt idx="433">
                <c:v>8.6599999999999984</c:v>
              </c:pt>
              <c:pt idx="434">
                <c:v>8.68</c:v>
              </c:pt>
              <c:pt idx="435">
                <c:v>8.6999999999999993</c:v>
              </c:pt>
              <c:pt idx="436">
                <c:v>8.7199999999999989</c:v>
              </c:pt>
              <c:pt idx="437">
                <c:v>8.7399999999999984</c:v>
              </c:pt>
              <c:pt idx="438">
                <c:v>8.76</c:v>
              </c:pt>
              <c:pt idx="439">
                <c:v>8.7799999999999994</c:v>
              </c:pt>
              <c:pt idx="440">
                <c:v>8.7999999999999989</c:v>
              </c:pt>
              <c:pt idx="441">
                <c:v>8.8199999999999985</c:v>
              </c:pt>
              <c:pt idx="442">
                <c:v>8.84</c:v>
              </c:pt>
              <c:pt idx="443">
                <c:v>8.86</c:v>
              </c:pt>
              <c:pt idx="444">
                <c:v>8.879999999999999</c:v>
              </c:pt>
              <c:pt idx="445">
                <c:v>8.8999999999999986</c:v>
              </c:pt>
              <c:pt idx="446">
                <c:v>8.9200000000000017</c:v>
              </c:pt>
              <c:pt idx="447">
                <c:v>8.94</c:v>
              </c:pt>
              <c:pt idx="448">
                <c:v>8.9599999999999991</c:v>
              </c:pt>
              <c:pt idx="449">
                <c:v>8.9799999999999986</c:v>
              </c:pt>
              <c:pt idx="450">
                <c:v>8.9999999999999982</c:v>
              </c:pt>
              <c:pt idx="451">
                <c:v>9.02</c:v>
              </c:pt>
              <c:pt idx="452">
                <c:v>9.0399999999999991</c:v>
              </c:pt>
              <c:pt idx="453">
                <c:v>9.0599999999999987</c:v>
              </c:pt>
              <c:pt idx="454">
                <c:v>9.0799999999999983</c:v>
              </c:pt>
              <c:pt idx="455">
                <c:v>9.1</c:v>
              </c:pt>
              <c:pt idx="456">
                <c:v>9.1199999999999992</c:v>
              </c:pt>
              <c:pt idx="457">
                <c:v>9.1399999999999988</c:v>
              </c:pt>
              <c:pt idx="458">
                <c:v>9.1599999999999984</c:v>
              </c:pt>
              <c:pt idx="459">
                <c:v>9.1800000000000015</c:v>
              </c:pt>
              <c:pt idx="460">
                <c:v>9.1999999999999993</c:v>
              </c:pt>
              <c:pt idx="461">
                <c:v>9.2199999999999989</c:v>
              </c:pt>
              <c:pt idx="462">
                <c:v>9.2399999999999984</c:v>
              </c:pt>
              <c:pt idx="463">
                <c:v>9.2600000000000016</c:v>
              </c:pt>
              <c:pt idx="464">
                <c:v>9.2799999999999994</c:v>
              </c:pt>
              <c:pt idx="465">
                <c:v>9.2999999999999989</c:v>
              </c:pt>
              <c:pt idx="466">
                <c:v>9.3199999999999985</c:v>
              </c:pt>
              <c:pt idx="467">
                <c:v>9.3399999999999981</c:v>
              </c:pt>
              <c:pt idx="468">
                <c:v>9.36</c:v>
              </c:pt>
              <c:pt idx="469">
                <c:v>9.379999999999999</c:v>
              </c:pt>
              <c:pt idx="470">
                <c:v>9.3999999999999986</c:v>
              </c:pt>
              <c:pt idx="471">
                <c:v>9.4199999999999982</c:v>
              </c:pt>
              <c:pt idx="472">
                <c:v>9.4400000000000013</c:v>
              </c:pt>
              <c:pt idx="473">
                <c:v>9.4599999999999991</c:v>
              </c:pt>
              <c:pt idx="474">
                <c:v>9.4799999999999986</c:v>
              </c:pt>
              <c:pt idx="475">
                <c:v>9.4999999999999982</c:v>
              </c:pt>
              <c:pt idx="476">
                <c:v>9.5200000000000014</c:v>
              </c:pt>
              <c:pt idx="477">
                <c:v>9.5399999999999991</c:v>
              </c:pt>
              <c:pt idx="478">
                <c:v>9.5599999999999987</c:v>
              </c:pt>
              <c:pt idx="479">
                <c:v>9.5799999999999983</c:v>
              </c:pt>
              <c:pt idx="480">
                <c:v>9.6000000000000014</c:v>
              </c:pt>
              <c:pt idx="481">
                <c:v>9.6199999999999992</c:v>
              </c:pt>
              <c:pt idx="482">
                <c:v>9.6399999999999988</c:v>
              </c:pt>
              <c:pt idx="483">
                <c:v>9.6599999999999984</c:v>
              </c:pt>
              <c:pt idx="484">
                <c:v>9.6799999999999979</c:v>
              </c:pt>
              <c:pt idx="485">
                <c:v>9.7000000000000011</c:v>
              </c:pt>
              <c:pt idx="486">
                <c:v>9.7199999999999989</c:v>
              </c:pt>
              <c:pt idx="487">
                <c:v>9.7399999999999984</c:v>
              </c:pt>
              <c:pt idx="488">
                <c:v>9.759999999999998</c:v>
              </c:pt>
              <c:pt idx="489">
                <c:v>9.7800000000000011</c:v>
              </c:pt>
              <c:pt idx="490">
                <c:v>9.7999999999999989</c:v>
              </c:pt>
              <c:pt idx="491">
                <c:v>9.8199999999999985</c:v>
              </c:pt>
              <c:pt idx="492">
                <c:v>9.8399999999999981</c:v>
              </c:pt>
              <c:pt idx="493">
                <c:v>9.8600000000000012</c:v>
              </c:pt>
              <c:pt idx="494">
                <c:v>9.879999999999999</c:v>
              </c:pt>
              <c:pt idx="495">
                <c:v>9.8999999999999986</c:v>
              </c:pt>
              <c:pt idx="496">
                <c:v>9.9199999999999982</c:v>
              </c:pt>
              <c:pt idx="497">
                <c:v>9.9400000000000013</c:v>
              </c:pt>
              <c:pt idx="498">
                <c:v>9.9600000000000009</c:v>
              </c:pt>
              <c:pt idx="499">
                <c:v>9.9799999999999986</c:v>
              </c:pt>
              <c:pt idx="500">
                <c:v>9.9999999999999982</c:v>
              </c:pt>
              <c:pt idx="501">
                <c:v>10.019999999999998</c:v>
              </c:pt>
              <c:pt idx="502">
                <c:v>10.040000000000001</c:v>
              </c:pt>
              <c:pt idx="503">
                <c:v>10.059999999999999</c:v>
              </c:pt>
              <c:pt idx="504">
                <c:v>10.079999999999998</c:v>
              </c:pt>
              <c:pt idx="505">
                <c:v>10.099999999999998</c:v>
              </c:pt>
              <c:pt idx="506">
                <c:v>10.120000000000001</c:v>
              </c:pt>
              <c:pt idx="507">
                <c:v>10.14</c:v>
              </c:pt>
              <c:pt idx="508">
                <c:v>10.159999999999998</c:v>
              </c:pt>
              <c:pt idx="509">
                <c:v>10.179999999999998</c:v>
              </c:pt>
              <c:pt idx="510">
                <c:v>10.200000000000001</c:v>
              </c:pt>
              <c:pt idx="511">
                <c:v>10.220000000000001</c:v>
              </c:pt>
              <c:pt idx="512">
                <c:v>10.239999999999998</c:v>
              </c:pt>
              <c:pt idx="513">
                <c:v>10.259999999999998</c:v>
              </c:pt>
              <c:pt idx="514">
                <c:v>10.279999999999998</c:v>
              </c:pt>
              <c:pt idx="515">
                <c:v>10.3</c:v>
              </c:pt>
              <c:pt idx="516">
                <c:v>10.319999999999999</c:v>
              </c:pt>
              <c:pt idx="517">
                <c:v>10.339999999999998</c:v>
              </c:pt>
              <c:pt idx="518">
                <c:v>10.359999999999998</c:v>
              </c:pt>
              <c:pt idx="519">
                <c:v>10.38</c:v>
              </c:pt>
              <c:pt idx="520">
                <c:v>10.4</c:v>
              </c:pt>
              <c:pt idx="521">
                <c:v>10.419999999999998</c:v>
              </c:pt>
              <c:pt idx="522">
                <c:v>10.439999999999998</c:v>
              </c:pt>
              <c:pt idx="523">
                <c:v>10.46</c:v>
              </c:pt>
              <c:pt idx="524">
                <c:v>10.48</c:v>
              </c:pt>
              <c:pt idx="525">
                <c:v>10.499999999999998</c:v>
              </c:pt>
              <c:pt idx="526">
                <c:v>10.519999999999998</c:v>
              </c:pt>
              <c:pt idx="527">
                <c:v>10.540000000000001</c:v>
              </c:pt>
              <c:pt idx="528">
                <c:v>10.56</c:v>
              </c:pt>
              <c:pt idx="529">
                <c:v>10.579999999999998</c:v>
              </c:pt>
              <c:pt idx="530">
                <c:v>10.599999999999998</c:v>
              </c:pt>
              <c:pt idx="531">
                <c:v>10.619999999999997</c:v>
              </c:pt>
              <c:pt idx="532">
                <c:v>10.639999999999997</c:v>
              </c:pt>
              <c:pt idx="533">
                <c:v>10.66</c:v>
              </c:pt>
              <c:pt idx="534">
                <c:v>10.679999999999998</c:v>
              </c:pt>
              <c:pt idx="535">
                <c:v>10.699999999999998</c:v>
              </c:pt>
              <c:pt idx="536">
                <c:v>10.719999999999997</c:v>
              </c:pt>
              <c:pt idx="537">
                <c:v>10.74</c:v>
              </c:pt>
              <c:pt idx="538">
                <c:v>10.759999999999998</c:v>
              </c:pt>
              <c:pt idx="539">
                <c:v>10.779999999999998</c:v>
              </c:pt>
              <c:pt idx="540">
                <c:v>10.799999999999997</c:v>
              </c:pt>
              <c:pt idx="541">
                <c:v>10.82</c:v>
              </c:pt>
              <c:pt idx="542">
                <c:v>10.839999999999998</c:v>
              </c:pt>
              <c:pt idx="543">
                <c:v>10.859999999999998</c:v>
              </c:pt>
              <c:pt idx="544">
                <c:v>10.879999999999997</c:v>
              </c:pt>
              <c:pt idx="545">
                <c:v>10.9</c:v>
              </c:pt>
              <c:pt idx="546">
                <c:v>10.92</c:v>
              </c:pt>
              <c:pt idx="547">
                <c:v>10.939999999999998</c:v>
              </c:pt>
              <c:pt idx="548">
                <c:v>10.959999999999997</c:v>
              </c:pt>
              <c:pt idx="549">
                <c:v>10.979999999999997</c:v>
              </c:pt>
              <c:pt idx="550">
                <c:v>11</c:v>
              </c:pt>
              <c:pt idx="551">
                <c:v>11.019999999999998</c:v>
              </c:pt>
              <c:pt idx="552">
                <c:v>11.039999999999997</c:v>
              </c:pt>
              <c:pt idx="553">
                <c:v>11.059999999999997</c:v>
              </c:pt>
              <c:pt idx="554">
                <c:v>11.08</c:v>
              </c:pt>
              <c:pt idx="555">
                <c:v>11.099999999999998</c:v>
              </c:pt>
              <c:pt idx="556">
                <c:v>11.119999999999997</c:v>
              </c:pt>
              <c:pt idx="557">
                <c:v>11.139999999999997</c:v>
              </c:pt>
              <c:pt idx="558">
                <c:v>11.16</c:v>
              </c:pt>
              <c:pt idx="559">
                <c:v>11.18</c:v>
              </c:pt>
              <c:pt idx="560">
                <c:v>11.199999999999998</c:v>
              </c:pt>
              <c:pt idx="561">
                <c:v>11.219999999999997</c:v>
              </c:pt>
              <c:pt idx="562">
                <c:v>11.24</c:v>
              </c:pt>
              <c:pt idx="563">
                <c:v>11.26</c:v>
              </c:pt>
              <c:pt idx="564">
                <c:v>11.279999999999998</c:v>
              </c:pt>
              <c:pt idx="565">
                <c:v>11.299999999999997</c:v>
              </c:pt>
              <c:pt idx="566">
                <c:v>11.319999999999997</c:v>
              </c:pt>
              <c:pt idx="567">
                <c:v>11.34</c:v>
              </c:pt>
              <c:pt idx="568">
                <c:v>11.36</c:v>
              </c:pt>
              <c:pt idx="569">
                <c:v>11.379999999999997</c:v>
              </c:pt>
              <c:pt idx="570">
                <c:v>11.399999999999997</c:v>
              </c:pt>
              <c:pt idx="571">
                <c:v>11.42</c:v>
              </c:pt>
              <c:pt idx="572">
                <c:v>11.44</c:v>
              </c:pt>
              <c:pt idx="573">
                <c:v>11.459999999999997</c:v>
              </c:pt>
              <c:pt idx="574">
                <c:v>11.479999999999997</c:v>
              </c:pt>
              <c:pt idx="575">
                <c:v>11.5</c:v>
              </c:pt>
              <c:pt idx="576">
                <c:v>11.52</c:v>
              </c:pt>
              <c:pt idx="577">
                <c:v>11.539999999999997</c:v>
              </c:pt>
              <c:pt idx="578">
                <c:v>11.559999999999997</c:v>
              </c:pt>
              <c:pt idx="579">
                <c:v>11.579999999999997</c:v>
              </c:pt>
              <c:pt idx="580">
                <c:v>11.6</c:v>
              </c:pt>
              <c:pt idx="581">
                <c:v>11.62</c:v>
              </c:pt>
              <c:pt idx="582">
                <c:v>11.639999999999997</c:v>
              </c:pt>
              <c:pt idx="583">
                <c:v>11.659999999999997</c:v>
              </c:pt>
              <c:pt idx="584">
                <c:v>11.68</c:v>
              </c:pt>
              <c:pt idx="585">
                <c:v>11.7</c:v>
              </c:pt>
              <c:pt idx="586">
                <c:v>11.719999999999997</c:v>
              </c:pt>
              <c:pt idx="587">
                <c:v>11.739999999999997</c:v>
              </c:pt>
              <c:pt idx="588">
                <c:v>11.76</c:v>
              </c:pt>
              <c:pt idx="589">
                <c:v>11.78</c:v>
              </c:pt>
              <c:pt idx="590">
                <c:v>11.799999999999997</c:v>
              </c:pt>
              <c:pt idx="591">
                <c:v>11.819999999999997</c:v>
              </c:pt>
              <c:pt idx="592">
                <c:v>11.84</c:v>
              </c:pt>
              <c:pt idx="593">
                <c:v>11.86</c:v>
              </c:pt>
              <c:pt idx="594">
                <c:v>11.879999999999999</c:v>
              </c:pt>
              <c:pt idx="595">
                <c:v>11.899999999999997</c:v>
              </c:pt>
              <c:pt idx="596">
                <c:v>11.919999999999996</c:v>
              </c:pt>
              <c:pt idx="597">
                <c:v>11.94</c:v>
              </c:pt>
              <c:pt idx="598">
                <c:v>11.959999999999999</c:v>
              </c:pt>
              <c:pt idx="599">
                <c:v>11.979999999999997</c:v>
              </c:pt>
              <c:pt idx="600">
                <c:v>11.999999999999996</c:v>
              </c:pt>
            </c:numLit>
          </c:xVal>
          <c:yVal>
            <c:numLit>
              <c:formatCode>0.00</c:formatCode>
              <c:ptCount val="601"/>
              <c:pt idx="0">
                <c:v>0</c:v>
              </c:pt>
              <c:pt idx="1">
                <c:v>7.0907546837306584E-3</c:v>
              </c:pt>
              <c:pt idx="2">
                <c:v>2.5000095305233189E-2</c:v>
              </c:pt>
              <c:pt idx="3">
                <c:v>5.0094836603800812E-2</c:v>
              </c:pt>
              <c:pt idx="4">
                <c:v>7.978848874180472E-2</c:v>
              </c:pt>
              <c:pt idx="5">
                <c:v>0.1122464968430312</c:v>
              </c:pt>
              <c:pt idx="6">
                <c:v>0.14617417873616942</c:v>
              </c:pt>
              <c:pt idx="7">
                <c:v>0.18066417347363026</c:v>
              </c:pt>
              <c:pt idx="8">
                <c:v>0.21508671395350323</c:v>
              </c:pt>
              <c:pt idx="9">
                <c:v>0.24901071522904328</c:v>
              </c:pt>
              <c:pt idx="10">
                <c:v>0.28214703678612124</c:v>
              </c:pt>
              <c:pt idx="11">
                <c:v>0.31430769990233282</c:v>
              </c:pt>
              <c:pt idx="12">
                <c:v>0.34537658478519118</c:v>
              </c:pt>
              <c:pt idx="13">
                <c:v>0.37528838694966216</c:v>
              </c:pt>
              <c:pt idx="14">
                <c:v>0.40401351527895868</c:v>
              </c:pt>
              <c:pt idx="15">
                <c:v>0.43154726403892979</c:v>
              </c:pt>
              <c:pt idx="16">
                <c:v>0.45790205875868023</c:v>
              </c:pt>
              <c:pt idx="17">
                <c:v>0.48310191242398753</c:v>
              </c:pt>
              <c:pt idx="18">
                <c:v>0.50717847061222066</c:v>
              </c:pt>
              <c:pt idx="19">
                <c:v>0.53016819847963126</c:v>
              </c:pt>
              <c:pt idx="20">
                <c:v>0.55211038793010692</c:v>
              </c:pt>
              <c:pt idx="21">
                <c:v>0.5730457535479756</c:v>
              </c:pt>
              <c:pt idx="22">
                <c:v>0.59301545082488338</c:v>
              </c:pt>
              <c:pt idx="23">
                <c:v>0.61206039694685344</c:v>
              </c:pt>
              <c:pt idx="24">
                <c:v>0.63022080803812597</c:v>
              </c:pt>
              <c:pt idx="25">
                <c:v>0.64753589095755848</c:v>
              </c:pt>
              <c:pt idx="26">
                <c:v>0.66404364515548131</c:v>
              </c:pt>
              <c:pt idx="27">
                <c:v>0.67978074262681853</c:v>
              </c:pt>
              <c:pt idx="28">
                <c:v>0.69478246300944435</c:v>
              </c:pt>
              <c:pt idx="29">
                <c:v>0.70908266736060488</c:v>
              </c:pt>
              <c:pt idx="30">
                <c:v>0.72271379880803144</c:v>
              </c:pt>
              <c:pt idx="31">
                <c:v>0.73570690162644081</c:v>
              </c:pt>
              <c:pt idx="32">
                <c:v>0.74809165270178324</c:v>
              </c:pt>
              <c:pt idx="33">
                <c:v>0.7598964010791085</c:v>
              </c:pt>
              <c:pt idx="34">
                <c:v>0.77114821253556165</c:v>
              </c:pt>
              <c:pt idx="35">
                <c:v>0.7818729170145855</c:v>
              </c:pt>
              <c:pt idx="36">
                <c:v>0.79209515739946357</c:v>
              </c:pt>
              <c:pt idx="37">
                <c:v>0.80183843856471737</c:v>
              </c:pt>
              <c:pt idx="38">
                <c:v>0.811125175973616</c:v>
              </c:pt>
              <c:pt idx="39">
                <c:v>0.81997674332584136</c:v>
              </c:pt>
              <c:pt idx="40">
                <c:v>0.8284135189275984</c:v>
              </c:pt>
              <c:pt idx="41">
                <c:v>0.83645493057617692</c:v>
              </c:pt>
              <c:pt idx="42">
                <c:v>0.84411949883581328</c:v>
              </c:pt>
              <c:pt idx="43">
                <c:v>0.85142487864151528</c:v>
              </c:pt>
              <c:pt idx="44">
                <c:v>0.85838789920937597</c:v>
              </c:pt>
              <c:pt idx="45">
                <c:v>0.86502460226089761</c:v>
              </c:pt>
              <c:pt idx="46">
                <c:v>0.87135027858863534</c:v>
              </c:pt>
              <c:pt idx="47">
                <c:v>0.87737950300368805</c:v>
              </c:pt>
              <c:pt idx="48">
                <c:v>0.88312616771409191</c:v>
              </c:pt>
              <c:pt idx="49">
                <c:v>0.88860351418838524</c:v>
              </c:pt>
              <c:pt idx="50">
                <c:v>0.89382416356146976</c:v>
              </c:pt>
              <c:pt idx="51">
                <c:v>0.89880014564110366</c:v>
              </c:pt>
              <c:pt idx="52">
                <c:v>0.90354292657342539</c:v>
              </c:pt>
              <c:pt idx="53">
                <c:v>0.90806343522518695</c:v>
              </c:pt>
              <c:pt idx="54">
                <c:v>0.91237208833911954</c:v>
              </c:pt>
              <c:pt idx="55">
                <c:v>0.91647881451724789</c:v>
              </c:pt>
              <c:pt idx="56">
                <c:v>0.92039307708516305</c:v>
              </c:pt>
              <c:pt idx="57">
                <c:v>0.92412389588830524</c:v>
              </c:pt>
              <c:pt idx="58">
                <c:v>0.92767986806931435</c:v>
              </c:pt>
              <c:pt idx="59">
                <c:v>0.9310691878734827</c:v>
              </c:pt>
              <c:pt idx="60">
                <c:v>0.93429966552734145</c:v>
              </c:pt>
              <c:pt idx="61">
                <c:v>0.93737874523344478</c:v>
              </c:pt>
              <c:pt idx="62">
                <c:v>0.94031352232251009</c:v>
              </c:pt>
              <c:pt idx="63">
                <c:v>0.9431107596022037</c:v>
              </c:pt>
              <c:pt idx="64">
                <c:v>0.94577690294009309</c:v>
              </c:pt>
              <c:pt idx="65">
                <c:v>0.9483180961165486</c:v>
              </c:pt>
              <c:pt idx="66">
                <c:v>0.95074019498174223</c:v>
              </c:pt>
              <c:pt idx="67">
                <c:v>0.9530487809493029</c:v>
              </c:pt>
              <c:pt idx="68">
                <c:v>0.95524917385768104</c:v>
              </c:pt>
              <c:pt idx="69">
                <c:v>0.95734644422882653</c:v>
              </c:pt>
              <c:pt idx="70">
                <c:v>0.95934542495240827</c:v>
              </c:pt>
              <c:pt idx="71">
                <c:v>0.96125072242248</c:v>
              </c:pt>
              <c:pt idx="72">
                <c:v>0.96306672715224884</c:v>
              </c:pt>
              <c:pt idx="73">
                <c:v>0.96479762389139434</c:v>
              </c:pt>
              <c:pt idx="74">
                <c:v>0.96644740126924644</c:v>
              </c:pt>
              <c:pt idx="75">
                <c:v>0.96801986098604254</c:v>
              </c:pt>
              <c:pt idx="76">
                <c:v>0.96951862657343735</c:v>
              </c:pt>
              <c:pt idx="77">
                <c:v>0.97094715174445145</c:v>
              </c:pt>
              <c:pt idx="78">
                <c:v>0.97230872835210047</c:v>
              </c:pt>
              <c:pt idx="79">
                <c:v>0.9736064939750394</c:v>
              </c:pt>
              <c:pt idx="80">
                <c:v>0.9748434391477061</c:v>
              </c:pt>
              <c:pt idx="81">
                <c:v>0.97602241425161951</c:v>
              </c:pt>
              <c:pt idx="82">
                <c:v>0.9771461360837147</c:v>
              </c:pt>
              <c:pt idx="83">
                <c:v>0.97821719411685282</c:v>
              </c:pt>
              <c:pt idx="84">
                <c:v>0.97923805646692619</c:v>
              </c:pt>
              <c:pt idx="85">
                <c:v>0.98021107558031528</c:v>
              </c:pt>
              <c:pt idx="86">
                <c:v>0.98113849365479699</c:v>
              </c:pt>
              <c:pt idx="87">
                <c:v>0.9820224478064048</c:v>
              </c:pt>
              <c:pt idx="88">
                <c:v>0.98286497499413417</c:v>
              </c:pt>
              <c:pt idx="89">
                <c:v>0.98366801671385551</c:v>
              </c:pt>
              <c:pt idx="90">
                <c:v>0.98443342347224261</c:v>
              </c:pt>
              <c:pt idx="91">
                <c:v>0.98516295905102447</c:v>
              </c:pt>
              <c:pt idx="92">
                <c:v>0.98585830457139856</c:v>
              </c:pt>
              <c:pt idx="93">
                <c:v>0.98652106236795711</c:v>
              </c:pt>
              <c:pt idx="94">
                <c:v>0.98715275968106075</c:v>
              </c:pt>
              <c:pt idx="95">
                <c:v>0.98775485217616843</c:v>
              </c:pt>
              <c:pt idx="96">
                <c:v>0.98832872729823207</c:v>
              </c:pt>
              <c:pt idx="97">
                <c:v>0.98887570746888664</c:v>
              </c:pt>
              <c:pt idx="98">
                <c:v>0.98939705313379955</c:v>
              </c:pt>
              <c:pt idx="99">
                <c:v>0.98989396566720622</c:v>
              </c:pt>
              <c:pt idx="100">
                <c:v>0.99036759014032494</c:v>
              </c:pt>
              <c:pt idx="101">
                <c:v>0.99081901796002336</c:v>
              </c:pt>
              <c:pt idx="102">
                <c:v>0.9912492893838285</c:v>
              </c:pt>
              <c:pt idx="103">
                <c:v>0.99165939591706531</c:v>
              </c:pt>
              <c:pt idx="104">
                <c:v>0.99205028259765549</c:v>
              </c:pt>
              <c:pt idx="105">
                <c:v>0.99242285017383225</c:v>
              </c:pt>
              <c:pt idx="106">
                <c:v>0.99277795717980333</c:v>
              </c:pt>
              <c:pt idx="107">
                <c:v>0.99311642191413085</c:v>
              </c:pt>
              <c:pt idx="108">
                <c:v>0.99343902432539621</c:v>
              </c:pt>
              <c:pt idx="109">
                <c:v>0.99374650780949114</c:v>
              </c:pt>
              <c:pt idx="110">
                <c:v>0.99403958092267775</c:v>
              </c:pt>
              <c:pt idx="111">
                <c:v>0.99431891901436564</c:v>
              </c:pt>
              <c:pt idx="112">
                <c:v>0.99458516578337097</c:v>
              </c:pt>
              <c:pt idx="113">
                <c:v>0.99483893476123342</c:v>
              </c:pt>
              <c:pt idx="114">
                <c:v>0.99508081072602284</c:v>
              </c:pt>
              <c:pt idx="115">
                <c:v>0.99531135104988666</c:v>
              </c:pt>
              <c:pt idx="116">
                <c:v>0.99553108698343939</c:v>
              </c:pt>
              <c:pt idx="117">
                <c:v>0.99574052487996545</c:v>
              </c:pt>
              <c:pt idx="118">
                <c:v>0.99594014736224257</c:v>
              </c:pt>
              <c:pt idx="119">
                <c:v>0.99613041443468398</c:v>
              </c:pt>
              <c:pt idx="120">
                <c:v>0.99631176454336234</c:v>
              </c:pt>
              <c:pt idx="121">
                <c:v>0.99648461558634926</c:v>
              </c:pt>
              <c:pt idx="122">
                <c:v>0.99664936587671016</c:v>
              </c:pt>
              <c:pt idx="123">
                <c:v>0.99680639506036417</c:v>
              </c:pt>
              <c:pt idx="124">
                <c:v>0.9969560649909307</c:v>
              </c:pt>
              <c:pt idx="125">
                <c:v>0.99709872056357163</c:v>
              </c:pt>
              <c:pt idx="126">
                <c:v>0.9972346905097641</c:v>
              </c:pt>
              <c:pt idx="127">
                <c:v>0.99736428815481426</c:v>
              </c:pt>
              <c:pt idx="128">
                <c:v>0.99748781213987703</c:v>
              </c:pt>
              <c:pt idx="129">
                <c:v>0.99760554711013782</c:v>
              </c:pt>
              <c:pt idx="130">
                <c:v>0.997717764370739</c:v>
              </c:pt>
              <c:pt idx="131">
                <c:v>0.99782472251196841</c:v>
              </c:pt>
              <c:pt idx="132">
                <c:v>0.99792666800514906</c:v>
              </c:pt>
              <c:pt idx="133">
                <c:v>0.99802383577059728</c:v>
              </c:pt>
              <c:pt idx="134">
                <c:v>0.9981164497189694</c:v>
              </c:pt>
              <c:pt idx="135">
                <c:v>0.99820472326723453</c:v>
              </c:pt>
              <c:pt idx="136">
                <c:v>0.99828885983046589</c:v>
              </c:pt>
              <c:pt idx="137">
                <c:v>0.99836905329058467</c:v>
              </c:pt>
              <c:pt idx="138">
                <c:v>0.99844548844313774</c:v>
              </c:pt>
              <c:pt idx="139">
                <c:v>0.99851834142313289</c:v>
              </c:pt>
              <c:pt idx="140">
                <c:v>0.99858778011092098</c:v>
              </c:pt>
              <c:pt idx="141">
                <c:v>0.99865396451905464</c:v>
              </c:pt>
              <c:pt idx="142">
                <c:v>0.99871704716101595</c:v>
              </c:pt>
              <c:pt idx="143">
                <c:v>0.99877717340266403</c:v>
              </c:pt>
              <c:pt idx="144">
                <c:v>0.99883448179721401</c:v>
              </c:pt>
              <c:pt idx="145">
                <c:v>0.99888910440451273</c:v>
              </c:pt>
              <c:pt idx="146">
                <c:v>0.99894116709535419</c:v>
              </c:pt>
              <c:pt idx="147">
                <c:v>0.99899078984153411</c:v>
              </c:pt>
              <c:pt idx="148">
                <c:v>0.99903808699230856</c:v>
              </c:pt>
              <c:pt idx="149">
                <c:v>0.99908316753789628</c:v>
              </c:pt>
              <c:pt idx="150">
                <c:v>0.99912613536063521</c:v>
              </c:pt>
              <c:pt idx="151">
                <c:v>0.99916708947436217</c:v>
              </c:pt>
              <c:pt idx="152">
                <c:v>0.99920612425258193</c:v>
              </c:pt>
              <c:pt idx="153">
                <c:v>0.99924332964593487</c:v>
              </c:pt>
              <c:pt idx="154">
                <c:v>0.99927879138948006</c:v>
              </c:pt>
              <c:pt idx="155">
                <c:v>0.9993125912002585</c:v>
              </c:pt>
              <c:pt idx="156">
                <c:v>0.99934480696559969</c:v>
              </c:pt>
              <c:pt idx="157">
                <c:v>0.99937551292260385</c:v>
              </c:pt>
              <c:pt idx="158">
                <c:v>0.99940477982921216</c:v>
              </c:pt>
              <c:pt idx="159">
                <c:v>0.99943267512725853</c:v>
              </c:pt>
              <c:pt idx="160">
                <c:v>0.99945926309788025</c:v>
              </c:pt>
              <c:pt idx="161">
                <c:v>0.9994846050096462</c:v>
              </c:pt>
              <c:pt idx="162">
                <c:v>0.99950875925974247</c:v>
              </c:pt>
              <c:pt idx="163">
                <c:v>0.99953178150854138</c:v>
              </c:pt>
              <c:pt idx="164">
                <c:v>0.99955372480786331</c:v>
              </c:pt>
              <c:pt idx="165">
                <c:v>0.99957463972322824</c:v>
              </c:pt>
              <c:pt idx="166">
                <c:v>0.99959457445037592</c:v>
              </c:pt>
              <c:pt idx="167">
                <c:v>0.99961357492632996</c:v>
              </c:pt>
              <c:pt idx="168">
                <c:v>0.99963168493525034</c:v>
              </c:pt>
              <c:pt idx="169">
                <c:v>0.99964894620933131</c:v>
              </c:pt>
              <c:pt idx="170">
                <c:v>0.99966539852496428</c:v>
              </c:pt>
              <c:pt idx="171">
                <c:v>0.99968107979440202</c:v>
              </c:pt>
              <c:pt idx="172">
                <c:v>0.99969602615311903</c:v>
              </c:pt>
              <c:pt idx="173">
                <c:v>0.99971027204308283</c:v>
              </c:pt>
              <c:pt idx="174">
                <c:v>0.99972385029211963</c:v>
              </c:pt>
              <c:pt idx="175">
                <c:v>0.99973679218956335</c:v>
              </c:pt>
              <c:pt idx="176">
                <c:v>0.99974912755835699</c:v>
              </c:pt>
              <c:pt idx="177">
                <c:v>0.99976088482377645</c:v>
              </c:pt>
              <c:pt idx="178">
                <c:v>0.99977209107893283</c:v>
              </c:pt>
              <c:pt idx="179">
                <c:v>0.99978277214720401</c:v>
              </c:pt>
              <c:pt idx="180">
                <c:v>0.99979295264174251</c:v>
              </c:pt>
              <c:pt idx="181">
                <c:v>0.9998026560221922</c:v>
              </c:pt>
              <c:pt idx="182">
                <c:v>0.99981190464874869</c:v>
              </c:pt>
              <c:pt idx="183">
                <c:v>0.99982071983368614</c:v>
              </c:pt>
              <c:pt idx="184">
                <c:v>0.99982912189046846</c:v>
              </c:pt>
              <c:pt idx="185">
                <c:v>0.99983713018055809</c:v>
              </c:pt>
              <c:pt idx="186">
                <c:v>0.99984476315803272</c:v>
              </c:pt>
              <c:pt idx="187">
                <c:v>0.99985203841211001</c:v>
              </c:pt>
              <c:pt idx="188">
                <c:v>0.9998589727076802</c:v>
              </c:pt>
              <c:pt idx="189">
                <c:v>0.99986558202393871</c:v>
              </c:pt>
              <c:pt idx="190">
                <c:v>0.99987188159120666</c:v>
              </c:pt>
              <c:pt idx="191">
                <c:v>0.99987788592602944</c:v>
              </c:pt>
              <c:pt idx="192">
                <c:v>0.99988360886462635</c:v>
              </c:pt>
              <c:pt idx="193">
                <c:v>0.99988906359477592</c:v>
              </c:pt>
              <c:pt idx="194">
                <c:v>0.99989426268620363</c:v>
              </c:pt>
              <c:pt idx="195">
                <c:v>0.99989921811955029</c:v>
              </c:pt>
              <c:pt idx="196">
                <c:v>0.99990394131397597</c:v>
              </c:pt>
              <c:pt idx="197">
                <c:v>0.9999084431534766</c:v>
              </c:pt>
              <c:pt idx="198">
                <c:v>0.99991273401196423</c:v>
              </c:pt>
              <c:pt idx="199">
                <c:v>0.99991682377717195</c:v>
              </c:pt>
              <c:pt idx="200">
                <c:v>0.99992072187343972</c:v>
              </c:pt>
              <c:pt idx="201">
                <c:v>0.99992443728342983</c:v>
              </c:pt>
              <c:pt idx="202">
                <c:v>0.99992797856882865</c:v>
              </c:pt>
              <c:pt idx="203">
                <c:v>0.99993135389007437</c:v>
              </c:pt>
              <c:pt idx="204">
                <c:v>0.99993457102516226</c:v>
              </c:pt>
              <c:pt idx="205">
                <c:v>0.99993763738756658</c:v>
              </c:pt>
              <c:pt idx="206">
                <c:v>0.99994056004332665</c:v>
              </c:pt>
              <c:pt idx="207">
                <c:v>0.99994334572732824</c:v>
              </c:pt>
              <c:pt idx="208">
                <c:v>0.99994600085882346</c:v>
              </c:pt>
              <c:pt idx="209">
                <c:v>0.99994853155622154</c:v>
              </c:pt>
              <c:pt idx="210">
                <c:v>0.9999509436511903</c:v>
              </c:pt>
              <c:pt idx="211">
                <c:v>0.99995324270209363</c:v>
              </c:pt>
              <c:pt idx="212">
                <c:v>0.99995543400679898</c:v>
              </c:pt>
              <c:pt idx="213">
                <c:v>0.99995752261488779</c:v>
              </c:pt>
              <c:pt idx="214">
                <c:v>0.99995951333928845</c:v>
              </c:pt>
              <c:pt idx="215">
                <c:v>0.99996141076737144</c:v>
              </c:pt>
              <c:pt idx="216">
                <c:v>0.99996321927151588</c:v>
              </c:pt>
              <c:pt idx="217">
                <c:v>0.99996494301918715</c:v>
              </c:pt>
              <c:pt idx="218">
                <c:v>0.9999665859825414</c:v>
              </c:pt>
              <c:pt idx="219">
                <c:v>0.9999681519475766</c:v>
              </c:pt>
              <c:pt idx="220">
                <c:v>0.99996964452285952</c:v>
              </c:pt>
              <c:pt idx="221">
                <c:v>0.99997106714783668</c:v>
              </c:pt>
              <c:pt idx="222">
                <c:v>0.99997242310076639</c:v>
              </c:pt>
              <c:pt idx="223">
                <c:v>0.99997371550626768</c:v>
              </c:pt>
              <c:pt idx="224">
                <c:v>0.99997494734252368</c:v>
              </c:pt>
              <c:pt idx="225">
                <c:v>0.99997612144814263</c:v>
              </c:pt>
              <c:pt idx="226">
                <c:v>0.99997724052870096</c:v>
              </c:pt>
              <c:pt idx="227">
                <c:v>0.99997830716297598</c:v>
              </c:pt>
              <c:pt idx="228">
                <c:v>0.99997932380888976</c:v>
              </c:pt>
              <c:pt idx="229">
                <c:v>0.99998029280917189</c:v>
              </c:pt>
              <c:pt idx="230">
                <c:v>0.99998121639675952</c:v>
              </c:pt>
              <c:pt idx="231">
                <c:v>0.9999820966999422</c:v>
              </c:pt>
              <c:pt idx="232">
                <c:v>0.99998293574726604</c:v>
              </c:pt>
              <c:pt idx="233">
                <c:v>0.9999837354722072</c:v>
              </c:pt>
              <c:pt idx="234">
                <c:v>0.99998449771762921</c:v>
              </c:pt>
              <c:pt idx="235">
                <c:v>0.99998522424002956</c:v>
              </c:pt>
              <c:pt idx="236">
                <c:v>0.99998591671358572</c:v>
              </c:pt>
              <c:pt idx="237">
                <c:v>0.99998657673401381</c:v>
              </c:pt>
              <c:pt idx="238">
                <c:v>0.99998720582224665</c:v>
              </c:pt>
              <c:pt idx="239">
                <c:v>0.99998780542793753</c:v>
              </c:pt>
              <c:pt idx="240">
                <c:v>0.99998837693280074</c:v>
              </c:pt>
              <c:pt idx="241">
                <c:v>0.99998892165379638</c:v>
              </c:pt>
              <c:pt idx="242">
                <c:v>0.99998944084616292</c:v>
              </c:pt>
              <c:pt idx="243">
                <c:v>0.99998993570631378</c:v>
              </c:pt>
              <c:pt idx="244">
                <c:v>0.99999040737459033</c:v>
              </c:pt>
              <c:pt idx="245">
                <c:v>0.99999085693789103</c:v>
              </c:pt>
              <c:pt idx="246">
                <c:v>0.99999128543217752</c:v>
              </c:pt>
              <c:pt idx="247">
                <c:v>0.9999916938448602</c:v>
              </c:pt>
              <c:pt idx="248">
                <c:v>0.99999208311707355</c:v>
              </c:pt>
              <c:pt idx="249">
                <c:v>0.99999245414584537</c:v>
              </c:pt>
              <c:pt idx="250">
                <c:v>0.99999280778616395</c:v>
              </c:pt>
              <c:pt idx="251">
                <c:v>0.99999314485294766</c:v>
              </c:pt>
              <c:pt idx="252">
                <c:v>0.99999346612292417</c:v>
              </c:pt>
              <c:pt idx="253">
                <c:v>0.99999377233641851</c:v>
              </c:pt>
              <c:pt idx="254">
                <c:v>0.99999406419906067</c:v>
              </c:pt>
              <c:pt idx="255">
                <c:v>0.99999434238341101</c:v>
              </c:pt>
              <c:pt idx="256">
                <c:v>0.99999460753050928</c:v>
              </c:pt>
              <c:pt idx="257">
                <c:v>0.99999486025135265</c:v>
              </c:pt>
              <c:pt idx="258">
                <c:v>0.99999510112830436</c:v>
              </c:pt>
              <c:pt idx="259">
                <c:v>0.99999533071643432</c:v>
              </c:pt>
              <c:pt idx="260">
                <c:v>0.99999554954479908</c:v>
              </c:pt>
              <c:pt idx="261">
                <c:v>0.99999575811766028</c:v>
              </c:pt>
              <c:pt idx="262">
                <c:v>0.99999595691564813</c:v>
              </c:pt>
              <c:pt idx="263">
                <c:v>0.99999614639686651</c:v>
              </c:pt>
              <c:pt idx="264">
                <c:v>0.99999632699795005</c:v>
              </c:pt>
              <c:pt idx="265">
                <c:v>0.9999964991350716</c:v>
              </c:pt>
              <c:pt idx="266">
                <c:v>0.99999666320489877</c:v>
              </c:pt>
              <c:pt idx="267">
                <c:v>0.99999681958550934</c:v>
              </c:pt>
              <c:pt idx="268">
                <c:v>0.9999969686372624</c:v>
              </c:pt>
              <c:pt idx="269">
                <c:v>0.99999711070362951</c:v>
              </c:pt>
              <c:pt idx="270">
                <c:v>0.99999724611198326</c:v>
              </c:pt>
              <c:pt idx="271">
                <c:v>0.99999737517435483</c:v>
              </c:pt>
              <c:pt idx="272">
                <c:v>0.99999749818815264</c:v>
              </c:pt>
              <c:pt idx="273">
                <c:v>0.99999761543684595</c:v>
              </c:pt>
              <c:pt idx="274">
                <c:v>0.99999772719061886</c:v>
              </c:pt>
              <c:pt idx="275">
                <c:v>0.9999978337069938</c:v>
              </c:pt>
              <c:pt idx="276">
                <c:v>0.99999793523142533</c:v>
              </c:pt>
              <c:pt idx="277">
                <c:v>0.99999803199786186</c:v>
              </c:pt>
              <c:pt idx="278">
                <c:v>0.99999812422928946</c:v>
              </c:pt>
              <c:pt idx="279">
                <c:v>0.99999821213824436</c:v>
              </c:pt>
              <c:pt idx="280">
                <c:v>0.99999829592730127</c:v>
              </c:pt>
              <c:pt idx="281">
                <c:v>0.99999837578954065</c:v>
              </c:pt>
              <c:pt idx="282">
                <c:v>0.9999984519089955</c:v>
              </c:pt>
              <c:pt idx="283">
                <c:v>0.99999852446107296</c:v>
              </c:pt>
              <c:pt idx="284">
                <c:v>0.99999859361295984</c:v>
              </c:pt>
              <c:pt idx="285">
                <c:v>0.99999865952400846</c:v>
              </c:pt>
              <c:pt idx="286">
                <c:v>0.99999872234610221</c:v>
              </c:pt>
              <c:pt idx="287">
                <c:v>0.99999878222400584</c:v>
              </c:pt>
              <c:pt idx="288">
                <c:v>0.99999883929570166</c:v>
              </c:pt>
              <c:pt idx="289">
                <c:v>0.99999889369270278</c:v>
              </c:pt>
              <c:pt idx="290">
                <c:v>0.99999894554036084</c:v>
              </c:pt>
              <c:pt idx="291">
                <c:v>0.99999899495815148</c:v>
              </c:pt>
              <c:pt idx="292">
                <c:v>0.99999904205995194</c:v>
              </c:pt>
              <c:pt idx="293">
                <c:v>0.99999908695430273</c:v>
              </c:pt>
              <c:pt idx="294">
                <c:v>0.99999912974465699</c:v>
              </c:pt>
              <c:pt idx="295">
                <c:v>0.99999917052961929</c:v>
              </c:pt>
              <c:pt idx="296">
                <c:v>0.999999209403173</c:v>
              </c:pt>
              <c:pt idx="297">
                <c:v>0.99999924645489813</c:v>
              </c:pt>
              <c:pt idx="298">
                <c:v>0.99999928177017527</c:v>
              </c:pt>
              <c:pt idx="299">
                <c:v>0.99999931543038434</c:v>
              </c:pt>
              <c:pt idx="300">
                <c:v>0.99999934751308983</c:v>
              </c:pt>
              <c:pt idx="301">
                <c:v>0.99999937809222239</c:v>
              </c:pt>
              <c:pt idx="302">
                <c:v>0.99999940723824876</c:v>
              </c:pt>
              <c:pt idx="303">
                <c:v>0.99999943501833155</c:v>
              </c:pt>
              <c:pt idx="304">
                <c:v>0.99999946149648733</c:v>
              </c:pt>
              <c:pt idx="305">
                <c:v>0.99999948673372985</c:v>
              </c:pt>
              <c:pt idx="306">
                <c:v>0.99999951078821658</c:v>
              </c:pt>
              <c:pt idx="307">
                <c:v>0.99999953371537753</c:v>
              </c:pt>
              <c:pt idx="308">
                <c:v>0.99999955556804476</c:v>
              </c:pt>
              <c:pt idx="309">
                <c:v>0.99999957639657633</c:v>
              </c:pt>
              <c:pt idx="310">
                <c:v>0.99999959624896773</c:v>
              </c:pt>
              <c:pt idx="311">
                <c:v>0.99999961517096647</c:v>
              </c:pt>
              <c:pt idx="312">
                <c:v>0.9999996332061758</c:v>
              </c:pt>
              <c:pt idx="313">
                <c:v>0.99999965039615646</c:v>
              </c:pt>
              <c:pt idx="314">
                <c:v>0.99999966678051933</c:v>
              </c:pt>
              <c:pt idx="315">
                <c:v>0.99999968239702142</c:v>
              </c:pt>
              <c:pt idx="316">
                <c:v>0.99999969728164761</c:v>
              </c:pt>
              <c:pt idx="317">
                <c:v>0.99999971146869848</c:v>
              </c:pt>
              <c:pt idx="318">
                <c:v>0.99999972499086598</c:v>
              </c:pt>
              <c:pt idx="319">
                <c:v>0.99999973787930974</c:v>
              </c:pt>
              <c:pt idx="320">
                <c:v>0.99999975016373022</c:v>
              </c:pt>
              <c:pt idx="321">
                <c:v>0.99999976187243467</c:v>
              </c:pt>
              <c:pt idx="322">
                <c:v>0.99999977303240484</c:v>
              </c:pt>
              <c:pt idx="323">
                <c:v>0.9999997836693576</c:v>
              </c:pt>
              <c:pt idx="324">
                <c:v>0.99999979380780379</c:v>
              </c:pt>
              <c:pt idx="325">
                <c:v>0.99999980347110662</c:v>
              </c:pt>
              <c:pt idx="326">
                <c:v>0.99999981268153371</c:v>
              </c:pt>
              <c:pt idx="327">
                <c:v>0.99999982146030975</c:v>
              </c:pt>
              <c:pt idx="328">
                <c:v>0.99999982982766344</c:v>
              </c:pt>
              <c:pt idx="329">
                <c:v>0.99999983780287705</c:v>
              </c:pt>
              <c:pt idx="330">
                <c:v>0.9999998454043284</c:v>
              </c:pt>
              <c:pt idx="331">
                <c:v>0.99999985264953384</c:v>
              </c:pt>
              <c:pt idx="332">
                <c:v>0.99999985955518833</c:v>
              </c:pt>
              <c:pt idx="333">
                <c:v>0.99999986613720637</c:v>
              </c:pt>
              <c:pt idx="334">
                <c:v>0.99999987241075461</c:v>
              </c:pt>
              <c:pt idx="335">
                <c:v>0.99999987839029003</c:v>
              </c:pt>
              <c:pt idx="336">
                <c:v>0.99999988408959128</c:v>
              </c:pt>
              <c:pt idx="337">
                <c:v>0.99999988952179197</c:v>
              </c:pt>
              <c:pt idx="338">
                <c:v>0.99999989469940964</c:v>
              </c:pt>
              <c:pt idx="339">
                <c:v>0.99999989963437597</c:v>
              </c:pt>
              <c:pt idx="340">
                <c:v>0.99999990433806241</c:v>
              </c:pt>
              <c:pt idx="341">
                <c:v>0.99999990882130785</c:v>
              </c:pt>
              <c:pt idx="342">
                <c:v>0.99999991309444447</c:v>
              </c:pt>
              <c:pt idx="343">
                <c:v>0.99999991716731784</c:v>
              </c:pt>
              <c:pt idx="344">
                <c:v>0.99999992104931368</c:v>
              </c:pt>
              <c:pt idx="345">
                <c:v>0.99999992474937827</c:v>
              </c:pt>
              <c:pt idx="346">
                <c:v>0.9999999282760369</c:v>
              </c:pt>
              <c:pt idx="347">
                <c:v>0.99999993163741707</c:v>
              </c:pt>
              <c:pt idx="348">
                <c:v>0.99999993484126426</c:v>
              </c:pt>
              <c:pt idx="349">
                <c:v>0.99999993789496211</c:v>
              </c:pt>
              <c:pt idx="350">
                <c:v>0.99999994080554688</c:v>
              </c:pt>
              <c:pt idx="351">
                <c:v>0.99999994357972488</c:v>
              </c:pt>
              <c:pt idx="352">
                <c:v>0.99999994622388955</c:v>
              </c:pt>
              <c:pt idx="353">
                <c:v>0.99999994874413456</c:v>
              </c:pt>
              <c:pt idx="354">
                <c:v>0.99999995114626694</c:v>
              </c:pt>
              <c:pt idx="355">
                <c:v>0.99999995343582182</c:v>
              </c:pt>
              <c:pt idx="356">
                <c:v>0.99999995561807564</c:v>
              </c:pt>
              <c:pt idx="357">
                <c:v>0.99999995769805727</c:v>
              </c:pt>
              <c:pt idx="358">
                <c:v>0.99999995968055932</c:v>
              </c:pt>
              <c:pt idx="359">
                <c:v>0.99999996157015014</c:v>
              </c:pt>
              <c:pt idx="360">
                <c:v>0.99999996337118491</c:v>
              </c:pt>
              <c:pt idx="361">
                <c:v>0.9999999650878133</c:v>
              </c:pt>
              <c:pt idx="362">
                <c:v>0.99999996672399027</c:v>
              </c:pt>
              <c:pt idx="363">
                <c:v>0.99999996828348747</c:v>
              </c:pt>
              <c:pt idx="364">
                <c:v>0.99999996976989769</c:v>
              </c:pt>
              <c:pt idx="365">
                <c:v>0.99999997118664685</c:v>
              </c:pt>
              <c:pt idx="366">
                <c:v>0.99999997253699913</c:v>
              </c:pt>
              <c:pt idx="367">
                <c:v>0.99999997382406702</c:v>
              </c:pt>
              <c:pt idx="368">
                <c:v>0.99999997505081495</c:v>
              </c:pt>
              <c:pt idx="369">
                <c:v>0.9999999762200712</c:v>
              </c:pt>
              <c:pt idx="370">
                <c:v>0.99999997733452961</c:v>
              </c:pt>
              <c:pt idx="371">
                <c:v>0.9999999783967588</c:v>
              </c:pt>
              <c:pt idx="372">
                <c:v>0.99999997940920582</c:v>
              </c:pt>
              <c:pt idx="373">
                <c:v>0.99999998037420357</c:v>
              </c:pt>
              <c:pt idx="374">
                <c:v>0.99999998129397627</c:v>
              </c:pt>
              <c:pt idx="375">
                <c:v>0.99999998217064368</c:v>
              </c:pt>
              <c:pt idx="376">
                <c:v>0.9999999830062255</c:v>
              </c:pt>
              <c:pt idx="377">
                <c:v>0.99999998380264754</c:v>
              </c:pt>
              <c:pt idx="378">
                <c:v>0.9999999845617451</c:v>
              </c:pt>
              <c:pt idx="379">
                <c:v>0.99999998528526712</c:v>
              </c:pt>
              <c:pt idx="380">
                <c:v>0.99999998597488127</c:v>
              </c:pt>
              <c:pt idx="381">
                <c:v>0.9999999866321756</c:v>
              </c:pt>
              <c:pt idx="382">
                <c:v>0.99999998725866535</c:v>
              </c:pt>
              <c:pt idx="383">
                <c:v>0.99999998785579503</c:v>
              </c:pt>
              <c:pt idx="384">
                <c:v>0.99999998842493987</c:v>
              </c:pt>
              <c:pt idx="385">
                <c:v>0.99999998896741127</c:v>
              </c:pt>
              <c:pt idx="386">
                <c:v>0.99999998948445934</c:v>
              </c:pt>
              <c:pt idx="387">
                <c:v>0.99999998997727557</c:v>
              </c:pt>
              <c:pt idx="388">
                <c:v>0.99999999044699595</c:v>
              </c:pt>
              <c:pt idx="389">
                <c:v>0.99999999089470237</c:v>
              </c:pt>
              <c:pt idx="390">
                <c:v>0.99999999132142658</c:v>
              </c:pt>
              <c:pt idx="391">
                <c:v>0.99999999172815279</c:v>
              </c:pt>
              <c:pt idx="392">
                <c:v>0.9999999921158168</c:v>
              </c:pt>
              <c:pt idx="393">
                <c:v>0.99999999248531313</c:v>
              </c:pt>
              <c:pt idx="394">
                <c:v>0.99999999283749297</c:v>
              </c:pt>
              <c:pt idx="395">
                <c:v>0.99999999317316768</c:v>
              </c:pt>
              <c:pt idx="396">
                <c:v>0.99999999349311031</c:v>
              </c:pt>
              <c:pt idx="397">
                <c:v>0.99999999379805915</c:v>
              </c:pt>
              <c:pt idx="398">
                <c:v>0.9999999940887162</c:v>
              </c:pt>
              <c:pt idx="399">
                <c:v>0.99999999436575138</c:v>
              </c:pt>
              <c:pt idx="400">
                <c:v>0.99999999462980305</c:v>
              </c:pt>
              <c:pt idx="401">
                <c:v>0.9999999948814805</c:v>
              </c:pt>
              <c:pt idx="402">
                <c:v>0.99999999512136295</c:v>
              </c:pt>
              <c:pt idx="403">
                <c:v>0.99999999535000283</c:v>
              </c:pt>
              <c:pt idx="404">
                <c:v>0.99999999556792729</c:v>
              </c:pt>
              <c:pt idx="405">
                <c:v>0.99999999577563881</c:v>
              </c:pt>
              <c:pt idx="406">
                <c:v>0.99999999597361566</c:v>
              </c:pt>
              <c:pt idx="407">
                <c:v>0.99999999616231428</c:v>
              </c:pt>
              <c:pt idx="408">
                <c:v>0.99999999634216963</c:v>
              </c:pt>
              <c:pt idx="409">
                <c:v>0.99999999651359528</c:v>
              </c:pt>
              <c:pt idx="410">
                <c:v>0.9999999966769868</c:v>
              </c:pt>
              <c:pt idx="411">
                <c:v>0.99999999683272123</c:v>
              </c:pt>
              <c:pt idx="412">
                <c:v>0.99999999698115694</c:v>
              </c:pt>
              <c:pt idx="413">
                <c:v>0.99999999712263643</c:v>
              </c:pt>
              <c:pt idx="414">
                <c:v>0.99999999725748578</c:v>
              </c:pt>
              <c:pt idx="415">
                <c:v>0.99999999738601486</c:v>
              </c:pt>
              <c:pt idx="416">
                <c:v>0.99999999750852064</c:v>
              </c:pt>
              <c:pt idx="417">
                <c:v>0.99999999762528546</c:v>
              </c:pt>
              <c:pt idx="418">
                <c:v>0.99999999773657755</c:v>
              </c:pt>
              <c:pt idx="419">
                <c:v>0.99999999784265392</c:v>
              </c:pt>
              <c:pt idx="420">
                <c:v>0.99999999794375882</c:v>
              </c:pt>
              <c:pt idx="421">
                <c:v>0.99999999804012552</c:v>
              </c:pt>
              <c:pt idx="422">
                <c:v>0.99999999813197604</c:v>
              </c:pt>
              <c:pt idx="423">
                <c:v>0.9999999982195219</c:v>
              </c:pt>
              <c:pt idx="424">
                <c:v>0.99999999830296493</c:v>
              </c:pt>
              <c:pt idx="425">
                <c:v>0.99999999838249753</c:v>
              </c:pt>
              <c:pt idx="426">
                <c:v>0.99999999845830234</c:v>
              </c:pt>
              <c:pt idx="427">
                <c:v>0.99999999853055499</c:v>
              </c:pt>
              <c:pt idx="428">
                <c:v>0.99999999859942135</c:v>
              </c:pt>
              <c:pt idx="429">
                <c:v>0.9999999986650604</c:v>
              </c:pt>
              <c:pt idx="430">
                <c:v>0.99999999872762291</c:v>
              </c:pt>
              <c:pt idx="431">
                <c:v>0.99999999878725343</c:v>
              </c:pt>
              <c:pt idx="432">
                <c:v>0.99999999884408941</c:v>
              </c:pt>
              <c:pt idx="433">
                <c:v>0.99999999889826197</c:v>
              </c:pt>
              <c:pt idx="434">
                <c:v>0.99999999894989544</c:v>
              </c:pt>
              <c:pt idx="435">
                <c:v>0.99999999899910919</c:v>
              </c:pt>
              <c:pt idx="436">
                <c:v>0.99999999904601689</c:v>
              </c:pt>
              <c:pt idx="437">
                <c:v>0.99999999909072612</c:v>
              </c:pt>
              <c:pt idx="438">
                <c:v>0.99999999913333992</c:v>
              </c:pt>
              <c:pt idx="439">
                <c:v>0.99999999917395688</c:v>
              </c:pt>
              <c:pt idx="440">
                <c:v>0.99999999921266969</c:v>
              </c:pt>
              <c:pt idx="441">
                <c:v>0.99999999924956828</c:v>
              </c:pt>
              <c:pt idx="442">
                <c:v>0.99999999928473737</c:v>
              </c:pt>
              <c:pt idx="443">
                <c:v>0.99999999931825823</c:v>
              </c:pt>
              <c:pt idx="444">
                <c:v>0.999999999350208</c:v>
              </c:pt>
              <c:pt idx="445">
                <c:v>0.99999999938066031</c:v>
              </c:pt>
              <c:pt idx="446">
                <c:v>0.99999999940968631</c:v>
              </c:pt>
              <c:pt idx="447">
                <c:v>0.99999999943735174</c:v>
              </c:pt>
              <c:pt idx="448">
                <c:v>0.99999999946372042</c:v>
              </c:pt>
              <c:pt idx="449">
                <c:v>0.99999999948885376</c:v>
              </c:pt>
              <c:pt idx="450">
                <c:v>0.9999999995128086</c:v>
              </c:pt>
              <c:pt idx="451">
                <c:v>0.999999999535641</c:v>
              </c:pt>
              <c:pt idx="452">
                <c:v>0.99999999955740326</c:v>
              </c:pt>
              <c:pt idx="453">
                <c:v>0.99999999957814556</c:v>
              </c:pt>
              <c:pt idx="454">
                <c:v>0.99999999959791586</c:v>
              </c:pt>
              <c:pt idx="455">
                <c:v>0.99999999961676012</c:v>
              </c:pt>
              <c:pt idx="456">
                <c:v>0.99999999963472042</c:v>
              </c:pt>
              <c:pt idx="457">
                <c:v>0.9999999996518395</c:v>
              </c:pt>
              <c:pt idx="458">
                <c:v>0.99999999966815623</c:v>
              </c:pt>
              <c:pt idx="459">
                <c:v>0.99999999968370867</c:v>
              </c:pt>
              <c:pt idx="460">
                <c:v>0.99999999969853237</c:v>
              </c:pt>
              <c:pt idx="461">
                <c:v>0.99999999971266051</c:v>
              </c:pt>
              <c:pt idx="462">
                <c:v>0.99999999972612674</c:v>
              </c:pt>
              <c:pt idx="463">
                <c:v>0.99999999973896181</c:v>
              </c:pt>
              <c:pt idx="464">
                <c:v>0.99999999975119513</c:v>
              </c:pt>
              <c:pt idx="465">
                <c:v>0.9999999997628557</c:v>
              </c:pt>
              <c:pt idx="466">
                <c:v>0.99999999977396981</c:v>
              </c:pt>
              <c:pt idx="467">
                <c:v>0.99999999978456255</c:v>
              </c:pt>
              <c:pt idx="468">
                <c:v>0.99999999979465903</c:v>
              </c:pt>
              <c:pt idx="469">
                <c:v>0.99999999980428278</c:v>
              </c:pt>
              <c:pt idx="470">
                <c:v>0.99999999981345511</c:v>
              </c:pt>
              <c:pt idx="471">
                <c:v>0.99999999982219723</c:v>
              </c:pt>
              <c:pt idx="472">
                <c:v>0.99999999983053012</c:v>
              </c:pt>
              <c:pt idx="473">
                <c:v>0.99999999983847221</c:v>
              </c:pt>
              <c:pt idx="474">
                <c:v>0.99999999984604215</c:v>
              </c:pt>
              <c:pt idx="475">
                <c:v>0.99999999985325716</c:v>
              </c:pt>
              <c:pt idx="476">
                <c:v>0.99999999986013499</c:v>
              </c:pt>
              <c:pt idx="477">
                <c:v>0.99999999986668997</c:v>
              </c:pt>
              <c:pt idx="478">
                <c:v>0.99999999987293731</c:v>
              </c:pt>
              <c:pt idx="479">
                <c:v>0.99999999987889232</c:v>
              </c:pt>
              <c:pt idx="480">
                <c:v>0.999999999884568</c:v>
              </c:pt>
              <c:pt idx="481">
                <c:v>0.99999999988997734</c:v>
              </c:pt>
              <c:pt idx="482">
                <c:v>0.99999999989513377</c:v>
              </c:pt>
              <c:pt idx="483">
                <c:v>0.99999999990004873</c:v>
              </c:pt>
              <c:pt idx="484">
                <c:v>0.99999999990473276</c:v>
              </c:pt>
              <c:pt idx="485">
                <c:v>0.99999999990919786</c:v>
              </c:pt>
              <c:pt idx="486">
                <c:v>0.99999999991345312</c:v>
              </c:pt>
              <c:pt idx="487">
                <c:v>0.99999999991750921</c:v>
              </c:pt>
              <c:pt idx="488">
                <c:v>0.99999999992137512</c:v>
              </c:pt>
              <c:pt idx="489">
                <c:v>0.99999999992505972</c:v>
              </c:pt>
              <c:pt idx="490">
                <c:v>0.99999999992857191</c:v>
              </c:pt>
              <c:pt idx="491">
                <c:v>0.99999999993191935</c:v>
              </c:pt>
              <c:pt idx="492">
                <c:v>0.99999999993510991</c:v>
              </c:pt>
              <c:pt idx="493">
                <c:v>0.99999999993815092</c:v>
              </c:pt>
              <c:pt idx="494">
                <c:v>0.99999999994104949</c:v>
              </c:pt>
              <c:pt idx="495">
                <c:v>0.99999999994381239</c:v>
              </c:pt>
              <c:pt idx="496">
                <c:v>0.99999999994644551</c:v>
              </c:pt>
              <c:pt idx="497">
                <c:v>0.99999999994895516</c:v>
              </c:pt>
              <c:pt idx="498">
                <c:v>0.99999999995134781</c:v>
              </c:pt>
              <c:pt idx="499">
                <c:v>0.99999999995362798</c:v>
              </c:pt>
              <c:pt idx="500">
                <c:v>0.99999999995580136</c:v>
              </c:pt>
              <c:pt idx="501">
                <c:v>0.99999999995787281</c:v>
              </c:pt>
              <c:pt idx="502">
                <c:v>0.99999999995984712</c:v>
              </c:pt>
              <c:pt idx="503">
                <c:v>0.99999999996172917</c:v>
              </c:pt>
              <c:pt idx="504">
                <c:v>0.99999999996352151</c:v>
              </c:pt>
              <c:pt idx="505">
                <c:v>0.99999999996523092</c:v>
              </c:pt>
              <c:pt idx="506">
                <c:v>0.99999999996686018</c:v>
              </c:pt>
              <c:pt idx="507">
                <c:v>0.99999999996841338</c:v>
              </c:pt>
              <c:pt idx="508">
                <c:v>0.99999999996989375</c:v>
              </c:pt>
              <c:pt idx="509">
                <c:v>0.99999999997130473</c:v>
              </c:pt>
              <c:pt idx="510">
                <c:v>0.99999999997264954</c:v>
              </c:pt>
              <c:pt idx="511">
                <c:v>0.99999999997393141</c:v>
              </c:pt>
              <c:pt idx="512">
                <c:v>0.99999999997515321</c:v>
              </c:pt>
              <c:pt idx="513">
                <c:v>0.9999999999763175</c:v>
              </c:pt>
              <c:pt idx="514">
                <c:v>0.99999999997742739</c:v>
              </c:pt>
              <c:pt idx="515">
                <c:v>0.99999999997848532</c:v>
              </c:pt>
              <c:pt idx="516">
                <c:v>0.99999999997949363</c:v>
              </c:pt>
              <c:pt idx="517">
                <c:v>0.99999999998045452</c:v>
              </c:pt>
              <c:pt idx="518">
                <c:v>0.99999999998137101</c:v>
              </c:pt>
              <c:pt idx="519">
                <c:v>0.99999999998224476</c:v>
              </c:pt>
              <c:pt idx="520">
                <c:v>0.99999999998307698</c:v>
              </c:pt>
              <c:pt idx="521">
                <c:v>0.99999999998387024</c:v>
              </c:pt>
              <c:pt idx="522">
                <c:v>0.99999999998462608</c:v>
              </c:pt>
              <c:pt idx="523">
                <c:v>0.99999999998534672</c:v>
              </c:pt>
              <c:pt idx="524">
                <c:v>0.99999999998603328</c:v>
              </c:pt>
              <c:pt idx="525">
                <c:v>0.99999999998668787</c:v>
              </c:pt>
              <c:pt idx="526">
                <c:v>0.99999999998731159</c:v>
              </c:pt>
              <c:pt idx="527">
                <c:v>0.99999999998790623</c:v>
              </c:pt>
              <c:pt idx="528">
                <c:v>0.99999999998847289</c:v>
              </c:pt>
              <c:pt idx="529">
                <c:v>0.9999999999890129</c:v>
              </c:pt>
              <c:pt idx="530">
                <c:v>0.99999999998952782</c:v>
              </c:pt>
              <c:pt idx="531">
                <c:v>0.99999999999001887</c:v>
              </c:pt>
              <c:pt idx="532">
                <c:v>0.99999999999048661</c:v>
              </c:pt>
              <c:pt idx="533">
                <c:v>0.99999999999093203</c:v>
              </c:pt>
              <c:pt idx="534">
                <c:v>0.99999999999135725</c:v>
              </c:pt>
              <c:pt idx="535">
                <c:v>0.99999999999176237</c:v>
              </c:pt>
              <c:pt idx="536">
                <c:v>0.9999999999921485</c:v>
              </c:pt>
              <c:pt idx="537">
                <c:v>0.99999999999251632</c:v>
              </c:pt>
              <c:pt idx="538">
                <c:v>0.99999999999286715</c:v>
              </c:pt>
              <c:pt idx="539">
                <c:v>0.99999999999320155</c:v>
              </c:pt>
              <c:pt idx="540">
                <c:v>0.99999999999351996</c:v>
              </c:pt>
              <c:pt idx="541">
                <c:v>0.99999999999382361</c:v>
              </c:pt>
              <c:pt idx="542">
                <c:v>0.99999999999411282</c:v>
              </c:pt>
              <c:pt idx="543">
                <c:v>0.9999999999943886</c:v>
              </c:pt>
              <c:pt idx="544">
                <c:v>0.99999999999465161</c:v>
              </c:pt>
              <c:pt idx="545">
                <c:v>0.99999999999490219</c:v>
              </c:pt>
              <c:pt idx="546">
                <c:v>0.99999999999514111</c:v>
              </c:pt>
              <c:pt idx="547">
                <c:v>0.9999999999953687</c:v>
              </c:pt>
              <c:pt idx="548">
                <c:v>0.99999999999558564</c:v>
              </c:pt>
              <c:pt idx="549">
                <c:v>0.99999999999579259</c:v>
              </c:pt>
              <c:pt idx="550">
                <c:v>0.99999999999598976</c:v>
              </c:pt>
              <c:pt idx="551">
                <c:v>0.99999999999617772</c:v>
              </c:pt>
              <c:pt idx="552">
                <c:v>0.9999999999963568</c:v>
              </c:pt>
              <c:pt idx="553">
                <c:v>0.99999999999652744</c:v>
              </c:pt>
              <c:pt idx="554">
                <c:v>0.99999999999669009</c:v>
              </c:pt>
              <c:pt idx="555">
                <c:v>0.99999999999684541</c:v>
              </c:pt>
              <c:pt idx="556">
                <c:v>0.99999999999699296</c:v>
              </c:pt>
              <c:pt idx="557">
                <c:v>0.99999999999713374</c:v>
              </c:pt>
              <c:pt idx="558">
                <c:v>0.99999999999726807</c:v>
              </c:pt>
              <c:pt idx="559">
                <c:v>0.99999999999739608</c:v>
              </c:pt>
              <c:pt idx="560">
                <c:v>0.99999999999751799</c:v>
              </c:pt>
              <c:pt idx="561">
                <c:v>0.99999999999763456</c:v>
              </c:pt>
              <c:pt idx="562">
                <c:v>0.99999999999774547</c:v>
              </c:pt>
              <c:pt idx="563">
                <c:v>0.99999999999785094</c:v>
              </c:pt>
              <c:pt idx="564">
                <c:v>0.99999999999795153</c:v>
              </c:pt>
              <c:pt idx="565">
                <c:v>0.99999999999804745</c:v>
              </c:pt>
              <c:pt idx="566">
                <c:v>0.99999999999813882</c:v>
              </c:pt>
              <c:pt idx="567">
                <c:v>0.99999999999822597</c:v>
              </c:pt>
              <c:pt idx="568">
                <c:v>0.99999999999830913</c:v>
              </c:pt>
              <c:pt idx="569">
                <c:v>0.9999999999983884</c:v>
              </c:pt>
              <c:pt idx="570">
                <c:v>0.99999999999846401</c:v>
              </c:pt>
              <c:pt idx="571">
                <c:v>0.9999999999985365</c:v>
              </c:pt>
              <c:pt idx="572">
                <c:v>0.99999999999860467</c:v>
              </c:pt>
              <c:pt idx="573">
                <c:v>0.99999999999866995</c:v>
              </c:pt>
              <c:pt idx="574">
                <c:v>0.99999999999873235</c:v>
              </c:pt>
              <c:pt idx="575">
                <c:v>0.99999999999879208</c:v>
              </c:pt>
              <c:pt idx="576">
                <c:v>0.99999999999884814</c:v>
              </c:pt>
              <c:pt idx="577">
                <c:v>0.99999999999890243</c:v>
              </c:pt>
              <c:pt idx="578">
                <c:v>0.99999999999895361</c:v>
              </c:pt>
              <c:pt idx="579">
                <c:v>0.99999999999900258</c:v>
              </c:pt>
              <c:pt idx="580">
                <c:v>0.99999999999904954</c:v>
              </c:pt>
              <c:pt idx="581">
                <c:v>0.99999999999909384</c:v>
              </c:pt>
              <c:pt idx="582">
                <c:v>0.99999999999913647</c:v>
              </c:pt>
              <c:pt idx="583">
                <c:v>0.99999999999917699</c:v>
              </c:pt>
              <c:pt idx="584">
                <c:v>0.99999999999921529</c:v>
              </c:pt>
              <c:pt idx="585">
                <c:v>0.99999999999925282</c:v>
              </c:pt>
              <c:pt idx="586">
                <c:v>0.9999999999992869</c:v>
              </c:pt>
              <c:pt idx="587">
                <c:v>0.99999999999932099</c:v>
              </c:pt>
              <c:pt idx="588">
                <c:v>0.99999999999935252</c:v>
              </c:pt>
              <c:pt idx="589">
                <c:v>0.99999999999938238</c:v>
              </c:pt>
              <c:pt idx="590">
                <c:v>0.99999999999941225</c:v>
              </c:pt>
              <c:pt idx="591">
                <c:v>0.99999999999943945</c:v>
              </c:pt>
              <c:pt idx="592">
                <c:v>0.99999999999946509</c:v>
              </c:pt>
              <c:pt idx="593">
                <c:v>0.99999999999949063</c:v>
              </c:pt>
              <c:pt idx="594">
                <c:v>0.99999999999951561</c:v>
              </c:pt>
              <c:pt idx="595">
                <c:v>0.99999999999953693</c:v>
              </c:pt>
              <c:pt idx="596">
                <c:v>0.99999999999955824</c:v>
              </c:pt>
              <c:pt idx="597">
                <c:v>0.99999999999957956</c:v>
              </c:pt>
              <c:pt idx="598">
                <c:v>0.99999999999960087</c:v>
              </c:pt>
              <c:pt idx="599">
                <c:v>0.99999999999961808</c:v>
              </c:pt>
              <c:pt idx="600">
                <c:v>0.99999999999963518</c:v>
              </c:pt>
            </c:numLit>
          </c:yVal>
          <c:smooth val="1"/>
          <c:extLst>
            <c:ext xmlns:c16="http://schemas.microsoft.com/office/drawing/2014/chart" uri="{C3380CC4-5D6E-409C-BE32-E72D297353CC}">
              <c16:uniqueId val="{00000002-9C79-421D-908F-D270FF1CA22A}"/>
            </c:ext>
          </c:extLst>
        </c:ser>
        <c:dLbls>
          <c:showLegendKey val="0"/>
          <c:showVal val="0"/>
          <c:showCatName val="0"/>
          <c:showSerName val="0"/>
          <c:showPercent val="0"/>
          <c:showBubbleSize val="0"/>
        </c:dLbls>
        <c:axId val="48650112"/>
        <c:axId val="48672768"/>
      </c:scatterChart>
      <c:valAx>
        <c:axId val="48672768"/>
        <c:scaling>
          <c:orientation val="minMax"/>
          <c:max val="1.8"/>
          <c:min val="0"/>
        </c:scaling>
        <c:delete val="0"/>
        <c:axPos val="l"/>
        <c:majorGridlines>
          <c:spPr>
            <a:ln w="9525">
              <a:solidFill>
                <a:srgbClr val="DFE6EE"/>
              </a:solidFill>
              <a:prstDash val="solid"/>
            </a:ln>
          </c:spPr>
        </c:majorGridlines>
        <c:title>
          <c:tx>
            <c:rich>
              <a:bodyPr/>
              <a:lstStyle/>
              <a:p>
                <a:r>
                  <a:rPr sz="1650">
                    <a:solidFill>
                      <a:srgbClr val="172F46"/>
                    </a:solidFill>
                    <a:latin typeface="Arial"/>
                    <a:ea typeface="Arial"/>
                    <a:cs typeface="Arial"/>
                  </a:rPr>
                  <a:t>x / steady-state x</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650">
                <a:solidFill>
                  <a:srgbClr val="172F46"/>
                </a:solidFill>
                <a:latin typeface="Arial"/>
                <a:ea typeface="Arial"/>
                <a:cs typeface="Arial"/>
              </a:defRPr>
            </a:pPr>
            <a:endParaRPr lang="zh-CN"/>
          </a:p>
        </c:txPr>
        <c:crossAx val="48650112"/>
        <c:crosses val="autoZero"/>
        <c:crossBetween val="midCat"/>
      </c:valAx>
      <c:valAx>
        <c:axId val="48650112"/>
        <c:scaling>
          <c:orientation val="minMax"/>
          <c:max val="12"/>
          <c:min val="0"/>
        </c:scaling>
        <c:delete val="0"/>
        <c:axPos val="b"/>
        <c:majorGridlines>
          <c:spPr>
            <a:ln w="9525">
              <a:solidFill>
                <a:srgbClr val="DFE6EE"/>
              </a:solidFill>
              <a:prstDash val="solid"/>
            </a:ln>
          </c:spPr>
        </c:majorGridlines>
        <c:title>
          <c:tx>
            <c:rich>
              <a:bodyPr/>
              <a:lstStyle/>
              <a:p>
                <a:r>
                  <a:rPr sz="1650">
                    <a:solidFill>
                      <a:srgbClr val="172F46"/>
                    </a:solidFill>
                    <a:latin typeface="Arial"/>
                    <a:ea typeface="Arial"/>
                    <a:cs typeface="Arial"/>
                  </a:rPr>
                  <a:t>Time after step (ms)</a:t>
                </a:r>
              </a:p>
            </c:rich>
          </c:tx>
          <c:overlay val="0"/>
        </c:title>
        <c:numFmt formatCode="General" sourceLinked="1"/>
        <c:majorTickMark val="none"/>
        <c:minorTickMark val="none"/>
        <c:tickLblPos val="low"/>
        <c:spPr>
          <a:ln w="9525">
            <a:solidFill>
              <a:srgbClr val="D4D4D4"/>
            </a:solidFill>
            <a:prstDash val="solid"/>
          </a:ln>
        </c:spPr>
        <c:txPr>
          <a:bodyPr anchorCtr="1"/>
          <a:lstStyle/>
          <a:p>
            <a:pPr>
              <a:defRPr sz="1650">
                <a:solidFill>
                  <a:srgbClr val="172F46"/>
                </a:solidFill>
                <a:latin typeface="Arial"/>
                <a:ea typeface="Arial"/>
                <a:cs typeface="Arial"/>
              </a:defRPr>
            </a:pPr>
            <a:endParaRPr lang="zh-CN"/>
          </a:p>
        </c:txPr>
        <c:crossAx val="48672768"/>
        <c:crosses val="autoZero"/>
        <c:crossBetween val="midCat"/>
      </c:valAx>
      <c:spPr>
        <a:solidFill>
          <a:srgbClr val="FFFFFF"/>
        </a:solidFill>
      </c:spPr>
    </c:plotArea>
    <c:legend>
      <c:legendPos val="b"/>
      <c:overlay val="0"/>
      <c:txPr>
        <a:bodyPr anchorCtr="1"/>
        <a:lstStyle/>
        <a:p>
          <a:pPr>
            <a:defRPr sz="1650">
              <a:solidFill>
                <a:srgbClr val="172F46"/>
              </a:solidFill>
              <a:latin typeface="Arial"/>
              <a:ea typeface="Arial"/>
              <a:cs typeface="Arial"/>
            </a:defRPr>
          </a:pPr>
          <a:endParaRPr lang="zh-CN"/>
        </a:p>
      </c:txPr>
    </c:legend>
    <c:plotVisOnly val="1"/>
    <c:dispBlanksAs val="zero"/>
    <c:showDLblsOverMax val="1"/>
  </c:chart>
  <c:spPr>
    <a:solidFill>
      <a:srgbClr val="FFFFFF"/>
    </a:solidFill>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0"/>
        <c:ser>
          <c:idx val="0"/>
          <c:order val="0"/>
          <c:tx>
            <c:v>zeta = 0.1</c:v>
          </c:tx>
          <c:spPr>
            <a:ln w="24765">
              <a:solidFill>
                <a:srgbClr val="CE681D"/>
              </a:solidFill>
              <a:prstDash val="solid"/>
            </a:ln>
          </c:spPr>
          <c:marker>
            <c:symbol val="none"/>
          </c:marker>
          <c:xVal>
            <c:numLit>
              <c:formatCode>General</c:formatCode>
              <c:ptCount val="180"/>
              <c:pt idx="0">
                <c:v>10</c:v>
              </c:pt>
              <c:pt idx="1">
                <c:v>10.446790972134874</c:v>
              </c:pt>
              <c:pt idx="2">
                <c:v>10.913544161547872</c:v>
              </c:pt>
              <c:pt idx="3">
                <c:v>11.401151462085359</c:v>
              </c:pt>
              <c:pt idx="4">
                <c:v>11.910544616605566</c:v>
              </c:pt>
              <c:pt idx="5">
                <c:v>12.442696997396459</c:v>
              </c:pt>
              <c:pt idx="6">
                <c:v>12.998625466141105</c:v>
              </c:pt>
              <c:pt idx="7">
                <c:v>13.579392316984537</c:v>
              </c:pt>
              <c:pt idx="8">
                <c:v>14.186107306415174</c:v>
              </c:pt>
              <c:pt idx="9">
                <c:v>14.819929773839462</c:v>
              </c:pt>
              <c:pt idx="10">
                <c:v>15.482070856901894</c:v>
              </c:pt>
              <c:pt idx="11">
                <c:v>16.173795805783516</c:v>
              </c:pt>
              <c:pt idx="12">
                <c:v>16.896426400901213</c:v>
              </c:pt>
              <c:pt idx="13">
                <c:v>17.651343478627616</c:v>
              </c:pt>
              <c:pt idx="14">
                <c:v>18.439989569857875</c:v>
              </c:pt>
              <c:pt idx="15">
                <c:v>19.263871656465252</c:v>
              </c:pt>
              <c:pt idx="16">
                <c:v>20.1245640509126</c:v>
              </c:pt>
              <c:pt idx="17">
                <c:v>21.023711404522388</c:v>
              </c:pt>
              <c:pt idx="18">
                <c:v>21.963031850153339</c:v>
              </c:pt>
              <c:pt idx="19">
                <c:v>22.944320285289262</c:v>
              </c:pt>
              <c:pt idx="20">
                <c:v>23.969451801813094</c:v>
              </c:pt>
              <c:pt idx="21">
                <c:v>25.040385269020305</c:v>
              </c:pt>
              <c:pt idx="22">
                <c:v>26.159167076718042</c:v>
              </c:pt>
              <c:pt idx="23">
                <c:v>27.32793504556259</c:v>
              </c:pt>
              <c:pt idx="24">
                <c:v>28.548922512107151</c:v>
              </c:pt>
              <c:pt idx="25">
                <c:v>29.824462596365908</c:v>
              </c:pt>
              <c:pt idx="26">
                <c:v>31.156992660048964</c:v>
              </c:pt>
              <c:pt idx="27">
                <c:v>32.549058963987186</c:v>
              </c:pt>
              <c:pt idx="28">
                <c:v>34.003321533646726</c:v>
              </c:pt>
              <c:pt idx="29">
                <c:v>35.522559242029985</c:v>
              </c:pt>
              <c:pt idx="30">
                <c:v>37.10967511967651</c:v>
              </c:pt>
              <c:pt idx="31">
                <c:v>38.767701901909476</c:v>
              </c:pt>
              <c:pt idx="32">
                <c:v>40.499807823928393</c:v>
              </c:pt>
              <c:pt idx="33">
                <c:v>42.309302674821247</c:v>
              </c:pt>
              <c:pt idx="34">
                <c:v>44.199644122064456</c:v>
              </c:pt>
              <c:pt idx="35">
                <c:v>46.174444318595718</c:v>
              </c:pt>
              <c:pt idx="36">
                <c:v>48.237476805084995</c:v>
              </c:pt>
              <c:pt idx="37">
                <c:v>50.392683720592764</c:v>
              </c:pt>
              <c:pt idx="38">
                <c:v>52.644183335393635</c:v>
              </c:pt>
              <c:pt idx="39">
                <c:v>54.99627792036037</c:v>
              </c:pt>
              <c:pt idx="40">
                <c:v>57.453461967944094</c:v>
              </c:pt>
              <c:pt idx="41">
                <c:v>60.020430780461275</c:v>
              </c:pt>
              <c:pt idx="42">
                <c:v>62.702089442096906</c:v>
              </c:pt>
              <c:pt idx="43">
                <c:v>65.503562191769134</c:v>
              </c:pt>
              <c:pt idx="44">
                <c:v>68.430202214764918</c:v>
              </c:pt>
              <c:pt idx="45">
                <c:v>71.487601871856967</c:v>
              </c:pt>
              <c:pt idx="46">
                <c:v>74.681603385448796</c:v>
              </c:pt>
              <c:pt idx="47">
                <c:v>78.018310003166334</c:v>
              </c:pt>
              <c:pt idx="48">
                <c:v>81.504097660229846</c:v>
              </c:pt>
              <c:pt idx="49">
                <c:v>85.145627162888786</c:v>
              </c:pt>
              <c:pt idx="50">
                <c:v>88.949856916202904</c:v>
              </c:pt>
              <c:pt idx="51">
                <c:v>92.924056220487699</c:v>
              </c:pt>
              <c:pt idx="52">
                <c:v>97.075819161834431</c:v>
              </c:pt>
              <c:pt idx="53">
                <c:v>101.41307912324497</c:v>
              </c:pt>
              <c:pt idx="54">
                <c:v>105.94412394411148</c:v>
              </c:pt>
              <c:pt idx="55">
                <c:v>110.67761175700826</c:v>
              </c:pt>
              <c:pt idx="56">
                <c:v>115.62258753205631</c:v>
              </c:pt>
              <c:pt idx="57">
                <c:v>120.78850036047596</c:v>
              </c:pt>
              <c:pt idx="58">
                <c:v>126.18522151035297</c:v>
              </c:pt>
              <c:pt idx="59">
                <c:v>131.82306328911955</c:v>
              </c:pt>
              <c:pt idx="60">
                <c:v>137.71279874879377</c:v>
              </c:pt>
              <c:pt idx="61">
                <c:v>143.86568227163249</c:v>
              </c:pt>
              <c:pt idx="62">
                <c:v>150.29347107553153</c:v>
              </c:pt>
              <c:pt idx="63">
                <c:v>157.00844768026775</c:v>
              </c:pt>
              <c:pt idx="64">
                <c:v>164.02344337751313</c:v>
              </c:pt>
              <c:pt idx="65">
                <c:v>171.3518627494679</c:v>
              </c:pt>
              <c:pt idx="66">
                <c:v>179.00770928296365</c:v>
              </c:pt>
              <c:pt idx="67">
                <c:v>187.00561212798098</c:v>
              </c:pt>
              <c:pt idx="68">
                <c:v>195.36085405171468</c:v>
              </c:pt>
              <c:pt idx="69">
                <c:v>204.08940064160106</c:v>
              </c:pt>
              <c:pt idx="70">
                <c:v>213.20793081310967</c:v>
              </c:pt>
              <c:pt idx="71">
                <c:v>222.73386868059498</c:v>
              </c:pt>
              <c:pt idx="72">
                <c:v>232.68541685211133</c:v>
              </c:pt>
              <c:pt idx="73">
                <c:v>243.08159121180779</c:v>
              </c:pt>
              <c:pt idx="74">
                <c:v>253.94225725636952</c:v>
              </c:pt>
              <c:pt idx="75">
                <c:v>265.28816805493915</c:v>
              </c:pt>
              <c:pt idx="76">
                <c:v>277.14100390505365</c:v>
              </c:pt>
              <c:pt idx="77">
                <c:v>289.52341376037123</c:v>
              </c:pt>
              <c:pt idx="78">
                <c:v>302.45905850935173</c:v>
              </c:pt>
              <c:pt idx="79">
                <c:v>315.97265618759047</c:v>
              </c:pt>
              <c:pt idx="80">
                <c:v>330.09002921019987</c:v>
              </c:pt>
              <c:pt idx="81">
                <c:v>344.83815371448549</c:v>
              </c:pt>
              <c:pt idx="82">
                <c:v>360.24521110721435</c:v>
              </c:pt>
              <c:pt idx="83">
                <c:v>376.34064191496668</c:v>
              </c:pt>
              <c:pt idx="84">
                <c:v>393.15520204047198</c:v>
              </c:pt>
              <c:pt idx="85">
                <c:v>410.72102153242679</c:v>
              </c:pt>
              <c:pt idx="86">
                <c:v>429.07166598109671</c:v>
              </c:pt>
              <c:pt idx="87">
                <c:v>448.24220065701894</c:v>
              </c:pt>
              <c:pt idx="88">
                <c:v>468.26925751536169</c:v>
              </c:pt>
              <c:pt idx="89">
                <c:v>489.19110519397839</c:v>
              </c:pt>
              <c:pt idx="90">
                <c:v>511.04772213891277</c:v>
              </c:pt>
              <c:pt idx="91">
                <c:v>533.88087299708889</c:v>
              </c:pt>
              <c:pt idx="92">
                <c:v>557.73418842214767</c:v>
              </c:pt>
              <c:pt idx="93">
                <c:v>582.65324844594602</c:v>
              </c:pt>
              <c:pt idx="94">
                <c:v>608.68566957501639</c:v>
              </c:pt>
              <c:pt idx="95">
                <c:v>635.88119577841564</c:v>
              </c:pt>
              <c:pt idx="96">
                <c:v>664.29179354082851</c:v>
              </c:pt>
              <c:pt idx="97">
                <c:v>693.97175116256074</c:v>
              </c:pt>
              <c:pt idx="98">
                <c:v>724.97778249616658</c:v>
              </c:pt>
              <c:pt idx="99">
                <c:v>757.36913531793175</c:v>
              </c:pt>
              <c:pt idx="100">
                <c:v>791.20770454129706</c:v>
              </c:pt>
              <c:pt idx="101">
                <c:v>826.55815048855663</c:v>
              </c:pt>
              <c:pt idx="102">
                <c:v>863.48802244683577</c:v>
              </c:pt>
              <c:pt idx="103">
                <c:v>902.06788774442043</c:v>
              </c:pt>
              <c:pt idx="104">
                <c:v>942.37146659411826</c:v>
              </c:pt>
              <c:pt idx="105">
                <c:v>984.47577296129316</c:v>
              </c:pt>
              <c:pt idx="106">
                <c:v>1028.4612617257544</c:v>
              </c:pt>
              <c:pt idx="107">
                <c:v>1074.4119824187048</c:v>
              </c:pt>
              <c:pt idx="108">
                <c:v>1122.4157398285267</c:v>
              </c:pt>
              <c:pt idx="109">
                <c:v>1172.5642617822732</c:v>
              </c:pt>
              <c:pt idx="110">
                <c:v>1224.9533744235052</c:v>
              </c:pt>
              <c:pt idx="111">
                <c:v>1279.6831853213619</c:v>
              </c:pt>
              <c:pt idx="112">
                <c:v>1336.8582747608011</c:v>
              </c:pt>
              <c:pt idx="113">
                <c:v>1396.5878955794933</c:v>
              </c:pt>
              <c:pt idx="114">
                <c:v>1458.9861819332702</c:v>
              </c:pt>
              <c:pt idx="115">
                <c:v>1524.172367389001</c:v>
              </c:pt>
              <c:pt idx="116">
                <c:v>1592.2710127616847</c:v>
              </c:pt>
              <c:pt idx="117">
                <c:v>1663.4122441310831</c:v>
              </c:pt>
              <c:pt idx="118">
                <c:v>1737.7320014927202</c:v>
              </c:pt>
              <c:pt idx="119">
                <c:v>1815.3722985184024</c:v>
              </c:pt>
              <c:pt idx="120">
                <c:v>1896.4814939225776</c:v>
              </c:pt>
              <c:pt idx="121">
                <c:v>1981.2145749531253</c:v>
              </c:pt>
              <c:pt idx="122">
                <c:v>2069.7334535482332</c:v>
              </c:pt>
              <c:pt idx="123">
                <c:v>2162.2072757253231</c:v>
              </c:pt>
              <c:pt idx="124">
                <c:v>2258.8127447931633</c:v>
              </c:pt>
              <c:pt idx="125">
                <c:v>2359.7344590048428</c:v>
              </c:pt>
              <c:pt idx="126">
                <c:v>2465.1652642967356</c:v>
              </c:pt>
              <c:pt idx="127">
                <c:v>2575.3066227875606</c:v>
              </c:pt>
              <c:pt idx="128">
                <c:v>2690.3689977416252</c:v>
              </c:pt>
              <c:pt idx="129">
                <c:v>2810.572255731875</c:v>
              </c:pt>
              <c:pt idx="130">
                <c:v>2936.1460867712517</c:v>
              </c:pt>
              <c:pt idx="131">
                <c:v>3067.330443215104</c:v>
              </c:pt>
              <c:pt idx="132">
                <c:v>3204.3759982734027</c:v>
              </c:pt>
              <c:pt idx="133">
                <c:v>3347.5446250088244</c:v>
              </c:pt>
              <c:pt idx="134">
                <c:v>3497.1098967360831</c:v>
              </c:pt>
              <c:pt idx="135">
                <c:v>3653.3576097786017</c:v>
              </c:pt>
              <c:pt idx="136">
                <c:v>3816.5863295815361</c:v>
              </c:pt>
              <c:pt idx="137">
                <c:v>3987.1079612245749</c:v>
              </c:pt>
              <c:pt idx="138">
                <c:v>4165.2483454247958</c:v>
              </c:pt>
              <c:pt idx="139">
                <c:v>4351.3478811683499</c:v>
              </c:pt>
              <c:pt idx="140">
                <c:v>4545.7621761607716</c:v>
              </c:pt>
              <c:pt idx="141">
                <c:v>4748.8627263388553</c:v>
              </c:pt>
              <c:pt idx="142">
                <c:v>4961.0376257424541</c:v>
              </c:pt>
              <c:pt idx="143">
                <c:v>5182.6923081027726</c:v>
              </c:pt>
              <c:pt idx="144">
                <c:v>5414.2503215640872</c:v>
              </c:pt>
              <c:pt idx="145">
                <c:v>5656.1541380194085</c:v>
              </c:pt>
              <c:pt idx="146">
                <c:v>5908.8659986064431</c:v>
              </c:pt>
              <c:pt idx="147">
                <c:v>6172.8687969796547</c:v>
              </c:pt>
              <c:pt idx="148">
                <c:v>6448.6670020460097</c:v>
              </c:pt>
              <c:pt idx="149">
                <c:v>6736.7876219278278</c:v>
              </c:pt>
              <c:pt idx="150">
                <c:v>7037.7812109945644</c:v>
              </c:pt>
              <c:pt idx="151">
                <c:v>7352.2229218878429</c:v>
              </c:pt>
              <c:pt idx="152">
                <c:v>7680.7136045501047</c:v>
              </c:pt>
              <c:pt idx="153">
                <c:v>8023.8809543567586</c:v>
              </c:pt>
              <c:pt idx="154">
                <c:v>8382.3807115459113</c:v>
              </c:pt>
              <c:pt idx="155">
                <c:v>8756.8979142375192</c:v>
              </c:pt>
              <c:pt idx="156">
                <c:v>9148.1482074363375</c:v>
              </c:pt>
              <c:pt idx="157">
                <c:v>9556.8792105197826</c:v>
              </c:pt>
              <c:pt idx="158">
                <c:v>9983.8719458241376</c:v>
              </c:pt>
              <c:pt idx="159">
                <c:v>10429.942331058619</c:v>
              </c:pt>
              <c:pt idx="160">
                <c:v>10895.942738399061</c:v>
              </c:pt>
              <c:pt idx="161">
                <c:v>11382.763623240615</c:v>
              </c:pt>
              <c:pt idx="162">
                <c:v>11891.335225721512</c:v>
              </c:pt>
              <c:pt idx="163">
                <c:v>12422.629348269675</c:v>
              </c:pt>
              <c:pt idx="164">
                <c:v>12977.661212568144</c:v>
              </c:pt>
              <c:pt idx="165">
                <c:v>13557.491399488188</c:v>
              </c:pt>
              <c:pt idx="166">
                <c:v>14163.227875696921</c:v>
              </c:pt>
              <c:pt idx="167">
                <c:v>14796.028110811967</c:v>
              </c:pt>
              <c:pt idx="168">
                <c:v>15457.101289148435</c:v>
              </c:pt>
              <c:pt idx="169">
                <c:v>16147.71062028503</c:v>
              </c:pt>
              <c:pt idx="170">
                <c:v>16869.175752864019</c:v>
              </c:pt>
              <c:pt idx="171">
                <c:v>17622.875296237609</c:v>
              </c:pt>
              <c:pt idx="172">
                <c:v>18410.249454779383</c:v>
              </c:pt>
              <c:pt idx="173">
                <c:v>19232.802779894038</c:v>
              </c:pt>
              <c:pt idx="174">
                <c:v>20092.107044984725</c:v>
              </c:pt>
              <c:pt idx="175">
                <c:v>20989.804248871362</c:v>
              </c:pt>
              <c:pt idx="176">
                <c:v>21927.609753398814</c:v>
              </c:pt>
              <c:pt idx="177">
                <c:v>22907.315561230349</c:v>
              </c:pt>
              <c:pt idx="178">
                <c:v>23930.793740090605</c:v>
              </c:pt>
              <c:pt idx="179">
                <c:v>24999.999999999993</c:v>
              </c:pt>
            </c:numLit>
          </c:xVal>
          <c:yVal>
            <c:numLit>
              <c:formatCode>0</c:formatCode>
              <c:ptCount val="180"/>
              <c:pt idx="0">
                <c:v>8.5125717675560756E-4</c:v>
              </c:pt>
              <c:pt idx="1">
                <c:v>9.290272666224726E-4</c:v>
              </c:pt>
              <c:pt idx="2">
                <c:v>1.013902759521628E-3</c:v>
              </c:pt>
              <c:pt idx="3">
                <c:v>1.1065329109818845E-3</c:v>
              </c:pt>
              <c:pt idx="4">
                <c:v>1.2076263167011634E-3</c:v>
              </c:pt>
              <c:pt idx="5">
                <c:v>1.3179563388561561E-3</c:v>
              </c:pt>
              <c:pt idx="6">
                <c:v>1.4383670291509983E-3</c:v>
              </c:pt>
              <c:pt idx="7">
                <c:v>1.5697795941413829E-3</c:v>
              </c:pt>
              <c:pt idx="8">
                <c:v>1.7131994526645483E-3</c:v>
              </c:pt>
              <c:pt idx="9">
                <c:v>1.8697239397051937E-3</c:v>
              </c:pt>
              <c:pt idx="10">
                <c:v>2.0405507160886362E-3</c:v>
              </c:pt>
              <c:pt idx="11">
                <c:v>2.2269869488790294E-3</c:v>
              </c:pt>
              <c:pt idx="12">
                <c:v>2.4304593333358713E-3</c:v>
              </c:pt>
              <c:pt idx="13">
                <c:v>2.6525250338998432E-3</c:v>
              </c:pt>
              <c:pt idx="14">
                <c:v>2.8948836287890794E-3</c:v>
              </c:pt>
              <c:pt idx="15">
                <c:v>3.1593901507066297E-3</c:v>
              </c:pt>
              <c:pt idx="16">
                <c:v>3.4480693247174576E-3</c:v>
              </c:pt>
              <c:pt idx="17">
                <c:v>3.7631311137861349E-3</c:v>
              </c:pt>
              <c:pt idx="18">
                <c:v>4.1069876927595766E-3</c:v>
              </c:pt>
              <c:pt idx="19">
                <c:v>4.4822719829062472E-3</c:v>
              </c:pt>
              <c:pt idx="20">
                <c:v>4.8918578914337093E-3</c:v>
              </c:pt>
              <c:pt idx="21">
                <c:v>5.3388824140108617E-3</c:v>
              </c:pt>
              <c:pt idx="22">
                <c:v>5.8267697732066054E-3</c:v>
              </c:pt>
              <c:pt idx="23">
                <c:v>6.3592577819730628E-3</c:v>
              </c:pt>
              <c:pt idx="24">
                <c:v>6.9404266393464521E-3</c:v>
              </c:pt>
              <c:pt idx="25">
                <c:v>7.5747303850171718E-3</c:v>
              </c:pt>
              <c:pt idx="26">
                <c:v>8.2670312611939096E-3</c:v>
              </c:pt>
              <c:pt idx="27">
                <c:v>9.022637253740768E-3</c:v>
              </c:pt>
              <c:pt idx="28">
                <c:v>9.8473431107950031E-3</c:v>
              </c:pt>
              <c:pt idx="29">
                <c:v>1.0747475165711767E-2</c:v>
              </c:pt>
              <c:pt idx="30">
                <c:v>1.1729940322881981E-2</c:v>
              </c:pt>
              <c:pt idx="31">
                <c:v>1.2802279599757537E-2</c:v>
              </c:pt>
              <c:pt idx="32">
                <c:v>1.3972726656916672E-2</c:v>
              </c:pt>
              <c:pt idx="33">
                <c:v>1.5250271790530711E-2</c:v>
              </c:pt>
              <c:pt idx="34">
                <c:v>1.6644731908284131E-2</c:v>
              </c:pt>
              <c:pt idx="35">
                <c:v>1.8166827062045806E-2</c:v>
              </c:pt>
              <c:pt idx="36">
                <c:v>1.9828264167724298E-2</c:v>
              </c:pt>
              <c:pt idx="37">
                <c:v>2.1641828606719652E-2</c:v>
              </c:pt>
              <c:pt idx="38">
                <c:v>2.3621484473968689E-2</c:v>
              </c:pt>
              <c:pt idx="39">
                <c:v>2.5782484316326577E-2</c:v>
              </c:pt>
              <c:pt idx="40">
                <c:v>2.814148929245594E-2</c:v>
              </c:pt>
              <c:pt idx="41">
                <c:v>3.0716700783073342E-2</c:v>
              </c:pt>
              <c:pt idx="42">
                <c:v>3.3528004589219181E-2</c:v>
              </c:pt>
              <c:pt idx="43">
                <c:v>3.6597128978254803E-2</c:v>
              </c:pt>
              <c:pt idx="44">
                <c:v>3.9947817973629347E-2</c:v>
              </c:pt>
              <c:pt idx="45">
                <c:v>4.360602143783357E-2</c:v>
              </c:pt>
              <c:pt idx="46">
                <c:v>4.7600103670312074E-2</c:v>
              </c:pt>
              <c:pt idx="47">
                <c:v>5.1961072436349912E-2</c:v>
              </c:pt>
              <c:pt idx="48">
                <c:v>5.6722830562439611E-2</c:v>
              </c:pt>
              <c:pt idx="49">
                <c:v>6.1922452482002101E-2</c:v>
              </c:pt>
              <c:pt idx="50">
                <c:v>6.7600488397326214E-2</c:v>
              </c:pt>
              <c:pt idx="51">
                <c:v>7.3801299044239613E-2</c:v>
              </c:pt>
              <c:pt idx="52">
                <c:v>8.0573424411744005E-2</c:v>
              </c:pt>
              <c:pt idx="53">
                <c:v>8.796999018726287E-2</c:v>
              </c:pt>
              <c:pt idx="54">
                <c:v>9.6049156177590883E-2</c:v>
              </c:pt>
              <c:pt idx="55">
                <c:v>0.10487461150739977</c:v>
              </c:pt>
              <c:pt idx="56">
                <c:v>0.1145161220332812</c:v>
              </c:pt>
              <c:pt idx="57">
                <c:v>0.12505013614735377</c:v>
              </c:pt>
              <c:pt idx="58">
                <c:v>0.13656045599884212</c:v>
              </c:pt>
              <c:pt idx="59">
                <c:v>0.14913898215656085</c:v>
              </c:pt>
              <c:pt idx="60">
                <c:v>0.16288654089742932</c:v>
              </c:pt>
              <c:pt idx="61">
                <c:v>0.17791380466828538</c:v>
              </c:pt>
              <c:pt idx="62">
                <c:v>0.19434231787092437</c:v>
              </c:pt>
              <c:pt idx="63">
                <c:v>0.21230564201249541</c:v>
              </c:pt>
              <c:pt idx="64">
                <c:v>0.23195063650609343</c:v>
              </c:pt>
              <c:pt idx="65">
                <c:v>0.25343889407463865</c:v>
              </c:pt>
              <c:pt idx="66">
                <c:v>0.2769483528984657</c:v>
              </c:pt>
              <c:pt idx="67">
                <c:v>0.30267511147031673</c:v>
              </c:pt>
              <c:pt idx="68">
                <c:v>0.33083547672684266</c:v>
              </c:pt>
              <c:pt idx="69">
                <c:v>0.36166828159820058</c:v>
              </c:pt>
              <c:pt idx="70">
                <c:v>0.39543751489073697</c:v>
              </c:pt>
              <c:pt idx="71">
                <c:v>0.43243531469026997</c:v>
              </c:pt>
              <c:pt idx="72">
                <c:v>0.47298538662729439</c:v>
              </c:pt>
              <c:pt idx="73">
                <c:v>0.51744692087269395</c:v>
              </c:pt>
              <c:pt idx="74">
                <c:v>0.56621909727197006</c:v>
              </c:pt>
              <c:pt idx="75">
                <c:v>0.61974628741056792</c:v>
              </c:pt>
              <c:pt idx="76">
                <c:v>0.67852408672753484</c:v>
              </c:pt>
              <c:pt idx="77">
                <c:v>0.74310634050727187</c:v>
              </c:pt>
              <c:pt idx="78">
                <c:v>0.81411336660955946</c:v>
              </c:pt>
              <c:pt idx="79">
                <c:v>0.89224162773716764</c:v>
              </c:pt>
              <c:pt idx="80">
                <c:v>0.97827517039416667</c:v>
              </c:pt>
              <c:pt idx="81">
                <c:v>1.0730992312395802</c:v>
              </c:pt>
              <c:pt idx="82">
                <c:v>1.1777165208700633</c:v>
              </c:pt>
              <c:pt idx="83">
                <c:v>1.2932668392997413</c:v>
              </c:pt>
              <c:pt idx="84">
                <c:v>1.4210508693198887</c:v>
              </c:pt>
              <c:pt idx="85">
                <c:v>1.5625592515440805</c:v>
              </c:pt>
              <c:pt idx="86">
                <c:v>1.7195083939312221</c:v>
              </c:pt>
              <c:pt idx="87">
                <c:v>1.8938849457121429</c:v>
              </c:pt>
              <c:pt idx="88">
                <c:v>2.0880015239870056</c:v>
              </c:pt>
              <c:pt idx="89">
                <c:v>2.30456719763602</c:v>
              </c:pt>
              <c:pt idx="90">
                <c:v>2.5467775187262531</c:v>
              </c:pt>
              <c:pt idx="91">
                <c:v>2.8184307055655102</c:v>
              </c:pt>
              <c:pt idx="92">
                <c:v>3.1240791462754789</c:v>
              </c:pt>
              <c:pt idx="93">
                <c:v>3.4692289981629298</c:v>
              </c:pt>
              <c:pt idx="94">
                <c:v>3.8606056250080374</c:v>
              </c:pt>
              <c:pt idx="95">
                <c:v>4.3065090821880911</c:v>
              </c:pt>
              <c:pt idx="96">
                <c:v>4.8172910446608039</c:v>
              </c:pt>
              <c:pt idx="97">
                <c:v>5.405988289544621</c:v>
              </c:pt>
              <c:pt idx="98">
                <c:v>6.0891323948567795</c:v>
              </c:pt>
              <c:pt idx="99">
                <c:v>6.8876664683118634</c:v>
              </c:pt>
              <c:pt idx="100">
                <c:v>7.8275516562109058</c:v>
              </c:pt>
              <c:pt idx="101">
                <c:v>8.9383901830243868</c:v>
              </c:pt>
              <c:pt idx="102">
                <c:v>10.24393872161637</c:v>
              </c:pt>
              <c:pt idx="103">
                <c:v>11.723278255004539</c:v>
              </c:pt>
              <c:pt idx="104">
                <c:v>13.182864385786161</c:v>
              </c:pt>
              <c:pt idx="105">
                <c:v>14.01025738817526</c:v>
              </c:pt>
              <c:pt idx="106">
                <c:v>13.406319844646095</c:v>
              </c:pt>
              <c:pt idx="107">
                <c:v>11.548908175546247</c:v>
              </c:pt>
              <c:pt idx="108">
                <c:v>9.2849501517554298</c:v>
              </c:pt>
              <c:pt idx="109">
                <c:v>7.0873885375555385</c:v>
              </c:pt>
              <c:pt idx="110">
                <c:v>5.0789439315694649</c:v>
              </c:pt>
              <c:pt idx="111">
                <c:v>3.2603650341468491</c:v>
              </c:pt>
              <c:pt idx="112">
                <c:v>1.604240609575873</c:v>
              </c:pt>
              <c:pt idx="113">
                <c:v>8.1591484107445142E-2</c:v>
              </c:pt>
              <c:pt idx="114">
                <c:v>-1.3321159833427345</c:v>
              </c:pt>
              <c:pt idx="115">
                <c:v>-2.6564817993829482</c:v>
              </c:pt>
              <c:pt idx="116">
                <c:v>-3.9069529777323924</c:v>
              </c:pt>
              <c:pt idx="117">
                <c:v>-5.0957287458382083</c:v>
              </c:pt>
              <c:pt idx="118">
                <c:v>-6.2325209463034357</c:v>
              </c:pt>
              <c:pt idx="119">
                <c:v>-7.3251397102996441</c:v>
              </c:pt>
              <c:pt idx="120">
                <c:v>-8.3799323250102375</c:v>
              </c:pt>
              <c:pt idx="121">
                <c:v>-9.4021102496181594</c:v>
              </c:pt>
              <c:pt idx="122">
                <c:v>-10.395993694223062</c:v>
              </c:pt>
              <c:pt idx="123">
                <c:v>-11.365195995641512</c:v>
              </c:pt>
              <c:pt idx="124">
                <c:v>-12.312763967151026</c:v>
              </c:pt>
              <c:pt idx="125">
                <c:v>-13.241285847910047</c:v>
              </c:pt>
              <c:pt idx="126">
                <c:v>-14.152975200209653</c:v>
              </c:pt>
              <c:pt idx="127">
                <c:v>-15.049736778008498</c:v>
              </c:pt>
              <c:pt idx="128">
                <c:v>-15.933218745967146</c:v>
              </c:pt>
              <c:pt idx="129">
                <c:v>-16.804854461350871</c:v>
              </c:pt>
              <c:pt idx="130">
                <c:v>-17.665896197677387</c:v>
              </c:pt>
              <c:pt idx="131">
                <c:v>-18.517442588734415</c:v>
              </c:pt>
              <c:pt idx="132">
                <c:v>-19.360461135436136</c:v>
              </c:pt>
              <c:pt idx="133">
                <c:v>-20.195806798132082</c:v>
              </c:pt>
              <c:pt idx="134">
                <c:v>-21.02423746025093</c:v>
              </c:pt>
              <c:pt idx="135">
                <c:v>-21.846426872359487</c:v>
              </c:pt>
              <c:pt idx="136">
                <c:v>-22.662975552516087</c:v>
              </c:pt>
              <c:pt idx="137">
                <c:v>-23.474420017590731</c:v>
              </c:pt>
              <c:pt idx="138">
                <c:v>-24.281240642707424</c:v>
              </c:pt>
              <c:pt idx="139">
                <c:v>-25.083868386126987</c:v>
              </c:pt>
              <c:pt idx="140">
                <c:v>-25.882690570360296</c:v>
              </c:pt>
              <c:pt idx="141">
                <c:v>-26.678055873865333</c:v>
              </c:pt>
              <c:pt idx="142">
                <c:v>-27.470278658955429</c:v>
              </c:pt>
              <c:pt idx="143">
                <c:v>-28.259642738755758</c:v>
              </c:pt>
              <c:pt idx="144">
                <c:v>-29.046404667850283</c:v>
              </c:pt>
              <c:pt idx="145">
                <c:v>-29.83079662665396</c:v>
              </c:pt>
              <c:pt idx="146">
                <c:v>-30.61302895774886</c:v>
              </c:pt>
              <c:pt idx="147">
                <c:v>-31.393292402849077</c:v>
              </c:pt>
              <c:pt idx="148">
                <c:v>-32.171760081246546</c:v>
              </c:pt>
              <c:pt idx="149">
                <c:v>-32.948589244185904</c:v>
              </c:pt>
              <c:pt idx="150">
                <c:v>-33.723922834339113</c:v>
              </c:pt>
              <c:pt idx="151">
                <c:v>-34.497890875185085</c:v>
              </c:pt>
              <c:pt idx="152">
                <c:v>-35.270611711470231</c:v>
              </c:pt>
              <c:pt idx="153">
                <c:v>-36.04219311889635</c:v>
              </c:pt>
              <c:pt idx="154">
                <c:v>-36.812733298644119</c:v>
              </c:pt>
              <c:pt idx="155">
                <c:v>-37.582321770203883</c:v>
              </c:pt>
              <c:pt idx="156">
                <c:v>-38.351040174181342</c:v>
              </c:pt>
              <c:pt idx="157">
                <c:v>-39.118962995215469</c:v>
              </c:pt>
              <c:pt idx="158">
                <c:v>-39.886158213845569</c:v>
              </c:pt>
              <c:pt idx="159">
                <c:v>-40.652687895051571</c:v>
              </c:pt>
              <c:pt idx="160">
                <c:v>-41.418608720239867</c:v>
              </c:pt>
              <c:pt idx="161">
                <c:v>-42.183972468629023</c:v>
              </c:pt>
              <c:pt idx="162">
                <c:v>-42.948826453282571</c:v>
              </c:pt>
              <c:pt idx="163">
                <c:v>-43.713213916426824</c:v>
              </c:pt>
              <c:pt idx="164">
                <c:v>-44.477174388159597</c:v>
              </c:pt>
              <c:pt idx="165">
                <c:v>-45.240744012196679</c:v>
              </c:pt>
              <c:pt idx="166">
                <c:v>-46.003955841899213</c:v>
              </c:pt>
              <c:pt idx="167">
                <c:v>-46.76684010947308</c:v>
              </c:pt>
              <c:pt idx="168">
                <c:v>-47.529424470921967</c:v>
              </c:pt>
              <c:pt idx="169">
                <c:v>-48.291734229064936</c:v>
              </c:pt>
              <c:pt idx="170">
                <c:v>-49.053792536688299</c:v>
              </c:pt>
              <c:pt idx="171">
                <c:v>-49.815620581690467</c:v>
              </c:pt>
              <c:pt idx="172">
                <c:v>-50.577237755890621</c:v>
              </c:pt>
              <c:pt idx="173">
                <c:v>-51.338661809004662</c:v>
              </c:pt>
              <c:pt idx="174">
                <c:v>-52.099908989144808</c:v>
              </c:pt>
              <c:pt idx="175">
                <c:v>-52.860994171066231</c:v>
              </c:pt>
              <c:pt idx="176">
                <c:v>-53.621930973266025</c:v>
              </c:pt>
              <c:pt idx="177">
                <c:v>-54.382731864934435</c:v>
              </c:pt>
              <c:pt idx="178">
                <c:v>-55.143408263664604</c:v>
              </c:pt>
              <c:pt idx="179">
                <c:v>-55.903970624740076</c:v>
              </c:pt>
            </c:numLit>
          </c:yVal>
          <c:smooth val="1"/>
          <c:extLst>
            <c:ext xmlns:c16="http://schemas.microsoft.com/office/drawing/2014/chart" uri="{C3380CC4-5D6E-409C-BE32-E72D297353CC}">
              <c16:uniqueId val="{00000000-9C45-402A-A07E-50C151E75588}"/>
            </c:ext>
          </c:extLst>
        </c:ser>
        <c:ser>
          <c:idx val="1"/>
          <c:order val="1"/>
          <c:tx>
            <c:v>zeta = 0.7</c:v>
          </c:tx>
          <c:spPr>
            <a:ln w="24765">
              <a:solidFill>
                <a:srgbClr val="245B9B"/>
              </a:solidFill>
              <a:prstDash val="solid"/>
            </a:ln>
          </c:spPr>
          <c:marker>
            <c:symbol val="none"/>
          </c:marker>
          <c:xVal>
            <c:numLit>
              <c:formatCode>General</c:formatCode>
              <c:ptCount val="180"/>
              <c:pt idx="0">
                <c:v>10</c:v>
              </c:pt>
              <c:pt idx="1">
                <c:v>10.446790972134874</c:v>
              </c:pt>
              <c:pt idx="2">
                <c:v>10.913544161547872</c:v>
              </c:pt>
              <c:pt idx="3">
                <c:v>11.401151462085359</c:v>
              </c:pt>
              <c:pt idx="4">
                <c:v>11.910544616605566</c:v>
              </c:pt>
              <c:pt idx="5">
                <c:v>12.442696997396459</c:v>
              </c:pt>
              <c:pt idx="6">
                <c:v>12.998625466141105</c:v>
              </c:pt>
              <c:pt idx="7">
                <c:v>13.579392316984537</c:v>
              </c:pt>
              <c:pt idx="8">
                <c:v>14.186107306415174</c:v>
              </c:pt>
              <c:pt idx="9">
                <c:v>14.819929773839462</c:v>
              </c:pt>
              <c:pt idx="10">
                <c:v>15.482070856901894</c:v>
              </c:pt>
              <c:pt idx="11">
                <c:v>16.173795805783516</c:v>
              </c:pt>
              <c:pt idx="12">
                <c:v>16.896426400901213</c:v>
              </c:pt>
              <c:pt idx="13">
                <c:v>17.651343478627616</c:v>
              </c:pt>
              <c:pt idx="14">
                <c:v>18.439989569857875</c:v>
              </c:pt>
              <c:pt idx="15">
                <c:v>19.263871656465252</c:v>
              </c:pt>
              <c:pt idx="16">
                <c:v>20.1245640509126</c:v>
              </c:pt>
              <c:pt idx="17">
                <c:v>21.023711404522388</c:v>
              </c:pt>
              <c:pt idx="18">
                <c:v>21.963031850153339</c:v>
              </c:pt>
              <c:pt idx="19">
                <c:v>22.944320285289262</c:v>
              </c:pt>
              <c:pt idx="20">
                <c:v>23.969451801813094</c:v>
              </c:pt>
              <c:pt idx="21">
                <c:v>25.040385269020305</c:v>
              </c:pt>
              <c:pt idx="22">
                <c:v>26.159167076718042</c:v>
              </c:pt>
              <c:pt idx="23">
                <c:v>27.32793504556259</c:v>
              </c:pt>
              <c:pt idx="24">
                <c:v>28.548922512107151</c:v>
              </c:pt>
              <c:pt idx="25">
                <c:v>29.824462596365908</c:v>
              </c:pt>
              <c:pt idx="26">
                <c:v>31.156992660048964</c:v>
              </c:pt>
              <c:pt idx="27">
                <c:v>32.549058963987186</c:v>
              </c:pt>
              <c:pt idx="28">
                <c:v>34.003321533646726</c:v>
              </c:pt>
              <c:pt idx="29">
                <c:v>35.522559242029985</c:v>
              </c:pt>
              <c:pt idx="30">
                <c:v>37.10967511967651</c:v>
              </c:pt>
              <c:pt idx="31">
                <c:v>38.767701901909476</c:v>
              </c:pt>
              <c:pt idx="32">
                <c:v>40.499807823928393</c:v>
              </c:pt>
              <c:pt idx="33">
                <c:v>42.309302674821247</c:v>
              </c:pt>
              <c:pt idx="34">
                <c:v>44.199644122064456</c:v>
              </c:pt>
              <c:pt idx="35">
                <c:v>46.174444318595718</c:v>
              </c:pt>
              <c:pt idx="36">
                <c:v>48.237476805084995</c:v>
              </c:pt>
              <c:pt idx="37">
                <c:v>50.392683720592764</c:v>
              </c:pt>
              <c:pt idx="38">
                <c:v>52.644183335393635</c:v>
              </c:pt>
              <c:pt idx="39">
                <c:v>54.99627792036037</c:v>
              </c:pt>
              <c:pt idx="40">
                <c:v>57.453461967944094</c:v>
              </c:pt>
              <c:pt idx="41">
                <c:v>60.020430780461275</c:v>
              </c:pt>
              <c:pt idx="42">
                <c:v>62.702089442096906</c:v>
              </c:pt>
              <c:pt idx="43">
                <c:v>65.503562191769134</c:v>
              </c:pt>
              <c:pt idx="44">
                <c:v>68.430202214764918</c:v>
              </c:pt>
              <c:pt idx="45">
                <c:v>71.487601871856967</c:v>
              </c:pt>
              <c:pt idx="46">
                <c:v>74.681603385448796</c:v>
              </c:pt>
              <c:pt idx="47">
                <c:v>78.018310003166334</c:v>
              </c:pt>
              <c:pt idx="48">
                <c:v>81.504097660229846</c:v>
              </c:pt>
              <c:pt idx="49">
                <c:v>85.145627162888786</c:v>
              </c:pt>
              <c:pt idx="50">
                <c:v>88.949856916202904</c:v>
              </c:pt>
              <c:pt idx="51">
                <c:v>92.924056220487699</c:v>
              </c:pt>
              <c:pt idx="52">
                <c:v>97.075819161834431</c:v>
              </c:pt>
              <c:pt idx="53">
                <c:v>101.41307912324497</c:v>
              </c:pt>
              <c:pt idx="54">
                <c:v>105.94412394411148</c:v>
              </c:pt>
              <c:pt idx="55">
                <c:v>110.67761175700826</c:v>
              </c:pt>
              <c:pt idx="56">
                <c:v>115.62258753205631</c:v>
              </c:pt>
              <c:pt idx="57">
                <c:v>120.78850036047596</c:v>
              </c:pt>
              <c:pt idx="58">
                <c:v>126.18522151035297</c:v>
              </c:pt>
              <c:pt idx="59">
                <c:v>131.82306328911955</c:v>
              </c:pt>
              <c:pt idx="60">
                <c:v>137.71279874879377</c:v>
              </c:pt>
              <c:pt idx="61">
                <c:v>143.86568227163249</c:v>
              </c:pt>
              <c:pt idx="62">
                <c:v>150.29347107553153</c:v>
              </c:pt>
              <c:pt idx="63">
                <c:v>157.00844768026775</c:v>
              </c:pt>
              <c:pt idx="64">
                <c:v>164.02344337751313</c:v>
              </c:pt>
              <c:pt idx="65">
                <c:v>171.3518627494679</c:v>
              </c:pt>
              <c:pt idx="66">
                <c:v>179.00770928296365</c:v>
              </c:pt>
              <c:pt idx="67">
                <c:v>187.00561212798098</c:v>
              </c:pt>
              <c:pt idx="68">
                <c:v>195.36085405171468</c:v>
              </c:pt>
              <c:pt idx="69">
                <c:v>204.08940064160106</c:v>
              </c:pt>
              <c:pt idx="70">
                <c:v>213.20793081310967</c:v>
              </c:pt>
              <c:pt idx="71">
                <c:v>222.73386868059498</c:v>
              </c:pt>
              <c:pt idx="72">
                <c:v>232.68541685211133</c:v>
              </c:pt>
              <c:pt idx="73">
                <c:v>243.08159121180779</c:v>
              </c:pt>
              <c:pt idx="74">
                <c:v>253.94225725636952</c:v>
              </c:pt>
              <c:pt idx="75">
                <c:v>265.28816805493915</c:v>
              </c:pt>
              <c:pt idx="76">
                <c:v>277.14100390505365</c:v>
              </c:pt>
              <c:pt idx="77">
                <c:v>289.52341376037123</c:v>
              </c:pt>
              <c:pt idx="78">
                <c:v>302.45905850935173</c:v>
              </c:pt>
              <c:pt idx="79">
                <c:v>315.97265618759047</c:v>
              </c:pt>
              <c:pt idx="80">
                <c:v>330.09002921019987</c:v>
              </c:pt>
              <c:pt idx="81">
                <c:v>344.83815371448549</c:v>
              </c:pt>
              <c:pt idx="82">
                <c:v>360.24521110721435</c:v>
              </c:pt>
              <c:pt idx="83">
                <c:v>376.34064191496668</c:v>
              </c:pt>
              <c:pt idx="84">
                <c:v>393.15520204047198</c:v>
              </c:pt>
              <c:pt idx="85">
                <c:v>410.72102153242679</c:v>
              </c:pt>
              <c:pt idx="86">
                <c:v>429.07166598109671</c:v>
              </c:pt>
              <c:pt idx="87">
                <c:v>448.24220065701894</c:v>
              </c:pt>
              <c:pt idx="88">
                <c:v>468.26925751536169</c:v>
              </c:pt>
              <c:pt idx="89">
                <c:v>489.19110519397839</c:v>
              </c:pt>
              <c:pt idx="90">
                <c:v>511.04772213891277</c:v>
              </c:pt>
              <c:pt idx="91">
                <c:v>533.88087299708889</c:v>
              </c:pt>
              <c:pt idx="92">
                <c:v>557.73418842214767</c:v>
              </c:pt>
              <c:pt idx="93">
                <c:v>582.65324844594602</c:v>
              </c:pt>
              <c:pt idx="94">
                <c:v>608.68566957501639</c:v>
              </c:pt>
              <c:pt idx="95">
                <c:v>635.88119577841564</c:v>
              </c:pt>
              <c:pt idx="96">
                <c:v>664.29179354082851</c:v>
              </c:pt>
              <c:pt idx="97">
                <c:v>693.97175116256074</c:v>
              </c:pt>
              <c:pt idx="98">
                <c:v>724.97778249616658</c:v>
              </c:pt>
              <c:pt idx="99">
                <c:v>757.36913531793175</c:v>
              </c:pt>
              <c:pt idx="100">
                <c:v>791.20770454129706</c:v>
              </c:pt>
              <c:pt idx="101">
                <c:v>826.55815048855663</c:v>
              </c:pt>
              <c:pt idx="102">
                <c:v>863.48802244683577</c:v>
              </c:pt>
              <c:pt idx="103">
                <c:v>902.06788774442043</c:v>
              </c:pt>
              <c:pt idx="104">
                <c:v>942.37146659411826</c:v>
              </c:pt>
              <c:pt idx="105">
                <c:v>984.47577296129316</c:v>
              </c:pt>
              <c:pt idx="106">
                <c:v>1028.4612617257544</c:v>
              </c:pt>
              <c:pt idx="107">
                <c:v>1074.4119824187048</c:v>
              </c:pt>
              <c:pt idx="108">
                <c:v>1122.4157398285267</c:v>
              </c:pt>
              <c:pt idx="109">
                <c:v>1172.5642617822732</c:v>
              </c:pt>
              <c:pt idx="110">
                <c:v>1224.9533744235052</c:v>
              </c:pt>
              <c:pt idx="111">
                <c:v>1279.6831853213619</c:v>
              </c:pt>
              <c:pt idx="112">
                <c:v>1336.8582747608011</c:v>
              </c:pt>
              <c:pt idx="113">
                <c:v>1396.5878955794933</c:v>
              </c:pt>
              <c:pt idx="114">
                <c:v>1458.9861819332702</c:v>
              </c:pt>
              <c:pt idx="115">
                <c:v>1524.172367389001</c:v>
              </c:pt>
              <c:pt idx="116">
                <c:v>1592.2710127616847</c:v>
              </c:pt>
              <c:pt idx="117">
                <c:v>1663.4122441310831</c:v>
              </c:pt>
              <c:pt idx="118">
                <c:v>1737.7320014927202</c:v>
              </c:pt>
              <c:pt idx="119">
                <c:v>1815.3722985184024</c:v>
              </c:pt>
              <c:pt idx="120">
                <c:v>1896.4814939225776</c:v>
              </c:pt>
              <c:pt idx="121">
                <c:v>1981.2145749531253</c:v>
              </c:pt>
              <c:pt idx="122">
                <c:v>2069.7334535482332</c:v>
              </c:pt>
              <c:pt idx="123">
                <c:v>2162.2072757253231</c:v>
              </c:pt>
              <c:pt idx="124">
                <c:v>2258.8127447931633</c:v>
              </c:pt>
              <c:pt idx="125">
                <c:v>2359.7344590048428</c:v>
              </c:pt>
              <c:pt idx="126">
                <c:v>2465.1652642967356</c:v>
              </c:pt>
              <c:pt idx="127">
                <c:v>2575.3066227875606</c:v>
              </c:pt>
              <c:pt idx="128">
                <c:v>2690.3689977416252</c:v>
              </c:pt>
              <c:pt idx="129">
                <c:v>2810.572255731875</c:v>
              </c:pt>
              <c:pt idx="130">
                <c:v>2936.1460867712517</c:v>
              </c:pt>
              <c:pt idx="131">
                <c:v>3067.330443215104</c:v>
              </c:pt>
              <c:pt idx="132">
                <c:v>3204.3759982734027</c:v>
              </c:pt>
              <c:pt idx="133">
                <c:v>3347.5446250088244</c:v>
              </c:pt>
              <c:pt idx="134">
                <c:v>3497.1098967360831</c:v>
              </c:pt>
              <c:pt idx="135">
                <c:v>3653.3576097786017</c:v>
              </c:pt>
              <c:pt idx="136">
                <c:v>3816.5863295815361</c:v>
              </c:pt>
              <c:pt idx="137">
                <c:v>3987.1079612245749</c:v>
              </c:pt>
              <c:pt idx="138">
                <c:v>4165.2483454247958</c:v>
              </c:pt>
              <c:pt idx="139">
                <c:v>4351.3478811683499</c:v>
              </c:pt>
              <c:pt idx="140">
                <c:v>4545.7621761607716</c:v>
              </c:pt>
              <c:pt idx="141">
                <c:v>4748.8627263388553</c:v>
              </c:pt>
              <c:pt idx="142">
                <c:v>4961.0376257424541</c:v>
              </c:pt>
              <c:pt idx="143">
                <c:v>5182.6923081027726</c:v>
              </c:pt>
              <c:pt idx="144">
                <c:v>5414.2503215640872</c:v>
              </c:pt>
              <c:pt idx="145">
                <c:v>5656.1541380194085</c:v>
              </c:pt>
              <c:pt idx="146">
                <c:v>5908.8659986064431</c:v>
              </c:pt>
              <c:pt idx="147">
                <c:v>6172.8687969796547</c:v>
              </c:pt>
              <c:pt idx="148">
                <c:v>6448.6670020460097</c:v>
              </c:pt>
              <c:pt idx="149">
                <c:v>6736.7876219278278</c:v>
              </c:pt>
              <c:pt idx="150">
                <c:v>7037.7812109945644</c:v>
              </c:pt>
              <c:pt idx="151">
                <c:v>7352.2229218878429</c:v>
              </c:pt>
              <c:pt idx="152">
                <c:v>7680.7136045501047</c:v>
              </c:pt>
              <c:pt idx="153">
                <c:v>8023.8809543567586</c:v>
              </c:pt>
              <c:pt idx="154">
                <c:v>8382.3807115459113</c:v>
              </c:pt>
              <c:pt idx="155">
                <c:v>8756.8979142375192</c:v>
              </c:pt>
              <c:pt idx="156">
                <c:v>9148.1482074363375</c:v>
              </c:pt>
              <c:pt idx="157">
                <c:v>9556.8792105197826</c:v>
              </c:pt>
              <c:pt idx="158">
                <c:v>9983.8719458241376</c:v>
              </c:pt>
              <c:pt idx="159">
                <c:v>10429.942331058619</c:v>
              </c:pt>
              <c:pt idx="160">
                <c:v>10895.942738399061</c:v>
              </c:pt>
              <c:pt idx="161">
                <c:v>11382.763623240615</c:v>
              </c:pt>
              <c:pt idx="162">
                <c:v>11891.335225721512</c:v>
              </c:pt>
              <c:pt idx="163">
                <c:v>12422.629348269675</c:v>
              </c:pt>
              <c:pt idx="164">
                <c:v>12977.661212568144</c:v>
              </c:pt>
              <c:pt idx="165">
                <c:v>13557.491399488188</c:v>
              </c:pt>
              <c:pt idx="166">
                <c:v>14163.227875696921</c:v>
              </c:pt>
              <c:pt idx="167">
                <c:v>14796.028110811967</c:v>
              </c:pt>
              <c:pt idx="168">
                <c:v>15457.101289148435</c:v>
              </c:pt>
              <c:pt idx="169">
                <c:v>16147.71062028503</c:v>
              </c:pt>
              <c:pt idx="170">
                <c:v>16869.175752864019</c:v>
              </c:pt>
              <c:pt idx="171">
                <c:v>17622.875296237609</c:v>
              </c:pt>
              <c:pt idx="172">
                <c:v>18410.249454779383</c:v>
              </c:pt>
              <c:pt idx="173">
                <c:v>19232.802779894038</c:v>
              </c:pt>
              <c:pt idx="174">
                <c:v>20092.107044984725</c:v>
              </c:pt>
              <c:pt idx="175">
                <c:v>20989.804248871362</c:v>
              </c:pt>
              <c:pt idx="176">
                <c:v>21927.609753398814</c:v>
              </c:pt>
              <c:pt idx="177">
                <c:v>22907.315561230349</c:v>
              </c:pt>
              <c:pt idx="178">
                <c:v>23930.793740090605</c:v>
              </c:pt>
              <c:pt idx="179">
                <c:v>24999.999999999993</c:v>
              </c:pt>
            </c:numLit>
          </c:xVal>
          <c:yVal>
            <c:numLit>
              <c:formatCode>0</c:formatCode>
              <c:ptCount val="180"/>
              <c:pt idx="0">
                <c:v>1.7328384399338993E-5</c:v>
              </c:pt>
              <c:pt idx="1">
                <c:v>1.8907082348243127E-5</c:v>
              </c:pt>
              <c:pt idx="2">
                <c:v>2.0629174727301653E-5</c:v>
              </c:pt>
              <c:pt idx="3">
                <c:v>2.2507603324898507E-5</c:v>
              </c:pt>
              <c:pt idx="4">
                <c:v>2.4556462044925364E-5</c:v>
              </c:pt>
              <c:pt idx="5">
                <c:v>2.679109639416189E-5</c:v>
              </c:pt>
              <c:pt idx="6">
                <c:v>2.9228210957362397E-5</c:v>
              </c:pt>
              <c:pt idx="7">
                <c:v>3.1885985370999643E-5</c:v>
              </c:pt>
              <c:pt idx="8">
                <c:v>3.4784199341307219E-5</c:v>
              </c:pt>
              <c:pt idx="9">
                <c:v>3.7944367213659133E-5</c:v>
              </c:pt>
              <c:pt idx="10">
                <c:v>4.1389882623434937E-5</c:v>
              </c:pt>
              <c:pt idx="11">
                <c:v>4.514617371219089E-5</c:v>
              </c:pt>
              <c:pt idx="12">
                <c:v>4.9240869394840146E-5</c:v>
              </c:pt>
              <c:pt idx="13">
                <c:v>5.3703977059343999E-5</c:v>
              </c:pt>
              <c:pt idx="14">
                <c:v>5.8568072034067268E-5</c:v>
              </c:pt>
              <c:pt idx="15">
                <c:v>6.3868499063376012E-5</c:v>
              </c:pt>
              <c:pt idx="16">
                <c:v>6.9643585860325148E-5</c:v>
              </c:pt>
              <c:pt idx="17">
                <c:v>7.5934868612327581E-5</c:v>
              </c:pt>
              <c:pt idx="18">
                <c:v>8.2787329124656503E-5</c:v>
              </c:pt>
              <c:pt idx="19">
                <c:v>9.0249642939360222E-5</c:v>
              </c:pt>
              <c:pt idx="20">
                <c:v>9.8374437373598673E-5</c:v>
              </c:pt>
              <c:pt idx="21">
                <c:v>1.0721855794103615E-4</c:v>
              </c:pt>
              <c:pt idx="22">
                <c:v>1.1684334109711333E-4</c:v>
              </c:pt>
              <c:pt idx="23">
                <c:v>1.2731489031539935E-4</c:v>
              </c:pt>
              <c:pt idx="24">
                <c:v>1.3870435179810672E-4</c:v>
              </c:pt>
              <c:pt idx="25">
                <c:v>1.5108818479486058E-4</c:v>
              </c:pt>
              <c:pt idx="26">
                <c:v>1.6454842029440725E-4</c:v>
              </c:pt>
              <c:pt idx="27">
                <c:v>1.7917289998883602E-4</c:v>
              </c:pt>
              <c:pt idx="28">
                <c:v>1.9505548549274968E-4</c:v>
              </c:pt>
              <c:pt idx="29">
                <c:v>2.1229622520966437E-4</c:v>
              </c:pt>
              <c:pt idx="30">
                <c:v>2.3100146323901273E-4</c:v>
              </c:pt>
              <c:pt idx="31">
                <c:v>2.5128387104336036E-4</c:v>
              </c:pt>
              <c:pt idx="32">
                <c:v>2.7326237813504164E-4</c:v>
              </c:pt>
              <c:pt idx="33">
                <c:v>2.9706197274238945E-4</c:v>
              </c:pt>
              <c:pt idx="34">
                <c:v>3.2281333689633269E-4</c:v>
              </c:pt>
              <c:pt idx="35">
                <c:v>3.506522726770821E-4</c:v>
              </c:pt>
              <c:pt idx="36">
                <c:v>3.8071886698633466E-4</c:v>
              </c:pt>
              <c:pt idx="37">
                <c:v>4.1315633097412346E-4</c:v>
              </c:pt>
              <c:pt idx="38">
                <c:v>4.481094368621609E-4</c:v>
              </c:pt>
              <c:pt idx="39">
                <c:v>4.8572245859426484E-4</c:v>
              </c:pt>
              <c:pt idx="40">
                <c:v>5.261365035559739E-4</c:v>
              </c:pt>
              <c:pt idx="41">
                <c:v>5.6948609918256344E-4</c:v>
              </c:pt>
              <c:pt idx="42">
                <c:v>6.1589487066234481E-4</c:v>
              </c:pt>
              <c:pt idx="43">
                <c:v>6.6547011245935653E-4</c:v>
              </c:pt>
              <c:pt idx="44">
                <c:v>7.1829601673195631E-4</c:v>
              </c:pt>
              <c:pt idx="45">
                <c:v>7.744252739198984E-4</c:v>
              </c:pt>
              <c:pt idx="46">
                <c:v>8.3386870396219678E-4</c:v>
              </c:pt>
              <c:pt idx="47">
                <c:v>8.965825084232674E-4</c:v>
              </c:pt>
              <c:pt idx="48">
                <c:v>9.62452652551552E-4</c:v>
              </c:pt>
              <c:pt idx="49">
                <c:v>1.0312757891552966E-3</c:v>
              </c:pt>
              <c:pt idx="50">
                <c:v>1.1027360202109677E-3</c:v>
              </c:pt>
              <c:pt idx="51">
                <c:v>1.1763766536891725E-3</c:v>
              </c:pt>
              <c:pt idx="52">
                <c:v>1.2515659479689571E-3</c:v>
              </c:pt>
              <c:pt idx="53">
                <c:v>1.3274556391744171E-3</c:v>
              </c:pt>
              <c:pt idx="54">
                <c:v>1.4029308118445128E-3</c:v>
              </c:pt>
              <c:pt idx="55">
                <c:v>1.4765493933078429E-3</c:v>
              </c:pt>
              <c:pt idx="56">
                <c:v>1.5464692184774479E-3</c:v>
              </c:pt>
              <c:pt idx="57">
                <c:v>1.610360214266646E-3</c:v>
              </c:pt>
              <c:pt idx="58">
                <c:v>1.6652987796958723E-3</c:v>
              </c:pt>
              <c:pt idx="59">
                <c:v>1.707640874710842E-3</c:v>
              </c:pt>
              <c:pt idx="60">
                <c:v>1.7328696611636925E-3</c:v>
              </c:pt>
              <c:pt idx="61">
                <c:v>1.7354127438398309E-3</c:v>
              </c:pt>
              <c:pt idx="62">
                <c:v>1.7084231148206737E-3</c:v>
              </c:pt>
              <c:pt idx="63">
                <c:v>1.6435167840313223E-3</c:v>
              </c:pt>
              <c:pt idx="64">
                <c:v>1.5304587516027834E-3</c:v>
              </c:pt>
              <c:pt idx="65">
                <c:v>1.3567874076503143E-3</c:v>
              </c:pt>
              <c:pt idx="66">
                <c:v>1.1073655908781909E-3</c:v>
              </c:pt>
              <c:pt idx="67">
                <c:v>7.6384435266913192E-4</c:v>
              </c:pt>
              <c:pt idx="68">
                <c:v>3.040229051407598E-4</c:v>
              </c:pt>
              <c:pt idx="69">
                <c:v>-2.9891477742804431E-4</c:v>
              </c:pt>
              <c:pt idx="70">
                <c:v>-1.0773097469950598E-3</c:v>
              </c:pt>
              <c:pt idx="71">
                <c:v>-2.0701113837829745E-3</c:v>
              </c:pt>
              <c:pt idx="72">
                <c:v>-3.3241660489193199E-3</c:v>
              </c:pt>
              <c:pt idx="73">
                <c:v>-4.8957483279147155E-3</c:v>
              </c:pt>
              <c:pt idx="74">
                <c:v>-6.8523782418959556E-3</c:v>
              </c:pt>
              <c:pt idx="75">
                <c:v>-9.2749746888304927E-3</c:v>
              </c:pt>
              <c:pt idx="76">
                <c:v>-1.2260402979108145E-2</c:v>
              </c:pt>
              <c:pt idx="77">
                <c:v>-1.5924482542309805E-2</c:v>
              </c:pt>
              <c:pt idx="78">
                <c:v>-2.0405529483847419E-2</c:v>
              </c:pt>
              <c:pt idx="79">
                <c:v>-2.5868517271393957E-2</c:v>
              </c:pt>
              <c:pt idx="80">
                <c:v>-3.2509946797924523E-2</c:v>
              </c:pt>
              <c:pt idx="81">
                <c:v>-4.0563523423384588E-2</c:v>
              </c:pt>
              <c:pt idx="82">
                <c:v>-5.0306741891199783E-2</c:v>
              </c:pt>
              <c:pt idx="83">
                <c:v>-6.2068478166203755E-2</c:v>
              </c:pt>
              <c:pt idx="84">
                <c:v>-7.6237677340211765E-2</c:v>
              </c:pt>
              <c:pt idx="85">
                <c:v>-9.3273204858629902E-2</c:v>
              </c:pt>
              <c:pt idx="86">
                <c:v>-0.11371488925817241</c:v>
              </c:pt>
              <c:pt idx="87">
                <c:v>-0.13819572182084125</c:v>
              </c:pt>
              <c:pt idx="88">
                <c:v>-0.16745508414233143</c:v>
              </c:pt>
              <c:pt idx="89">
                <c:v>-0.20235273968022144</c:v>
              </c:pt>
              <c:pt idx="90">
                <c:v>-0.24388314087841159</c:v>
              </c:pt>
              <c:pt idx="91">
                <c:v>-0.2931893621049404</c:v>
              </c:pt>
              <c:pt idx="92">
                <c:v>-0.35157566767679144</c:v>
              </c:pt>
              <c:pt idx="93">
                <c:v>-0.42051737012194829</c:v>
              </c:pt>
              <c:pt idx="94">
                <c:v>-0.50166624825472617</c:v>
              </c:pt>
              <c:pt idx="95">
                <c:v>-0.59684942173694866</c:v>
              </c:pt>
              <c:pt idx="96">
                <c:v>-0.70805929165938775</c:v>
              </c:pt>
              <c:pt idx="97">
                <c:v>-0.83743206014677662</c:v>
              </c:pt>
              <c:pt idx="98">
                <c:v>-0.98721256676612912</c:v>
              </c:pt>
              <c:pt idx="99">
                <c:v>-1.1597038618591</c:v>
              </c:pt>
              <c:pt idx="100">
                <c:v>-1.3572011797784669</c:v>
              </c:pt>
              <c:pt idx="101">
                <c:v>-1.5819117923706838</c:v>
              </c:pt>
              <c:pt idx="102">
                <c:v>-1.8358644800485906</c:v>
              </c:pt>
              <c:pt idx="103">
                <c:v>-2.1208147322877848</c:v>
              </c:pt>
              <c:pt idx="104">
                <c:v>-2.4381537881657294</c:v>
              </c:pt>
              <c:pt idx="105">
                <c:v>-2.7888306822619735</c:v>
              </c:pt>
              <c:pt idx="106">
                <c:v>-3.1732960979297031</c:v>
              </c:pt>
              <c:pt idx="107">
                <c:v>-3.5914748616337673</c:v>
              </c:pt>
              <c:pt idx="108">
                <c:v>-4.0427705685344453</c:v>
              </c:pt>
              <c:pt idx="109">
                <c:v>-4.5261017459991191</c:v>
              </c:pt>
              <c:pt idx="110">
                <c:v>-5.0399650057036194</c:v>
              </c:pt>
              <c:pt idx="111">
                <c:v>-5.5825176332625537</c:v>
              </c:pt>
              <c:pt idx="112">
                <c:v>-6.1516705479789113</c:v>
              </c:pt>
              <c:pt idx="113">
                <c:v>-6.7451826396706673</c:v>
              </c:pt>
              <c:pt idx="114">
                <c:v>-7.3607488684402478</c:v>
              </c:pt>
              <c:pt idx="115">
                <c:v>-7.9960766759498583</c:v>
              </c:pt>
              <c:pt idx="116">
                <c:v>-8.6489476416462008</c:v>
              </c:pt>
              <c:pt idx="117">
                <c:v>-9.3172634737952293</c:v>
              </c:pt>
              <c:pt idx="118">
                <c:v>-9.9990770855469329</c:v>
              </c:pt>
              <c:pt idx="119">
                <c:v>-10.692610583415741</c:v>
              </c:pt>
              <c:pt idx="120">
                <c:v>-11.396262535069607</c:v>
              </c:pt>
              <c:pt idx="121">
                <c:v>-12.108607002642406</c:v>
              </c:pt>
              <c:pt idx="122">
                <c:v>-12.828386664701458</c:v>
              </c:pt>
              <c:pt idx="123">
                <c:v>-13.554502029205162</c:v>
              </c:pt>
              <c:pt idx="124">
                <c:v>-14.285998357209772</c:v>
              </c:pt>
              <c:pt idx="125">
                <c:v>-15.02205153707151</c:v>
              </c:pt>
              <c:pt idx="126">
                <c:v>-15.761953808453521</c:v>
              </c:pt>
              <c:pt idx="127">
                <c:v>-16.505099951262526</c:v>
              </c:pt>
              <c:pt idx="128">
                <c:v>-17.250974329990449</c:v>
              </c:pt>
              <c:pt idx="129">
                <c:v>-17.999139014404829</c:v>
              </c:pt>
              <c:pt idx="130">
                <c:v>-18.749223075048011</c:v>
              </c:pt>
              <c:pt idx="131">
                <c:v>-19.500913067454171</c:v>
              </c:pt>
              <c:pt idx="132">
                <c:v>-20.253944663695979</c:v>
              </c:pt>
              <c:pt idx="133">
                <c:v>-21.008095356291399</c:v>
              </c:pt>
              <c:pt idx="134">
                <c:v>-21.763178141485866</c:v>
              </c:pt>
              <c:pt idx="135">
                <c:v>-22.519036081662534</c:v>
              </c:pt>
              <c:pt idx="136">
                <c:v>-23.275537646502038</c:v>
              </c:pt>
              <c:pt idx="137">
                <c:v>-24.032572736856768</c:v>
              </c:pt>
              <c:pt idx="138">
                <c:v>-24.790049302243105</c:v>
              </c:pt>
              <c:pt idx="139">
                <c:v>-25.547890471083214</c:v>
              </c:pt>
              <c:pt idx="140">
                <c:v>-26.306032121482485</c:v>
              </c:pt>
              <c:pt idx="141">
                <c:v>-27.064420828850928</c:v>
              </c:pt>
              <c:pt idx="142">
                <c:v>-27.823012134731858</c:v>
              </c:pt>
              <c:pt idx="143">
                <c:v>-28.581769088607707</c:v>
              </c:pt>
              <c:pt idx="144">
                <c:v>-29.340661021125058</c:v>
              </c:pt>
              <c:pt idx="145">
                <c:v>-30.099662513107276</c:v>
              </c:pt>
              <c:pt idx="146">
                <c:v>-30.858752529924214</c:v>
              </c:pt>
              <c:pt idx="147">
                <c:v>-31.617913695316439</c:v>
              </c:pt>
              <c:pt idx="148">
                <c:v>-32.377131682683185</c:v>
              </c:pt>
              <c:pt idx="149">
                <c:v>-33.136394705207202</c:v>
              </c:pt>
              <c:pt idx="150">
                <c:v>-33.895693089066455</c:v>
              </c:pt>
              <c:pt idx="151">
                <c:v>-34.655018916436674</c:v>
              </c:pt>
              <c:pt idx="152">
                <c:v>-35.41436572707471</c:v>
              </c:pt>
              <c:pt idx="153">
                <c:v>-36.173728269040794</c:v>
              </c:pt>
              <c:pt idx="154">
                <c:v>-36.933102290615992</c:v>
              </c:pt>
              <c:pt idx="155">
                <c:v>-37.692484366735215</c:v>
              </c:pt>
              <c:pt idx="156">
                <c:v>-38.451871754324316</c:v>
              </c:pt>
              <c:pt idx="157">
                <c:v>-39.211262271828808</c:v>
              </c:pt>
              <c:pt idx="158">
                <c:v>-39.970654198980569</c:v>
              </c:pt>
              <c:pt idx="159">
                <c:v>-40.730046193484966</c:v>
              </c:pt>
              <c:pt idx="160">
                <c:v>-41.48943722184729</c:v>
              </c:pt>
              <c:pt idx="161">
                <c:v>-42.248826502008292</c:v>
              </c:pt>
              <c:pt idx="162">
                <c:v>-43.008213455835772</c:v>
              </c:pt>
              <c:pt idx="163">
                <c:v>-43.767597669837983</c:v>
              </c:pt>
              <c:pt idx="164">
                <c:v>-44.526978862729159</c:v>
              </c:pt>
              <c:pt idx="165">
                <c:v>-45.28635685870298</c:v>
              </c:pt>
              <c:pt idx="166">
                <c:v>-46.045731565455803</c:v>
              </c:pt>
              <c:pt idx="167">
                <c:v>-46.805102956159374</c:v>
              </c:pt>
              <c:pt idx="168">
                <c:v>-47.564471054713209</c:v>
              </c:pt>
              <c:pt idx="169">
                <c:v>-48.323835923718981</c:v>
              </c:pt>
              <c:pt idx="170">
                <c:v>-49.083197654709565</c:v>
              </c:pt>
              <c:pt idx="171">
                <c:v>-49.84255636024416</c:v>
              </c:pt>
              <c:pt idx="172">
                <c:v>-50.601912167545152</c:v>
              </c:pt>
              <c:pt idx="173">
                <c:v>-51.361265213405893</c:v>
              </c:pt>
              <c:pt idx="174">
                <c:v>-52.120615640145203</c:v>
              </c:pt>
              <c:pt idx="175">
                <c:v>-52.879963592421156</c:v>
              </c:pt>
              <c:pt idx="176">
                <c:v>-53.63930921474843</c:v>
              </c:pt>
              <c:pt idx="177">
                <c:v>-54.398652649590325</c:v>
              </c:pt>
              <c:pt idx="178">
                <c:v>-55.157994035919025</c:v>
              </c:pt>
              <c:pt idx="179">
                <c:v>-55.917333508154449</c:v>
              </c:pt>
            </c:numLit>
          </c:yVal>
          <c:smooth val="1"/>
          <c:extLst>
            <c:ext xmlns:c16="http://schemas.microsoft.com/office/drawing/2014/chart" uri="{C3380CC4-5D6E-409C-BE32-E72D297353CC}">
              <c16:uniqueId val="{00000001-9C45-402A-A07E-50C151E75588}"/>
            </c:ext>
          </c:extLst>
        </c:ser>
        <c:ser>
          <c:idx val="2"/>
          <c:order val="2"/>
          <c:tx>
            <c:v>zeta = 1.5</c:v>
          </c:tx>
          <c:spPr>
            <a:ln w="24765">
              <a:solidFill>
                <a:srgbClr val="2F8A5B"/>
              </a:solidFill>
              <a:prstDash val="solid"/>
            </a:ln>
          </c:spPr>
          <c:marker>
            <c:symbol val="none"/>
          </c:marker>
          <c:xVal>
            <c:numLit>
              <c:formatCode>General</c:formatCode>
              <c:ptCount val="180"/>
              <c:pt idx="0">
                <c:v>10</c:v>
              </c:pt>
              <c:pt idx="1">
                <c:v>10.446790972134874</c:v>
              </c:pt>
              <c:pt idx="2">
                <c:v>10.913544161547872</c:v>
              </c:pt>
              <c:pt idx="3">
                <c:v>11.401151462085359</c:v>
              </c:pt>
              <c:pt idx="4">
                <c:v>11.910544616605566</c:v>
              </c:pt>
              <c:pt idx="5">
                <c:v>12.442696997396459</c:v>
              </c:pt>
              <c:pt idx="6">
                <c:v>12.998625466141105</c:v>
              </c:pt>
              <c:pt idx="7">
                <c:v>13.579392316984537</c:v>
              </c:pt>
              <c:pt idx="8">
                <c:v>14.186107306415174</c:v>
              </c:pt>
              <c:pt idx="9">
                <c:v>14.819929773839462</c:v>
              </c:pt>
              <c:pt idx="10">
                <c:v>15.482070856901894</c:v>
              </c:pt>
              <c:pt idx="11">
                <c:v>16.173795805783516</c:v>
              </c:pt>
              <c:pt idx="12">
                <c:v>16.896426400901213</c:v>
              </c:pt>
              <c:pt idx="13">
                <c:v>17.651343478627616</c:v>
              </c:pt>
              <c:pt idx="14">
                <c:v>18.439989569857875</c:v>
              </c:pt>
              <c:pt idx="15">
                <c:v>19.263871656465252</c:v>
              </c:pt>
              <c:pt idx="16">
                <c:v>20.1245640509126</c:v>
              </c:pt>
              <c:pt idx="17">
                <c:v>21.023711404522388</c:v>
              </c:pt>
              <c:pt idx="18">
                <c:v>21.963031850153339</c:v>
              </c:pt>
              <c:pt idx="19">
                <c:v>22.944320285289262</c:v>
              </c:pt>
              <c:pt idx="20">
                <c:v>23.969451801813094</c:v>
              </c:pt>
              <c:pt idx="21">
                <c:v>25.040385269020305</c:v>
              </c:pt>
              <c:pt idx="22">
                <c:v>26.159167076718042</c:v>
              </c:pt>
              <c:pt idx="23">
                <c:v>27.32793504556259</c:v>
              </c:pt>
              <c:pt idx="24">
                <c:v>28.548922512107151</c:v>
              </c:pt>
              <c:pt idx="25">
                <c:v>29.824462596365908</c:v>
              </c:pt>
              <c:pt idx="26">
                <c:v>31.156992660048964</c:v>
              </c:pt>
              <c:pt idx="27">
                <c:v>32.549058963987186</c:v>
              </c:pt>
              <c:pt idx="28">
                <c:v>34.003321533646726</c:v>
              </c:pt>
              <c:pt idx="29">
                <c:v>35.522559242029985</c:v>
              </c:pt>
              <c:pt idx="30">
                <c:v>37.10967511967651</c:v>
              </c:pt>
              <c:pt idx="31">
                <c:v>38.767701901909476</c:v>
              </c:pt>
              <c:pt idx="32">
                <c:v>40.499807823928393</c:v>
              </c:pt>
              <c:pt idx="33">
                <c:v>42.309302674821247</c:v>
              </c:pt>
              <c:pt idx="34">
                <c:v>44.199644122064456</c:v>
              </c:pt>
              <c:pt idx="35">
                <c:v>46.174444318595718</c:v>
              </c:pt>
              <c:pt idx="36">
                <c:v>48.237476805084995</c:v>
              </c:pt>
              <c:pt idx="37">
                <c:v>50.392683720592764</c:v>
              </c:pt>
              <c:pt idx="38">
                <c:v>52.644183335393635</c:v>
              </c:pt>
              <c:pt idx="39">
                <c:v>54.99627792036037</c:v>
              </c:pt>
              <c:pt idx="40">
                <c:v>57.453461967944094</c:v>
              </c:pt>
              <c:pt idx="41">
                <c:v>60.020430780461275</c:v>
              </c:pt>
              <c:pt idx="42">
                <c:v>62.702089442096906</c:v>
              </c:pt>
              <c:pt idx="43">
                <c:v>65.503562191769134</c:v>
              </c:pt>
              <c:pt idx="44">
                <c:v>68.430202214764918</c:v>
              </c:pt>
              <c:pt idx="45">
                <c:v>71.487601871856967</c:v>
              </c:pt>
              <c:pt idx="46">
                <c:v>74.681603385448796</c:v>
              </c:pt>
              <c:pt idx="47">
                <c:v>78.018310003166334</c:v>
              </c:pt>
              <c:pt idx="48">
                <c:v>81.504097660229846</c:v>
              </c:pt>
              <c:pt idx="49">
                <c:v>85.145627162888786</c:v>
              </c:pt>
              <c:pt idx="50">
                <c:v>88.949856916202904</c:v>
              </c:pt>
              <c:pt idx="51">
                <c:v>92.924056220487699</c:v>
              </c:pt>
              <c:pt idx="52">
                <c:v>97.075819161834431</c:v>
              </c:pt>
              <c:pt idx="53">
                <c:v>101.41307912324497</c:v>
              </c:pt>
              <c:pt idx="54">
                <c:v>105.94412394411148</c:v>
              </c:pt>
              <c:pt idx="55">
                <c:v>110.67761175700826</c:v>
              </c:pt>
              <c:pt idx="56">
                <c:v>115.62258753205631</c:v>
              </c:pt>
              <c:pt idx="57">
                <c:v>120.78850036047596</c:v>
              </c:pt>
              <c:pt idx="58">
                <c:v>126.18522151035297</c:v>
              </c:pt>
              <c:pt idx="59">
                <c:v>131.82306328911955</c:v>
              </c:pt>
              <c:pt idx="60">
                <c:v>137.71279874879377</c:v>
              </c:pt>
              <c:pt idx="61">
                <c:v>143.86568227163249</c:v>
              </c:pt>
              <c:pt idx="62">
                <c:v>150.29347107553153</c:v>
              </c:pt>
              <c:pt idx="63">
                <c:v>157.00844768026775</c:v>
              </c:pt>
              <c:pt idx="64">
                <c:v>164.02344337751313</c:v>
              </c:pt>
              <c:pt idx="65">
                <c:v>171.3518627494679</c:v>
              </c:pt>
              <c:pt idx="66">
                <c:v>179.00770928296365</c:v>
              </c:pt>
              <c:pt idx="67">
                <c:v>187.00561212798098</c:v>
              </c:pt>
              <c:pt idx="68">
                <c:v>195.36085405171468</c:v>
              </c:pt>
              <c:pt idx="69">
                <c:v>204.08940064160106</c:v>
              </c:pt>
              <c:pt idx="70">
                <c:v>213.20793081310967</c:v>
              </c:pt>
              <c:pt idx="71">
                <c:v>222.73386868059498</c:v>
              </c:pt>
              <c:pt idx="72">
                <c:v>232.68541685211133</c:v>
              </c:pt>
              <c:pt idx="73">
                <c:v>243.08159121180779</c:v>
              </c:pt>
              <c:pt idx="74">
                <c:v>253.94225725636952</c:v>
              </c:pt>
              <c:pt idx="75">
                <c:v>265.28816805493915</c:v>
              </c:pt>
              <c:pt idx="76">
                <c:v>277.14100390505365</c:v>
              </c:pt>
              <c:pt idx="77">
                <c:v>289.52341376037123</c:v>
              </c:pt>
              <c:pt idx="78">
                <c:v>302.45905850935173</c:v>
              </c:pt>
              <c:pt idx="79">
                <c:v>315.97265618759047</c:v>
              </c:pt>
              <c:pt idx="80">
                <c:v>330.09002921019987</c:v>
              </c:pt>
              <c:pt idx="81">
                <c:v>344.83815371448549</c:v>
              </c:pt>
              <c:pt idx="82">
                <c:v>360.24521110721435</c:v>
              </c:pt>
              <c:pt idx="83">
                <c:v>376.34064191496668</c:v>
              </c:pt>
              <c:pt idx="84">
                <c:v>393.15520204047198</c:v>
              </c:pt>
              <c:pt idx="85">
                <c:v>410.72102153242679</c:v>
              </c:pt>
              <c:pt idx="86">
                <c:v>429.07166598109671</c:v>
              </c:pt>
              <c:pt idx="87">
                <c:v>448.24220065701894</c:v>
              </c:pt>
              <c:pt idx="88">
                <c:v>468.26925751536169</c:v>
              </c:pt>
              <c:pt idx="89">
                <c:v>489.19110519397839</c:v>
              </c:pt>
              <c:pt idx="90">
                <c:v>511.04772213891277</c:v>
              </c:pt>
              <c:pt idx="91">
                <c:v>533.88087299708889</c:v>
              </c:pt>
              <c:pt idx="92">
                <c:v>557.73418842214767</c:v>
              </c:pt>
              <c:pt idx="93">
                <c:v>582.65324844594602</c:v>
              </c:pt>
              <c:pt idx="94">
                <c:v>608.68566957501639</c:v>
              </c:pt>
              <c:pt idx="95">
                <c:v>635.88119577841564</c:v>
              </c:pt>
              <c:pt idx="96">
                <c:v>664.29179354082851</c:v>
              </c:pt>
              <c:pt idx="97">
                <c:v>693.97175116256074</c:v>
              </c:pt>
              <c:pt idx="98">
                <c:v>724.97778249616658</c:v>
              </c:pt>
              <c:pt idx="99">
                <c:v>757.36913531793175</c:v>
              </c:pt>
              <c:pt idx="100">
                <c:v>791.20770454129706</c:v>
              </c:pt>
              <c:pt idx="101">
                <c:v>826.55815048855663</c:v>
              </c:pt>
              <c:pt idx="102">
                <c:v>863.48802244683577</c:v>
              </c:pt>
              <c:pt idx="103">
                <c:v>902.06788774442043</c:v>
              </c:pt>
              <c:pt idx="104">
                <c:v>942.37146659411826</c:v>
              </c:pt>
              <c:pt idx="105">
                <c:v>984.47577296129316</c:v>
              </c:pt>
              <c:pt idx="106">
                <c:v>1028.4612617257544</c:v>
              </c:pt>
              <c:pt idx="107">
                <c:v>1074.4119824187048</c:v>
              </c:pt>
              <c:pt idx="108">
                <c:v>1122.4157398285267</c:v>
              </c:pt>
              <c:pt idx="109">
                <c:v>1172.5642617822732</c:v>
              </c:pt>
              <c:pt idx="110">
                <c:v>1224.9533744235052</c:v>
              </c:pt>
              <c:pt idx="111">
                <c:v>1279.6831853213619</c:v>
              </c:pt>
              <c:pt idx="112">
                <c:v>1336.8582747608011</c:v>
              </c:pt>
              <c:pt idx="113">
                <c:v>1396.5878955794933</c:v>
              </c:pt>
              <c:pt idx="114">
                <c:v>1458.9861819332702</c:v>
              </c:pt>
              <c:pt idx="115">
                <c:v>1524.172367389001</c:v>
              </c:pt>
              <c:pt idx="116">
                <c:v>1592.2710127616847</c:v>
              </c:pt>
              <c:pt idx="117">
                <c:v>1663.4122441310831</c:v>
              </c:pt>
              <c:pt idx="118">
                <c:v>1737.7320014927202</c:v>
              </c:pt>
              <c:pt idx="119">
                <c:v>1815.3722985184024</c:v>
              </c:pt>
              <c:pt idx="120">
                <c:v>1896.4814939225776</c:v>
              </c:pt>
              <c:pt idx="121">
                <c:v>1981.2145749531253</c:v>
              </c:pt>
              <c:pt idx="122">
                <c:v>2069.7334535482332</c:v>
              </c:pt>
              <c:pt idx="123">
                <c:v>2162.2072757253231</c:v>
              </c:pt>
              <c:pt idx="124">
                <c:v>2258.8127447931633</c:v>
              </c:pt>
              <c:pt idx="125">
                <c:v>2359.7344590048428</c:v>
              </c:pt>
              <c:pt idx="126">
                <c:v>2465.1652642967356</c:v>
              </c:pt>
              <c:pt idx="127">
                <c:v>2575.3066227875606</c:v>
              </c:pt>
              <c:pt idx="128">
                <c:v>2690.3689977416252</c:v>
              </c:pt>
              <c:pt idx="129">
                <c:v>2810.572255731875</c:v>
              </c:pt>
              <c:pt idx="130">
                <c:v>2936.1460867712517</c:v>
              </c:pt>
              <c:pt idx="131">
                <c:v>3067.330443215104</c:v>
              </c:pt>
              <c:pt idx="132">
                <c:v>3204.3759982734027</c:v>
              </c:pt>
              <c:pt idx="133">
                <c:v>3347.5446250088244</c:v>
              </c:pt>
              <c:pt idx="134">
                <c:v>3497.1098967360831</c:v>
              </c:pt>
              <c:pt idx="135">
                <c:v>3653.3576097786017</c:v>
              </c:pt>
              <c:pt idx="136">
                <c:v>3816.5863295815361</c:v>
              </c:pt>
              <c:pt idx="137">
                <c:v>3987.1079612245749</c:v>
              </c:pt>
              <c:pt idx="138">
                <c:v>4165.2483454247958</c:v>
              </c:pt>
              <c:pt idx="139">
                <c:v>4351.3478811683499</c:v>
              </c:pt>
              <c:pt idx="140">
                <c:v>4545.7621761607716</c:v>
              </c:pt>
              <c:pt idx="141">
                <c:v>4748.8627263388553</c:v>
              </c:pt>
              <c:pt idx="142">
                <c:v>4961.0376257424541</c:v>
              </c:pt>
              <c:pt idx="143">
                <c:v>5182.6923081027726</c:v>
              </c:pt>
              <c:pt idx="144">
                <c:v>5414.2503215640872</c:v>
              </c:pt>
              <c:pt idx="145">
                <c:v>5656.1541380194085</c:v>
              </c:pt>
              <c:pt idx="146">
                <c:v>5908.8659986064431</c:v>
              </c:pt>
              <c:pt idx="147">
                <c:v>6172.8687969796547</c:v>
              </c:pt>
              <c:pt idx="148">
                <c:v>6448.6670020460097</c:v>
              </c:pt>
              <c:pt idx="149">
                <c:v>6736.7876219278278</c:v>
              </c:pt>
              <c:pt idx="150">
                <c:v>7037.7812109945644</c:v>
              </c:pt>
              <c:pt idx="151">
                <c:v>7352.2229218878429</c:v>
              </c:pt>
              <c:pt idx="152">
                <c:v>7680.7136045501047</c:v>
              </c:pt>
              <c:pt idx="153">
                <c:v>8023.8809543567586</c:v>
              </c:pt>
              <c:pt idx="154">
                <c:v>8382.3807115459113</c:v>
              </c:pt>
              <c:pt idx="155">
                <c:v>8756.8979142375192</c:v>
              </c:pt>
              <c:pt idx="156">
                <c:v>9148.1482074363375</c:v>
              </c:pt>
              <c:pt idx="157">
                <c:v>9556.8792105197826</c:v>
              </c:pt>
              <c:pt idx="158">
                <c:v>9983.8719458241376</c:v>
              </c:pt>
              <c:pt idx="159">
                <c:v>10429.942331058619</c:v>
              </c:pt>
              <c:pt idx="160">
                <c:v>10895.942738399061</c:v>
              </c:pt>
              <c:pt idx="161">
                <c:v>11382.763623240615</c:v>
              </c:pt>
              <c:pt idx="162">
                <c:v>11891.335225721512</c:v>
              </c:pt>
              <c:pt idx="163">
                <c:v>12422.629348269675</c:v>
              </c:pt>
              <c:pt idx="164">
                <c:v>12977.661212568144</c:v>
              </c:pt>
              <c:pt idx="165">
                <c:v>13557.491399488188</c:v>
              </c:pt>
              <c:pt idx="166">
                <c:v>14163.227875696921</c:v>
              </c:pt>
              <c:pt idx="167">
                <c:v>14796.028110811967</c:v>
              </c:pt>
              <c:pt idx="168">
                <c:v>15457.101289148435</c:v>
              </c:pt>
              <c:pt idx="169">
                <c:v>16147.71062028503</c:v>
              </c:pt>
              <c:pt idx="170">
                <c:v>16869.175752864019</c:v>
              </c:pt>
              <c:pt idx="171">
                <c:v>17622.875296237609</c:v>
              </c:pt>
              <c:pt idx="172">
                <c:v>18410.249454779383</c:v>
              </c:pt>
              <c:pt idx="173">
                <c:v>19232.802779894038</c:v>
              </c:pt>
              <c:pt idx="174">
                <c:v>20092.107044984725</c:v>
              </c:pt>
              <c:pt idx="175">
                <c:v>20989.804248871362</c:v>
              </c:pt>
              <c:pt idx="176">
                <c:v>21927.609753398814</c:v>
              </c:pt>
              <c:pt idx="177">
                <c:v>22907.315561230349</c:v>
              </c:pt>
              <c:pt idx="178">
                <c:v>23930.793740090605</c:v>
              </c:pt>
              <c:pt idx="179">
                <c:v>24999.999999999993</c:v>
              </c:pt>
            </c:numLit>
          </c:xVal>
          <c:yVal>
            <c:numLit>
              <c:formatCode>0</c:formatCode>
              <c:ptCount val="180"/>
              <c:pt idx="0">
                <c:v>-3.0390412471926072E-3</c:v>
              </c:pt>
              <c:pt idx="1">
                <c:v>-3.3165694300458159E-3</c:v>
              </c:pt>
              <c:pt idx="2">
                <c:v>-3.6194316267422338E-3</c:v>
              </c:pt>
              <c:pt idx="3">
                <c:v>-3.9499385058818911E-3</c:v>
              </c:pt>
              <c:pt idx="4">
                <c:v>-4.3106111188481464E-3</c:v>
              </c:pt>
              <c:pt idx="5">
                <c:v>-4.7041999844237977E-3</c:v>
              </c:pt>
              <c:pt idx="6">
                <c:v>-5.1337058911739841E-3</c:v>
              </c:pt>
              <c:pt idx="7">
                <c:v>-5.602402569719619E-3</c:v>
              </c:pt>
              <c:pt idx="8">
                <c:v>-6.1138613998228675E-3</c:v>
              </c:pt>
              <c:pt idx="9">
                <c:v>-6.6719783313596414E-3</c:v>
              </c:pt>
              <c:pt idx="10">
                <c:v>-7.2810032131720879E-3</c:v>
              </c:pt>
              <c:pt idx="11">
                <c:v>-7.9455717400161892E-3</c:v>
              </c:pt>
              <c:pt idx="12">
                <c:v>-8.6707402452044363E-3</c:v>
              </c:pt>
              <c:pt idx="13">
                <c:v>-9.462023585080517E-3</c:v>
              </c:pt>
              <c:pt idx="14">
                <c:v>-1.0325436381420874E-2</c:v>
              </c:pt>
              <c:pt idx="15">
                <c:v>-1.1267537909038797E-2</c:v>
              </c:pt>
              <c:pt idx="16">
                <c:v>-1.2295480938463199E-2</c:v>
              </c:pt>
              <c:pt idx="17">
                <c:v>-1.3417064867534349E-2</c:v>
              </c:pt>
              <c:pt idx="18">
                <c:v>-1.4640793501117437E-2</c:v>
              </c:pt>
              <c:pt idx="19">
                <c:v>-1.5975937864824843E-2</c:v>
              </c:pt>
              <c:pt idx="20">
                <c:v>-1.7432604466697737E-2</c:v>
              </c:pt>
              <c:pt idx="21">
                <c:v>-1.9021809450053408E-2</c:v>
              </c:pt>
              <c:pt idx="22">
                <c:v>-2.0755559111042376E-2</c:v>
              </c:pt>
              <c:pt idx="23">
                <c:v>-2.2646937285779323E-2</c:v>
              </c:pt>
              <c:pt idx="24">
                <c:v>-2.4710200143907481E-2</c:v>
              </c:pt>
              <c:pt idx="25">
                <c:v>-2.6960878957712597E-2</c:v>
              </c:pt>
              <c:pt idx="26">
                <c:v>-2.9415891448273026E-2</c:v>
              </c:pt>
              <c:pt idx="27">
                <c:v>-3.2093662341776741E-2</c:v>
              </c:pt>
              <c:pt idx="28">
                <c:v>-3.5014253799639364E-2</c:v>
              </c:pt>
              <c:pt idx="29">
                <c:v>-3.8199506414388518E-2</c:v>
              </c:pt>
              <c:pt idx="30">
                <c:v>-4.1673191488773506E-2</c:v>
              </c:pt>
              <c:pt idx="31">
                <c:v>-4.5461175336534057E-2</c:v>
              </c:pt>
              <c:pt idx="32">
                <c:v>-4.9591596358706372E-2</c:v>
              </c:pt>
              <c:pt idx="33">
                <c:v>-5.4095055657243381E-2</c:v>
              </c:pt>
              <c:pt idx="34">
                <c:v>-5.900482194612508E-2</c:v>
              </c:pt>
              <c:pt idx="35">
                <c:v>-6.435705150652031E-2</c:v>
              </c:pt>
              <c:pt idx="36">
                <c:v>-7.0191023904150551E-2</c:v>
              </c:pt>
              <c:pt idx="37">
                <c:v>-7.6549394140430826E-2</c:v>
              </c:pt>
              <c:pt idx="38">
                <c:v>-8.3478461840444176E-2</c:v>
              </c:pt>
              <c:pt idx="39">
                <c:v>-9.102845798581298E-2</c:v>
              </c:pt>
              <c:pt idx="40">
                <c:v>-9.9253849574420572E-2</c:v>
              </c:pt>
              <c:pt idx="41">
                <c:v>-0.10821366242568041</c:v>
              </c:pt>
              <c:pt idx="42">
                <c:v>-0.11797182214387975</c:v>
              </c:pt>
              <c:pt idx="43">
                <c:v>-0.12859751299596905</c:v>
              </c:pt>
              <c:pt idx="44">
                <c:v>-0.14016555414670867</c:v>
              </c:pt>
              <c:pt idx="45">
                <c:v>-0.15275679231570979</c:v>
              </c:pt>
              <c:pt idx="46">
                <c:v>-0.16645850946918445</c:v>
              </c:pt>
              <c:pt idx="47">
                <c:v>-0.18136484362638677</c:v>
              </c:pt>
              <c:pt idx="48">
                <c:v>-0.19757722023850532</c:v>
              </c:pt>
              <c:pt idx="49">
                <c:v>-0.21520479087933087</c:v>
              </c:pt>
              <c:pt idx="50">
                <c:v>-0.23436487516619914</c:v>
              </c:pt>
              <c:pt idx="51">
                <c:v>-0.255183400902806</c:v>
              </c:pt>
              <c:pt idx="52">
                <c:v>-0.27779533640153975</c:v>
              </c:pt>
              <c:pt idx="53">
                <c:v>-0.30234510780493351</c:v>
              </c:pt>
              <c:pt idx="54">
                <c:v>-0.32898699299228817</c:v>
              </c:pt>
              <c:pt idx="55">
                <c:v>-0.35788548234334816</c:v>
              </c:pt>
              <c:pt idx="56">
                <c:v>-0.38921559525974508</c:v>
              </c:pt>
              <c:pt idx="57">
                <c:v>-0.42316313995019345</c:v>
              </c:pt>
              <c:pt idx="58">
                <c:v>-0.45992490261212604</c:v>
              </c:pt>
              <c:pt idx="59">
                <c:v>-0.49970875084890565</c:v>
              </c:pt>
              <c:pt idx="60">
                <c:v>-0.54273363502042349</c:v>
              </c:pt>
              <c:pt idx="61">
                <c:v>-0.58922947032285777</c:v>
              </c:pt>
              <c:pt idx="62">
                <c:v>-0.63943688183214031</c:v>
              </c:pt>
              <c:pt idx="63">
                <c:v>-0.69360679463935104</c:v>
              </c:pt>
              <c:pt idx="64">
                <c:v>-0.75199985167843542</c:v>
              </c:pt>
              <c:pt idx="65">
                <c:v>-0.81488564302461453</c:v>
              </c:pt>
              <c:pt idx="66">
                <c:v>-0.8825417324505952</c:v>
              </c:pt>
              <c:pt idx="67">
                <c:v>-0.95525246997801017</c:v>
              </c:pt>
              <c:pt idx="68">
                <c:v>-1.0333075831407634</c:v>
              </c:pt>
              <c:pt idx="69">
                <c:v>-1.1170005447327884</c:v>
              </c:pt>
              <c:pt idx="70">
                <c:v>-1.2066267209406558</c:v>
              </c:pt>
              <c:pt idx="71">
                <c:v>-1.302481310889023</c:v>
              </c:pt>
              <c:pt idx="72">
                <c:v>-1.4048570966022409</c:v>
              </c:pt>
              <c:pt idx="73">
                <c:v>-1.5140420309676497</c:v>
              </c:pt>
              <c:pt idx="74">
                <c:v>-1.6303167001445218</c:v>
              </c:pt>
              <c:pt idx="75">
                <c:v>-1.753951705580409</c:v>
              </c:pt>
              <c:pt idx="76">
                <c:v>-1.8852050188876364</c:v>
              </c:pt>
              <c:pt idx="77">
                <c:v>-2.0243193697663884</c:v>
              </c:pt>
              <c:pt idx="78">
                <c:v>-2.1715197323979689</c:v>
              </c:pt>
              <c:pt idx="79">
                <c:v>-2.3270109787678663</c:v>
              </c:pt>
              <c:pt idx="80">
                <c:v>-2.4909757677911464</c:v>
              </c:pt>
              <c:pt idx="81">
                <c:v>-2.6635727366095634</c:v>
              </c:pt>
              <c:pt idx="82">
                <c:v>-2.8449350548885306</c:v>
              </c:pt>
              <c:pt idx="83">
                <c:v>-3.0351693944379554</c:v>
              </c:pt>
              <c:pt idx="84">
                <c:v>-3.2343553553003894</c:v>
              </c:pt>
              <c:pt idx="85">
                <c:v>-3.4425453760787414</c:v>
              </c:pt>
              <c:pt idx="86">
                <c:v>-3.6597651413706247</c:v>
              </c:pt>
              <c:pt idx="87">
                <c:v>-3.8860144835145585</c:v>
              </c:pt>
              <c:pt idx="88">
                <c:v>-4.1212687602703282</c:v>
              </c:pt>
              <c:pt idx="89">
                <c:v>-4.3654806753756006</c:v>
              </c:pt>
              <c:pt idx="90">
                <c:v>-4.6185824958865007</c:v>
              </c:pt>
              <c:pt idx="91">
                <c:v>-4.8804886094258775</c:v>
              </c:pt>
              <c:pt idx="92">
                <c:v>-5.1510983563502331</c:v>
              </c:pt>
              <c:pt idx="93">
                <c:v>-5.4302990666220854</c:v>
              </c:pt>
              <c:pt idx="94">
                <c:v>-5.7179692288451172</c:v>
              </c:pt>
              <c:pt idx="95">
                <c:v>-6.0139817193055425</c:v>
              </c:pt>
              <c:pt idx="96">
                <c:v>-6.318207021626109</c:v>
              </c:pt>
              <c:pt idx="97">
                <c:v>-6.6305163723318898</c:v>
              </c:pt>
              <c:pt idx="98">
                <c:v>-6.9507847737381461</c:v>
              </c:pt>
              <c:pt idx="99">
                <c:v>-7.2788938225768067</c:v>
              </c:pt>
              <c:pt idx="100">
                <c:v>-7.614734310184172</c:v>
              </c:pt>
              <c:pt idx="101">
                <c:v>-7.9582085574463335</c:v>
              </c:pt>
              <c:pt idx="102">
                <c:v>-8.3092324546964154</c:v>
              </c:pt>
              <c:pt idx="103">
                <c:v>-8.6677371831346903</c:v>
              </c:pt>
              <c:pt idx="104">
                <c:v>-9.0336705999616118</c:v>
              </c:pt>
              <c:pt idx="105">
                <c:v>-9.4069982742344767</c:v>
              </c:pt>
              <c:pt idx="106">
                <c:v>-9.7877041645352811</c:v>
              </c:pt>
              <c:pt idx="107">
                <c:v>-10.175790932997025</c:v>
              </c:pt>
              <c:pt idx="108">
                <c:v>-10.571279893264318</c:v>
              </c:pt>
              <c:pt idx="109">
                <c:v>-10.974210592785374</c:v>
              </c:pt>
              <c:pt idx="110">
                <c:v>-11.384640032688836</c:v>
              </c:pt>
              <c:pt idx="111">
                <c:v>-11.802641531628058</c:v>
              </c:pt>
              <c:pt idx="112">
                <c:v>-12.228303243594221</c:v>
              </c:pt>
              <c:pt idx="113">
                <c:v>-12.661726343977124</c:v>
              </c:pt>
              <c:pt idx="114">
                <c:v>-13.103022903199291</c:v>
              </c:pt>
              <c:pt idx="115">
                <c:v>-13.552313473090384</c:v>
              </c:pt>
              <c:pt idx="116">
                <c:v>-14.009724417741854</c:v>
              </c:pt>
              <c:pt idx="117">
                <c:v>-14.475385027714754</c:v>
              </c:pt>
              <c:pt idx="118">
                <c:v>-14.949424463896456</c:v>
              </c:pt>
              <c:pt idx="119">
                <c:v>-15.431968584641481</c:v>
              </c:pt>
              <c:pt idx="120">
                <c:v>-15.923136716635589</c:v>
              </c:pt>
              <c:pt idx="121">
                <c:v>-16.423038435684784</c:v>
              </c:pt>
              <c:pt idx="122">
                <c:v>-16.931770427824656</c:v>
              </c:pt>
              <c:pt idx="123">
                <c:v>-17.449413503275551</c:v>
              </c:pt>
              <c:pt idx="124">
                <c:v>-17.97602983541131</c:v>
              </c:pt>
              <c:pt idx="125">
                <c:v>-18.511660493768932</c:v>
              </c:pt>
              <c:pt idx="126">
                <c:v>-19.056323334071138</c:v>
              </c:pt>
              <c:pt idx="127">
                <c:v>-19.610011299331902</c:v>
              </c:pt>
              <c:pt idx="128">
                <c:v>-20.172691174639539</c:v>
              </c:pt>
              <c:pt idx="129">
                <c:v>-20.744302824641995</c:v>
              </c:pt>
              <c:pt idx="130">
                <c:v>-21.324758927741939</c:v>
              </c:pt>
              <c:pt idx="131">
                <c:v>-21.91394520531794</c:v>
              </c:pt>
              <c:pt idx="132">
                <c:v>-22.511721128758101</c:v>
              </c:pt>
              <c:pt idx="133">
                <c:v>-23.117921072547531</c:v>
              </c:pt>
              <c:pt idx="134">
                <c:v>-23.732355868842703</c:v>
              </c:pt>
              <c:pt idx="135">
                <c:v>-24.354814708503788</c:v>
              </c:pt>
              <c:pt idx="136">
                <c:v>-24.985067325874649</c:v>
              </c:pt>
              <c:pt idx="137">
                <c:v>-25.62286639992211</c:v>
              </c:pt>
              <c:pt idx="138">
                <c:v>-26.267950102693362</c:v>
              </c:pt>
              <c:pt idx="139">
                <c:v>-26.920044727243383</c:v>
              </c:pt>
              <c:pt idx="140">
                <c:v>-27.578867330893914</c:v>
              </c:pt>
              <c:pt idx="141">
                <c:v>-28.244128335458218</c:v>
              </c:pt>
              <c:pt idx="142">
                <c:v>-28.915534033382979</c:v>
              </c:pt>
              <c:pt idx="143">
                <c:v>-29.592788957081282</c:v>
              </c:pt>
              <c:pt idx="144">
                <c:v>-30.275598077534234</c:v>
              </c:pt>
              <c:pt idx="145">
                <c:v>-30.963668807058372</c:v>
              </c:pt>
              <c:pt idx="146">
                <c:v>-31.656712789574911</c:v>
              </c:pt>
              <c:pt idx="147">
                <c:v>-32.354447469472511</c:v>
              </c:pt>
              <c:pt idx="148">
                <c:v>-33.056597437009806</c:v>
              </c:pt>
              <c:pt idx="149">
                <c:v>-33.762895554032426</c:v>
              </c:pt>
              <c:pt idx="150">
                <c:v>-34.473083868526075</c:v>
              </c:pt>
              <c:pt idx="151">
                <c:v>-35.186914330208147</c:v>
              </c:pt>
              <c:pt idx="152">
                <c:v>-35.904149322032794</c:v>
              </c:pt>
              <c:pt idx="153">
                <c:v>-36.624562024244526</c:v>
              </c:pt>
              <c:pt idx="154">
                <c:v>-37.347936628580854</c:v>
              </c:pt>
              <c:pt idx="155">
                <c:v>-38.074068420518429</c:v>
              </c:pt>
              <c:pt idx="156">
                <c:v>-38.802763747210058</c:v>
              </c:pt>
              <c:pt idx="157">
                <c:v>-39.533839888090121</c:v>
              </c:pt>
              <c:pt idx="158">
                <c:v>-40.267124844147318</c:v>
              </c:pt>
              <c:pt idx="159">
                <c:v>-41.002457060669585</c:v>
              </c:pt>
              <c:pt idx="160">
                <c:v>-41.739685096943653</c:v>
              </c:pt>
              <c:pt idx="161">
                <c:v>-42.478667255007387</c:v>
              </c:pt>
              <c:pt idx="162">
                <c:v>-43.219271178160177</c:v>
              </c:pt>
              <c:pt idx="163">
                <c:v>-43.961373428579861</c:v>
              </c:pt>
              <c:pt idx="164">
                <c:v>-44.704859052099557</c:v>
              </c:pt>
              <c:pt idx="165">
                <c:v>-45.449621136992242</c:v>
              </c:pt>
              <c:pt idx="166">
                <c:v>-46.195560372500594</c:v>
              </c:pt>
              <c:pt idx="167">
                <c:v>-46.9425846118463</c:v>
              </c:pt>
              <c:pt idx="168">
                <c:v>-47.690608443556116</c:v>
              </c:pt>
              <c:pt idx="169">
                <c:v>-48.439552774151693</c:v>
              </c:pt>
              <c:pt idx="170">
                <c:v>-49.189344424558627</c:v>
              </c:pt>
              <c:pt idx="171">
                <c:v>-49.93991574199481</c:v>
              </c:pt>
              <c:pt idx="172">
                <c:v>-50.691204228589292</c:v>
              </c:pt>
              <c:pt idx="173">
                <c:v>-51.443152187551739</c:v>
              </c:pt>
              <c:pt idx="174">
                <c:v>-52.195706387355315</c:v>
              </c:pt>
              <c:pt idx="175">
                <c:v>-52.948817744097589</c:v>
              </c:pt>
              <c:pt idx="176">
                <c:v>-53.702441021963914</c:v>
              </c:pt>
              <c:pt idx="177">
                <c:v>-54.456534551523688</c:v>
              </c:pt>
              <c:pt idx="178">
                <c:v>-55.21105996543919</c:v>
              </c:pt>
              <c:pt idx="179">
                <c:v>-55.965981951047688</c:v>
              </c:pt>
            </c:numLit>
          </c:yVal>
          <c:smooth val="1"/>
          <c:extLst>
            <c:ext xmlns:c16="http://schemas.microsoft.com/office/drawing/2014/chart" uri="{C3380CC4-5D6E-409C-BE32-E72D297353CC}">
              <c16:uniqueId val="{00000002-9C45-402A-A07E-50C151E75588}"/>
            </c:ext>
          </c:extLst>
        </c:ser>
        <c:dLbls>
          <c:showLegendKey val="0"/>
          <c:showVal val="0"/>
          <c:showCatName val="0"/>
          <c:showSerName val="0"/>
          <c:showPercent val="0"/>
          <c:showBubbleSize val="0"/>
        </c:dLbls>
        <c:axId val="48650112"/>
        <c:axId val="48672768"/>
      </c:scatterChart>
      <c:valAx>
        <c:axId val="48672768"/>
        <c:scaling>
          <c:orientation val="minMax"/>
          <c:max val="20"/>
          <c:min val="-60"/>
        </c:scaling>
        <c:delete val="0"/>
        <c:axPos val="l"/>
        <c:majorGridlines>
          <c:spPr>
            <a:ln w="9525">
              <a:solidFill>
                <a:srgbClr val="DFE6EE"/>
              </a:solidFill>
              <a:prstDash val="solid"/>
            </a:ln>
          </c:spPr>
        </c:majorGridlines>
        <c:title>
          <c:tx>
            <c:rich>
              <a:bodyPr/>
              <a:lstStyle/>
              <a:p>
                <a:r>
                  <a:rPr sz="1650">
                    <a:solidFill>
                      <a:srgbClr val="172F46"/>
                    </a:solidFill>
                    <a:latin typeface="Arial"/>
                    <a:ea typeface="Arial"/>
                    <a:cs typeface="Arial"/>
                  </a:rPr>
                  <a:t>Gain relative to DC (dB)</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650">
                <a:solidFill>
                  <a:srgbClr val="172F46"/>
                </a:solidFill>
                <a:latin typeface="Arial"/>
                <a:ea typeface="Arial"/>
                <a:cs typeface="Arial"/>
              </a:defRPr>
            </a:pPr>
            <a:endParaRPr lang="zh-CN"/>
          </a:p>
        </c:txPr>
        <c:crossAx val="48650112"/>
        <c:crosses val="autoZero"/>
        <c:crossBetween val="midCat"/>
      </c:valAx>
      <c:valAx>
        <c:axId val="48650112"/>
        <c:scaling>
          <c:logBase val="10"/>
          <c:orientation val="minMax"/>
          <c:max val="25000"/>
          <c:min val="10"/>
        </c:scaling>
        <c:delete val="0"/>
        <c:axPos val="b"/>
        <c:majorGridlines>
          <c:spPr>
            <a:ln w="9525">
              <a:solidFill>
                <a:srgbClr val="DFE6EE"/>
              </a:solidFill>
              <a:prstDash val="solid"/>
            </a:ln>
          </c:spPr>
        </c:majorGridlines>
        <c:title>
          <c:tx>
            <c:rich>
              <a:bodyPr/>
              <a:lstStyle/>
              <a:p>
                <a:r>
                  <a:rPr sz="1650">
                    <a:solidFill>
                      <a:srgbClr val="172F46"/>
                    </a:solidFill>
                    <a:latin typeface="Arial"/>
                    <a:ea typeface="Arial"/>
                    <a:cs typeface="Arial"/>
                  </a:rPr>
                  <a:t>Frequency (Hz, logarithmic)</a:t>
                </a:r>
              </a:p>
            </c:rich>
          </c:tx>
          <c:overlay val="0"/>
        </c:title>
        <c:numFmt formatCode="General" sourceLinked="1"/>
        <c:majorTickMark val="none"/>
        <c:minorTickMark val="none"/>
        <c:tickLblPos val="low"/>
        <c:spPr>
          <a:ln w="9525">
            <a:solidFill>
              <a:srgbClr val="D4D4D4"/>
            </a:solidFill>
            <a:prstDash val="solid"/>
          </a:ln>
        </c:spPr>
        <c:txPr>
          <a:bodyPr anchorCtr="1"/>
          <a:lstStyle/>
          <a:p>
            <a:pPr>
              <a:defRPr sz="1650">
                <a:solidFill>
                  <a:srgbClr val="172F46"/>
                </a:solidFill>
                <a:latin typeface="Arial"/>
                <a:ea typeface="Arial"/>
                <a:cs typeface="Arial"/>
              </a:defRPr>
            </a:pPr>
            <a:endParaRPr lang="zh-CN"/>
          </a:p>
        </c:txPr>
        <c:crossAx val="48672768"/>
        <c:crosses val="autoZero"/>
        <c:crossBetween val="midCat"/>
      </c:valAx>
      <c:spPr>
        <a:solidFill>
          <a:srgbClr val="FFFFFF"/>
        </a:solidFill>
      </c:spPr>
    </c:plotArea>
    <c:legend>
      <c:legendPos val="b"/>
      <c:overlay val="0"/>
      <c:txPr>
        <a:bodyPr anchorCtr="1"/>
        <a:lstStyle/>
        <a:p>
          <a:pPr>
            <a:defRPr sz="1650">
              <a:solidFill>
                <a:srgbClr val="172F46"/>
              </a:solidFill>
              <a:latin typeface="Arial"/>
              <a:ea typeface="Arial"/>
              <a:cs typeface="Arial"/>
            </a:defRPr>
          </a:pPr>
          <a:endParaRPr lang="zh-CN"/>
        </a:p>
      </c:txPr>
    </c:legend>
    <c:plotVisOnly val="1"/>
    <c:dispBlanksAs val="zero"/>
    <c:showDLblsOverMax val="1"/>
  </c:chart>
  <c:spPr>
    <a:solidFill>
      <a:srgbClr val="FFFFFF"/>
    </a:solidFill>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0"/>
        <c:ser>
          <c:idx val="0"/>
          <c:order val="0"/>
          <c:tx>
            <c:v>Input a / 1g</c:v>
          </c:tx>
          <c:spPr>
            <a:ln w="24765">
              <a:solidFill>
                <a:srgbClr val="4A5968"/>
              </a:solidFill>
              <a:prstDash val="dash"/>
            </a:ln>
          </c:spPr>
          <c:marker>
            <c:symbol val="none"/>
          </c:marker>
          <c:xVal>
            <c:numLit>
              <c:formatCode>General</c:formatCode>
              <c:ptCount val="500"/>
              <c:pt idx="0">
                <c:v>0</c:v>
              </c:pt>
              <c:pt idx="1">
                <c:v>5.9999999999997555E-2</c:v>
              </c:pt>
              <c:pt idx="2">
                <c:v>0.12000000000000205</c:v>
              </c:pt>
              <c:pt idx="3">
                <c:v>0.1799999999999996</c:v>
              </c:pt>
              <c:pt idx="4">
                <c:v>0.2400000000000041</c:v>
              </c:pt>
              <c:pt idx="5">
                <c:v>0.30000000000000165</c:v>
              </c:pt>
              <c:pt idx="6">
                <c:v>0.35999999999999921</c:v>
              </c:pt>
              <c:pt idx="7">
                <c:v>0.4200000000000037</c:v>
              </c:pt>
              <c:pt idx="8">
                <c:v>0.48000000000000126</c:v>
              </c:pt>
              <c:pt idx="9">
                <c:v>0.53999999999999881</c:v>
              </c:pt>
              <c:pt idx="10">
                <c:v>0.60000000000000331</c:v>
              </c:pt>
              <c:pt idx="11">
                <c:v>0.66000000000000081</c:v>
              </c:pt>
              <c:pt idx="12">
                <c:v>0.71999999999999842</c:v>
              </c:pt>
              <c:pt idx="13">
                <c:v>0.78000000000000291</c:v>
              </c:pt>
              <c:pt idx="14">
                <c:v>0.84000000000000052</c:v>
              </c:pt>
              <c:pt idx="15">
                <c:v>0.89999999999999802</c:v>
              </c:pt>
              <c:pt idx="16">
                <c:v>0.96000000000000252</c:v>
              </c:pt>
              <c:pt idx="17">
                <c:v>1.02</c:v>
              </c:pt>
              <c:pt idx="18">
                <c:v>1.0799999999999976</c:v>
              </c:pt>
              <c:pt idx="19">
                <c:v>1.1400000000000021</c:v>
              </c:pt>
              <c:pt idx="20">
                <c:v>1.1999999999999997</c:v>
              </c:pt>
              <c:pt idx="21">
                <c:v>1.2600000000000042</c:v>
              </c:pt>
              <c:pt idx="22">
                <c:v>1.3200000000000016</c:v>
              </c:pt>
              <c:pt idx="23">
                <c:v>1.3799999999999992</c:v>
              </c:pt>
              <c:pt idx="24">
                <c:v>1.4400000000000037</c:v>
              </c:pt>
              <c:pt idx="25">
                <c:v>1.5000000000000013</c:v>
              </c:pt>
              <c:pt idx="26">
                <c:v>1.5599999999999989</c:v>
              </c:pt>
              <c:pt idx="27">
                <c:v>1.6200000000000034</c:v>
              </c:pt>
              <c:pt idx="28">
                <c:v>1.680000000000001</c:v>
              </c:pt>
              <c:pt idx="29">
                <c:v>1.7399999999999984</c:v>
              </c:pt>
              <c:pt idx="30">
                <c:v>1.8000000000000029</c:v>
              </c:pt>
              <c:pt idx="31">
                <c:v>1.8600000000000005</c:v>
              </c:pt>
              <c:pt idx="32">
                <c:v>1.9199999999999982</c:v>
              </c:pt>
              <c:pt idx="33">
                <c:v>1.9800000000000026</c:v>
              </c:pt>
              <c:pt idx="34">
                <c:v>2.04</c:v>
              </c:pt>
              <c:pt idx="35">
                <c:v>2.0999999999999979</c:v>
              </c:pt>
              <c:pt idx="36">
                <c:v>2.1600000000000024</c:v>
              </c:pt>
              <c:pt idx="37">
                <c:v>2.2199999999999998</c:v>
              </c:pt>
              <c:pt idx="38">
                <c:v>2.2800000000000042</c:v>
              </c:pt>
              <c:pt idx="39">
                <c:v>2.3400000000000016</c:v>
              </c:pt>
              <c:pt idx="40">
                <c:v>2.3999999999999995</c:v>
              </c:pt>
              <c:pt idx="41">
                <c:v>2.460000000000004</c:v>
              </c:pt>
              <c:pt idx="42">
                <c:v>2.5200000000000014</c:v>
              </c:pt>
              <c:pt idx="43">
                <c:v>2.5799999999999992</c:v>
              </c:pt>
              <c:pt idx="44">
                <c:v>2.6400000000000032</c:v>
              </c:pt>
              <c:pt idx="45">
                <c:v>2.7000000000000011</c:v>
              </c:pt>
              <c:pt idx="46">
                <c:v>2.7599999999999985</c:v>
              </c:pt>
              <c:pt idx="47">
                <c:v>2.8200000000000029</c:v>
              </c:pt>
              <c:pt idx="48">
                <c:v>2.8800000000000008</c:v>
              </c:pt>
              <c:pt idx="49">
                <c:v>2.9399999999999982</c:v>
              </c:pt>
              <c:pt idx="50">
                <c:v>3.0000000000000027</c:v>
              </c:pt>
              <c:pt idx="51">
                <c:v>3.06</c:v>
              </c:pt>
              <c:pt idx="52">
                <c:v>3.1199999999999979</c:v>
              </c:pt>
              <c:pt idx="53">
                <c:v>3.1800000000000024</c:v>
              </c:pt>
              <c:pt idx="54">
                <c:v>3.2399999999999998</c:v>
              </c:pt>
              <c:pt idx="55">
                <c:v>3.2999999999999972</c:v>
              </c:pt>
              <c:pt idx="56">
                <c:v>3.3600000000000021</c:v>
              </c:pt>
              <c:pt idx="57">
                <c:v>3.4199999999999995</c:v>
              </c:pt>
              <c:pt idx="58">
                <c:v>3.480000000000004</c:v>
              </c:pt>
              <c:pt idx="59">
                <c:v>3.5400000000000014</c:v>
              </c:pt>
              <c:pt idx="60">
                <c:v>3.5999999999999992</c:v>
              </c:pt>
              <c:pt idx="61">
                <c:v>3.6600000000000037</c:v>
              </c:pt>
              <c:pt idx="62">
                <c:v>3.7200000000000011</c:v>
              </c:pt>
              <c:pt idx="63">
                <c:v>3.7799999999999985</c:v>
              </c:pt>
              <c:pt idx="64">
                <c:v>3.840000000000003</c:v>
              </c:pt>
              <c:pt idx="65">
                <c:v>3.9000000000000008</c:v>
              </c:pt>
              <c:pt idx="66">
                <c:v>3.9599999999999982</c:v>
              </c:pt>
              <c:pt idx="67">
                <c:v>4.0200000000000031</c:v>
              </c:pt>
              <c:pt idx="68">
                <c:v>4.08</c:v>
              </c:pt>
              <c:pt idx="69">
                <c:v>4.1399999999999979</c:v>
              </c:pt>
              <c:pt idx="70">
                <c:v>4.200000000000002</c:v>
              </c:pt>
              <c:pt idx="71">
                <c:v>4.26</c:v>
              </c:pt>
              <c:pt idx="72">
                <c:v>4.3199999999999976</c:v>
              </c:pt>
              <c:pt idx="73">
                <c:v>4.3800000000000017</c:v>
              </c:pt>
              <c:pt idx="74">
                <c:v>4.4399999999999995</c:v>
              </c:pt>
              <c:pt idx="75">
                <c:v>4.5000000000000036</c:v>
              </c:pt>
              <c:pt idx="76">
                <c:v>4.5600000000000014</c:v>
              </c:pt>
              <c:pt idx="77">
                <c:v>4.6199999999999992</c:v>
              </c:pt>
              <c:pt idx="78">
                <c:v>4.6800000000000033</c:v>
              </c:pt>
              <c:pt idx="79">
                <c:v>4.7400000000000011</c:v>
              </c:pt>
              <c:pt idx="80">
                <c:v>4.7999999999999989</c:v>
              </c:pt>
              <c:pt idx="81">
                <c:v>4.860000000000003</c:v>
              </c:pt>
              <c:pt idx="82">
                <c:v>4.9200000000000008</c:v>
              </c:pt>
              <c:pt idx="83">
                <c:v>4.9799999999999986</c:v>
              </c:pt>
              <c:pt idx="84">
                <c:v>5.0400000000000027</c:v>
              </c:pt>
              <c:pt idx="85">
                <c:v>5.1000000000000005</c:v>
              </c:pt>
              <c:pt idx="86">
                <c:v>5.1599999999999984</c:v>
              </c:pt>
              <c:pt idx="87">
                <c:v>5.2200000000000024</c:v>
              </c:pt>
              <c:pt idx="88">
                <c:v>5.28</c:v>
              </c:pt>
              <c:pt idx="89">
                <c:v>5.3399999999999972</c:v>
              </c:pt>
              <c:pt idx="90">
                <c:v>5.4000000000000021</c:v>
              </c:pt>
              <c:pt idx="91">
                <c:v>5.46</c:v>
              </c:pt>
              <c:pt idx="92">
                <c:v>5.520000000000004</c:v>
              </c:pt>
              <c:pt idx="93">
                <c:v>5.5800000000000018</c:v>
              </c:pt>
              <c:pt idx="94">
                <c:v>5.6399999999999988</c:v>
              </c:pt>
              <c:pt idx="95">
                <c:v>5.7000000000000037</c:v>
              </c:pt>
              <c:pt idx="96">
                <c:v>5.7600000000000016</c:v>
              </c:pt>
              <c:pt idx="97">
                <c:v>5.8199999999999985</c:v>
              </c:pt>
              <c:pt idx="98">
                <c:v>5.8800000000000034</c:v>
              </c:pt>
              <c:pt idx="99">
                <c:v>5.9400000000000013</c:v>
              </c:pt>
              <c:pt idx="100">
                <c:v>5.9999999999999982</c:v>
              </c:pt>
              <c:pt idx="101">
                <c:v>6.0600000000000032</c:v>
              </c:pt>
              <c:pt idx="102">
                <c:v>6.12</c:v>
              </c:pt>
              <c:pt idx="103">
                <c:v>6.1799999999999979</c:v>
              </c:pt>
              <c:pt idx="104">
                <c:v>6.2400000000000029</c:v>
              </c:pt>
              <c:pt idx="105">
                <c:v>6.3</c:v>
              </c:pt>
              <c:pt idx="106">
                <c:v>6.3599999999999977</c:v>
              </c:pt>
              <c:pt idx="107">
                <c:v>6.4200000000000017</c:v>
              </c:pt>
              <c:pt idx="108">
                <c:v>6.4799999999999995</c:v>
              </c:pt>
              <c:pt idx="109">
                <c:v>6.5399999999999974</c:v>
              </c:pt>
              <c:pt idx="110">
                <c:v>6.6000000000000014</c:v>
              </c:pt>
              <c:pt idx="111">
                <c:v>6.6599999999999993</c:v>
              </c:pt>
              <c:pt idx="112">
                <c:v>6.7200000000000042</c:v>
              </c:pt>
              <c:pt idx="113">
                <c:v>6.7800000000000011</c:v>
              </c:pt>
              <c:pt idx="114">
                <c:v>6.839999999999999</c:v>
              </c:pt>
              <c:pt idx="115">
                <c:v>6.900000000000003</c:v>
              </c:pt>
              <c:pt idx="116">
                <c:v>6.9600000000000009</c:v>
              </c:pt>
              <c:pt idx="117">
                <c:v>7.0199999999999987</c:v>
              </c:pt>
              <c:pt idx="118">
                <c:v>7.0800000000000027</c:v>
              </c:pt>
              <c:pt idx="119">
                <c:v>7.1400000000000006</c:v>
              </c:pt>
              <c:pt idx="120">
                <c:v>7.1999999999999984</c:v>
              </c:pt>
              <c:pt idx="121">
                <c:v>7.2600000000000025</c:v>
              </c:pt>
              <c:pt idx="122">
                <c:v>7.32</c:v>
              </c:pt>
              <c:pt idx="123">
                <c:v>7.3799999999999972</c:v>
              </c:pt>
              <c:pt idx="124">
                <c:v>7.4400000000000022</c:v>
              </c:pt>
              <c:pt idx="125">
                <c:v>7.5</c:v>
              </c:pt>
              <c:pt idx="126">
                <c:v>7.5599999999999969</c:v>
              </c:pt>
              <c:pt idx="127">
                <c:v>7.6200000000000019</c:v>
              </c:pt>
              <c:pt idx="128">
                <c:v>7.68</c:v>
              </c:pt>
              <c:pt idx="129">
                <c:v>7.7400000000000038</c:v>
              </c:pt>
              <c:pt idx="130">
                <c:v>7.8000000000000016</c:v>
              </c:pt>
              <c:pt idx="131">
                <c:v>7.8599999999999985</c:v>
              </c:pt>
              <c:pt idx="132">
                <c:v>7.9200000000000035</c:v>
              </c:pt>
              <c:pt idx="133">
                <c:v>7.9800000000000013</c:v>
              </c:pt>
              <c:pt idx="134">
                <c:v>8.0399999999999991</c:v>
              </c:pt>
              <c:pt idx="135">
                <c:v>8.1000000000000032</c:v>
              </c:pt>
              <c:pt idx="136">
                <c:v>8.16</c:v>
              </c:pt>
              <c:pt idx="137">
                <c:v>8.2199999999999989</c:v>
              </c:pt>
              <c:pt idx="138">
                <c:v>8.2800000000000029</c:v>
              </c:pt>
              <c:pt idx="139">
                <c:v>8.34</c:v>
              </c:pt>
              <c:pt idx="140">
                <c:v>8.3999999999999986</c:v>
              </c:pt>
              <c:pt idx="141">
                <c:v>8.4600000000000026</c:v>
              </c:pt>
              <c:pt idx="142">
                <c:v>8.52</c:v>
              </c:pt>
              <c:pt idx="143">
                <c:v>8.5799999999999965</c:v>
              </c:pt>
              <c:pt idx="144">
                <c:v>8.6400000000000023</c:v>
              </c:pt>
              <c:pt idx="145">
                <c:v>8.6999999999999993</c:v>
              </c:pt>
              <c:pt idx="146">
                <c:v>8.7600000000000033</c:v>
              </c:pt>
              <c:pt idx="147">
                <c:v>8.8200000000000021</c:v>
              </c:pt>
              <c:pt idx="148">
                <c:v>8.879999999999999</c:v>
              </c:pt>
              <c:pt idx="149">
                <c:v>8.9400000000000031</c:v>
              </c:pt>
              <c:pt idx="150">
                <c:v>9.0000000000000018</c:v>
              </c:pt>
              <c:pt idx="151">
                <c:v>9.0599999999999987</c:v>
              </c:pt>
              <c:pt idx="152">
                <c:v>9.1200000000000028</c:v>
              </c:pt>
              <c:pt idx="153">
                <c:v>9.1800000000000015</c:v>
              </c:pt>
              <c:pt idx="154">
                <c:v>9.2399999999999984</c:v>
              </c:pt>
              <c:pt idx="155">
                <c:v>9.3000000000000025</c:v>
              </c:pt>
              <c:pt idx="156">
                <c:v>9.36</c:v>
              </c:pt>
              <c:pt idx="157">
                <c:v>9.4199999999999982</c:v>
              </c:pt>
              <c:pt idx="158">
                <c:v>9.4800000000000022</c:v>
              </c:pt>
              <c:pt idx="159">
                <c:v>9.5399999999999991</c:v>
              </c:pt>
              <c:pt idx="160">
                <c:v>9.5999999999999979</c:v>
              </c:pt>
              <c:pt idx="161">
                <c:v>9.6600000000000019</c:v>
              </c:pt>
              <c:pt idx="162">
                <c:v>9.7199999999999989</c:v>
              </c:pt>
              <c:pt idx="163">
                <c:v>9.7799999999999976</c:v>
              </c:pt>
              <c:pt idx="164">
                <c:v>9.8400000000000016</c:v>
              </c:pt>
              <c:pt idx="165">
                <c:v>9.8999999999999986</c:v>
              </c:pt>
              <c:pt idx="166">
                <c:v>9.9600000000000044</c:v>
              </c:pt>
              <c:pt idx="167">
                <c:v>10.020000000000001</c:v>
              </c:pt>
              <c:pt idx="168">
                <c:v>10.079999999999998</c:v>
              </c:pt>
              <c:pt idx="169">
                <c:v>10.140000000000002</c:v>
              </c:pt>
              <c:pt idx="170">
                <c:v>10.200000000000001</c:v>
              </c:pt>
              <c:pt idx="171">
                <c:v>10.259999999999998</c:v>
              </c:pt>
              <c:pt idx="172">
                <c:v>10.320000000000002</c:v>
              </c:pt>
              <c:pt idx="173">
                <c:v>10.38</c:v>
              </c:pt>
              <c:pt idx="174">
                <c:v>10.439999999999998</c:v>
              </c:pt>
              <c:pt idx="175">
                <c:v>10.500000000000002</c:v>
              </c:pt>
              <c:pt idx="176">
                <c:v>10.56</c:v>
              </c:pt>
              <c:pt idx="177">
                <c:v>10.619999999999997</c:v>
              </c:pt>
              <c:pt idx="178">
                <c:v>10.680000000000001</c:v>
              </c:pt>
              <c:pt idx="179">
                <c:v>10.74</c:v>
              </c:pt>
              <c:pt idx="180">
                <c:v>10.799999999999997</c:v>
              </c:pt>
              <c:pt idx="181">
                <c:v>10.860000000000001</c:v>
              </c:pt>
              <c:pt idx="182">
                <c:v>10.92</c:v>
              </c:pt>
              <c:pt idx="183">
                <c:v>10.980000000000004</c:v>
              </c:pt>
              <c:pt idx="184">
                <c:v>11.040000000000001</c:v>
              </c:pt>
              <c:pt idx="185">
                <c:v>11.099999999999998</c:v>
              </c:pt>
              <c:pt idx="186">
                <c:v>11.160000000000004</c:v>
              </c:pt>
              <c:pt idx="187">
                <c:v>11.22</c:v>
              </c:pt>
              <c:pt idx="188">
                <c:v>11.279999999999998</c:v>
              </c:pt>
              <c:pt idx="189">
                <c:v>11.340000000000003</c:v>
              </c:pt>
              <c:pt idx="190">
                <c:v>11.4</c:v>
              </c:pt>
              <c:pt idx="191">
                <c:v>11.459999999999997</c:v>
              </c:pt>
              <c:pt idx="192">
                <c:v>11.520000000000003</c:v>
              </c:pt>
              <c:pt idx="193">
                <c:v>11.58</c:v>
              </c:pt>
              <c:pt idx="194">
                <c:v>11.639999999999997</c:v>
              </c:pt>
              <c:pt idx="195">
                <c:v>11.700000000000003</c:v>
              </c:pt>
              <c:pt idx="196">
                <c:v>11.76</c:v>
              </c:pt>
              <c:pt idx="197">
                <c:v>11.819999999999997</c:v>
              </c:pt>
              <c:pt idx="198">
                <c:v>11.880000000000003</c:v>
              </c:pt>
              <c:pt idx="199">
                <c:v>11.94</c:v>
              </c:pt>
              <c:pt idx="200">
                <c:v>12.000000000000004</c:v>
              </c:pt>
              <c:pt idx="201">
                <c:v>12.06</c:v>
              </c:pt>
              <c:pt idx="202">
                <c:v>12.12</c:v>
              </c:pt>
              <c:pt idx="203">
                <c:v>12.180000000000003</c:v>
              </c:pt>
              <c:pt idx="204">
                <c:v>12.24</c:v>
              </c:pt>
              <c:pt idx="205">
                <c:v>12.299999999999999</c:v>
              </c:pt>
              <c:pt idx="206">
                <c:v>12.360000000000003</c:v>
              </c:pt>
              <c:pt idx="207">
                <c:v>12.42</c:v>
              </c:pt>
              <c:pt idx="208">
                <c:v>12.479999999999999</c:v>
              </c:pt>
              <c:pt idx="209">
                <c:v>12.540000000000003</c:v>
              </c:pt>
              <c:pt idx="210">
                <c:v>12.600000000000007</c:v>
              </c:pt>
              <c:pt idx="211">
                <c:v>12.659999999999998</c:v>
              </c:pt>
              <c:pt idx="212">
                <c:v>12.720000000000002</c:v>
              </c:pt>
              <c:pt idx="213">
                <c:v>12.780000000000006</c:v>
              </c:pt>
              <c:pt idx="214">
                <c:v>12.839999999999998</c:v>
              </c:pt>
              <c:pt idx="215">
                <c:v>12.900000000000002</c:v>
              </c:pt>
              <c:pt idx="216">
                <c:v>12.960000000000006</c:v>
              </c:pt>
              <c:pt idx="217">
                <c:v>13.019999999999996</c:v>
              </c:pt>
              <c:pt idx="218">
                <c:v>13.080000000000002</c:v>
              </c:pt>
              <c:pt idx="219">
                <c:v>13.140000000000006</c:v>
              </c:pt>
              <c:pt idx="220">
                <c:v>13.199999999999996</c:v>
              </c:pt>
              <c:pt idx="221">
                <c:v>13.260000000000002</c:v>
              </c:pt>
              <c:pt idx="222">
                <c:v>13.320000000000006</c:v>
              </c:pt>
              <c:pt idx="223">
                <c:v>13.379999999999995</c:v>
              </c:pt>
              <c:pt idx="224">
                <c:v>13.440000000000001</c:v>
              </c:pt>
              <c:pt idx="225">
                <c:v>13.500000000000005</c:v>
              </c:pt>
              <c:pt idx="226">
                <c:v>13.559999999999995</c:v>
              </c:pt>
              <c:pt idx="227">
                <c:v>13.620000000000001</c:v>
              </c:pt>
              <c:pt idx="228">
                <c:v>13.680000000000005</c:v>
              </c:pt>
              <c:pt idx="229">
                <c:v>13.739999999999995</c:v>
              </c:pt>
              <c:pt idx="230">
                <c:v>13.799999999999999</c:v>
              </c:pt>
              <c:pt idx="231">
                <c:v>13.860000000000005</c:v>
              </c:pt>
              <c:pt idx="232">
                <c:v>13.919999999999995</c:v>
              </c:pt>
              <c:pt idx="233">
                <c:v>13.979999999999999</c:v>
              </c:pt>
              <c:pt idx="234">
                <c:v>14.040000000000004</c:v>
              </c:pt>
              <c:pt idx="235">
                <c:v>14.099999999999994</c:v>
              </c:pt>
              <c:pt idx="236">
                <c:v>14.159999999999998</c:v>
              </c:pt>
              <c:pt idx="237">
                <c:v>14.220000000000004</c:v>
              </c:pt>
              <c:pt idx="238">
                <c:v>14.279999999999994</c:v>
              </c:pt>
              <c:pt idx="239">
                <c:v>14.339999999999998</c:v>
              </c:pt>
              <c:pt idx="240">
                <c:v>14.400000000000004</c:v>
              </c:pt>
              <c:pt idx="241">
                <c:v>14.459999999999994</c:v>
              </c:pt>
              <c:pt idx="242">
                <c:v>14.519999999999998</c:v>
              </c:pt>
              <c:pt idx="243">
                <c:v>14.580000000000002</c:v>
              </c:pt>
              <c:pt idx="244">
                <c:v>14.640000000000008</c:v>
              </c:pt>
              <c:pt idx="245">
                <c:v>14.699999999999998</c:v>
              </c:pt>
              <c:pt idx="246">
                <c:v>14.760000000000002</c:v>
              </c:pt>
              <c:pt idx="247">
                <c:v>14.820000000000007</c:v>
              </c:pt>
              <c:pt idx="248">
                <c:v>14.879999999999997</c:v>
              </c:pt>
              <c:pt idx="249">
                <c:v>14.940000000000001</c:v>
              </c:pt>
              <c:pt idx="250">
                <c:v>15.000000000000007</c:v>
              </c:pt>
              <c:pt idx="251">
                <c:v>15.059999999999997</c:v>
              </c:pt>
              <c:pt idx="252">
                <c:v>15.120000000000001</c:v>
              </c:pt>
              <c:pt idx="253">
                <c:v>15.180000000000007</c:v>
              </c:pt>
              <c:pt idx="254">
                <c:v>15.239999999999997</c:v>
              </c:pt>
              <c:pt idx="255">
                <c:v>15.3</c:v>
              </c:pt>
              <c:pt idx="256">
                <c:v>15.360000000000005</c:v>
              </c:pt>
              <c:pt idx="257">
                <c:v>15.419999999999996</c:v>
              </c:pt>
              <c:pt idx="258">
                <c:v>15.48</c:v>
              </c:pt>
              <c:pt idx="259">
                <c:v>15.540000000000004</c:v>
              </c:pt>
              <c:pt idx="260">
                <c:v>15.599999999999996</c:v>
              </c:pt>
              <c:pt idx="261">
                <c:v>15.66</c:v>
              </c:pt>
              <c:pt idx="262">
                <c:v>15.720000000000004</c:v>
              </c:pt>
              <c:pt idx="263">
                <c:v>15.779999999999996</c:v>
              </c:pt>
              <c:pt idx="264">
                <c:v>15.84</c:v>
              </c:pt>
              <c:pt idx="265">
                <c:v>15.900000000000004</c:v>
              </c:pt>
              <c:pt idx="266">
                <c:v>15.959999999999996</c:v>
              </c:pt>
              <c:pt idx="267">
                <c:v>16.02</c:v>
              </c:pt>
              <c:pt idx="268">
                <c:v>16.080000000000005</c:v>
              </c:pt>
              <c:pt idx="269">
                <c:v>16.139999999999993</c:v>
              </c:pt>
              <c:pt idx="270">
                <c:v>16.2</c:v>
              </c:pt>
              <c:pt idx="271">
                <c:v>16.260000000000005</c:v>
              </c:pt>
              <c:pt idx="272">
                <c:v>16.319999999999993</c:v>
              </c:pt>
              <c:pt idx="273">
                <c:v>16.38</c:v>
              </c:pt>
              <c:pt idx="274">
                <c:v>16.440000000000005</c:v>
              </c:pt>
              <c:pt idx="275">
                <c:v>16.499999999999993</c:v>
              </c:pt>
              <c:pt idx="276">
                <c:v>16.559999999999999</c:v>
              </c:pt>
              <c:pt idx="277">
                <c:v>16.620000000000005</c:v>
              </c:pt>
              <c:pt idx="278">
                <c:v>16.679999999999993</c:v>
              </c:pt>
              <c:pt idx="279">
                <c:v>16.739999999999998</c:v>
              </c:pt>
              <c:pt idx="280">
                <c:v>16.8</c:v>
              </c:pt>
              <c:pt idx="281">
                <c:v>16.860000000000007</c:v>
              </c:pt>
              <c:pt idx="282">
                <c:v>16.919999999999998</c:v>
              </c:pt>
              <c:pt idx="283">
                <c:v>16.98</c:v>
              </c:pt>
              <c:pt idx="284">
                <c:v>17.040000000000006</c:v>
              </c:pt>
              <c:pt idx="285">
                <c:v>17.099999999999998</c:v>
              </c:pt>
              <c:pt idx="286">
                <c:v>17.16</c:v>
              </c:pt>
              <c:pt idx="287">
                <c:v>17.220000000000006</c:v>
              </c:pt>
              <c:pt idx="288">
                <c:v>17.279999999999998</c:v>
              </c:pt>
              <c:pt idx="289">
                <c:v>17.34</c:v>
              </c:pt>
              <c:pt idx="290">
                <c:v>17.400000000000006</c:v>
              </c:pt>
              <c:pt idx="291">
                <c:v>17.459999999999997</c:v>
              </c:pt>
              <c:pt idx="292">
                <c:v>17.52</c:v>
              </c:pt>
              <c:pt idx="293">
                <c:v>17.580000000000005</c:v>
              </c:pt>
              <c:pt idx="294">
                <c:v>17.639999999999997</c:v>
              </c:pt>
              <c:pt idx="295">
                <c:v>17.7</c:v>
              </c:pt>
              <c:pt idx="296">
                <c:v>17.760000000000005</c:v>
              </c:pt>
              <c:pt idx="297">
                <c:v>17.819999999999997</c:v>
              </c:pt>
              <c:pt idx="298">
                <c:v>17.88</c:v>
              </c:pt>
              <c:pt idx="299">
                <c:v>17.940000000000005</c:v>
              </c:pt>
              <c:pt idx="300">
                <c:v>17.999999999999996</c:v>
              </c:pt>
              <c:pt idx="301">
                <c:v>18.059999999999999</c:v>
              </c:pt>
              <c:pt idx="302">
                <c:v>18.120000000000005</c:v>
              </c:pt>
              <c:pt idx="303">
                <c:v>18.179999999999996</c:v>
              </c:pt>
              <c:pt idx="304">
                <c:v>18.239999999999998</c:v>
              </c:pt>
              <c:pt idx="305">
                <c:v>18.300000000000004</c:v>
              </c:pt>
              <c:pt idx="306">
                <c:v>18.359999999999996</c:v>
              </c:pt>
              <c:pt idx="307">
                <c:v>18.419999999999998</c:v>
              </c:pt>
              <c:pt idx="308">
                <c:v>18.480000000000004</c:v>
              </c:pt>
              <c:pt idx="309">
                <c:v>18.539999999999996</c:v>
              </c:pt>
              <c:pt idx="310">
                <c:v>18.599999999999998</c:v>
              </c:pt>
              <c:pt idx="311">
                <c:v>18.660000000000004</c:v>
              </c:pt>
              <c:pt idx="312">
                <c:v>18.719999999999995</c:v>
              </c:pt>
              <c:pt idx="313">
                <c:v>18.779999999999998</c:v>
              </c:pt>
              <c:pt idx="314">
                <c:v>18.840000000000003</c:v>
              </c:pt>
              <c:pt idx="315">
                <c:v>18.899999999999991</c:v>
              </c:pt>
              <c:pt idx="316">
                <c:v>18.959999999999997</c:v>
              </c:pt>
              <c:pt idx="317">
                <c:v>19.020000000000003</c:v>
              </c:pt>
              <c:pt idx="318">
                <c:v>19.080000000000005</c:v>
              </c:pt>
              <c:pt idx="319">
                <c:v>19.139999999999997</c:v>
              </c:pt>
              <c:pt idx="320">
                <c:v>19.200000000000003</c:v>
              </c:pt>
              <c:pt idx="321">
                <c:v>19.260000000000005</c:v>
              </c:pt>
              <c:pt idx="322">
                <c:v>19.319999999999997</c:v>
              </c:pt>
              <c:pt idx="323">
                <c:v>19.380000000000003</c:v>
              </c:pt>
              <c:pt idx="324">
                <c:v>19.440000000000005</c:v>
              </c:pt>
              <c:pt idx="325">
                <c:v>19.499999999999996</c:v>
              </c:pt>
              <c:pt idx="326">
                <c:v>19.560000000000002</c:v>
              </c:pt>
              <c:pt idx="327">
                <c:v>19.620000000000005</c:v>
              </c:pt>
              <c:pt idx="328">
                <c:v>19.679999999999996</c:v>
              </c:pt>
              <c:pt idx="329">
                <c:v>19.740000000000002</c:v>
              </c:pt>
              <c:pt idx="330">
                <c:v>19.800000000000004</c:v>
              </c:pt>
              <c:pt idx="331">
                <c:v>19.859999999999996</c:v>
              </c:pt>
              <c:pt idx="332">
                <c:v>19.920000000000002</c:v>
              </c:pt>
              <c:pt idx="333">
                <c:v>19.980000000000004</c:v>
              </c:pt>
              <c:pt idx="334">
                <c:v>20.039999999999996</c:v>
              </c:pt>
              <c:pt idx="335">
                <c:v>20.100000000000001</c:v>
              </c:pt>
              <c:pt idx="336">
                <c:v>20.160000000000004</c:v>
              </c:pt>
              <c:pt idx="337">
                <c:v>20.219999999999995</c:v>
              </c:pt>
              <c:pt idx="338">
                <c:v>20.28</c:v>
              </c:pt>
              <c:pt idx="339">
                <c:v>20.340000000000003</c:v>
              </c:pt>
              <c:pt idx="340">
                <c:v>20.399999999999995</c:v>
              </c:pt>
              <c:pt idx="341">
                <c:v>20.459999999999997</c:v>
              </c:pt>
              <c:pt idx="342">
                <c:v>20.520000000000003</c:v>
              </c:pt>
              <c:pt idx="343">
                <c:v>20.579999999999995</c:v>
              </c:pt>
              <c:pt idx="344">
                <c:v>20.639999999999997</c:v>
              </c:pt>
              <c:pt idx="345">
                <c:v>20.700000000000003</c:v>
              </c:pt>
              <c:pt idx="346">
                <c:v>20.759999999999994</c:v>
              </c:pt>
              <c:pt idx="347">
                <c:v>20.819999999999997</c:v>
              </c:pt>
              <c:pt idx="348">
                <c:v>20.880000000000003</c:v>
              </c:pt>
              <c:pt idx="349">
                <c:v>20.939999999999994</c:v>
              </c:pt>
              <c:pt idx="350">
                <c:v>20.999999999999996</c:v>
              </c:pt>
              <c:pt idx="351">
                <c:v>21.060000000000002</c:v>
              </c:pt>
              <c:pt idx="352">
                <c:v>21.120000000000008</c:v>
              </c:pt>
              <c:pt idx="353">
                <c:v>21.179999999999996</c:v>
              </c:pt>
              <c:pt idx="354">
                <c:v>21.240000000000002</c:v>
              </c:pt>
              <c:pt idx="355">
                <c:v>21.300000000000008</c:v>
              </c:pt>
              <c:pt idx="356">
                <c:v>21.359999999999996</c:v>
              </c:pt>
              <c:pt idx="357">
                <c:v>21.42</c:v>
              </c:pt>
              <c:pt idx="358">
                <c:v>21.480000000000008</c:v>
              </c:pt>
              <c:pt idx="359">
                <c:v>21.539999999999996</c:v>
              </c:pt>
              <c:pt idx="360">
                <c:v>21.6</c:v>
              </c:pt>
              <c:pt idx="361">
                <c:v>21.660000000000007</c:v>
              </c:pt>
              <c:pt idx="362">
                <c:v>21.719999999999995</c:v>
              </c:pt>
              <c:pt idx="363">
                <c:v>21.78</c:v>
              </c:pt>
              <c:pt idx="364">
                <c:v>21.840000000000007</c:v>
              </c:pt>
              <c:pt idx="365">
                <c:v>21.899999999999995</c:v>
              </c:pt>
              <c:pt idx="366">
                <c:v>21.96</c:v>
              </c:pt>
              <c:pt idx="367">
                <c:v>22.020000000000003</c:v>
              </c:pt>
              <c:pt idx="368">
                <c:v>22.079999999999995</c:v>
              </c:pt>
              <c:pt idx="369">
                <c:v>22.14</c:v>
              </c:pt>
              <c:pt idx="370">
                <c:v>22.200000000000003</c:v>
              </c:pt>
              <c:pt idx="371">
                <c:v>22.259999999999994</c:v>
              </c:pt>
              <c:pt idx="372">
                <c:v>22.32</c:v>
              </c:pt>
              <c:pt idx="373">
                <c:v>22.380000000000003</c:v>
              </c:pt>
              <c:pt idx="374">
                <c:v>22.439999999999994</c:v>
              </c:pt>
              <c:pt idx="375">
                <c:v>22.5</c:v>
              </c:pt>
              <c:pt idx="376">
                <c:v>22.560000000000002</c:v>
              </c:pt>
              <c:pt idx="377">
                <c:v>22.619999999999994</c:v>
              </c:pt>
              <c:pt idx="378">
                <c:v>22.68</c:v>
              </c:pt>
              <c:pt idx="379">
                <c:v>22.740000000000002</c:v>
              </c:pt>
              <c:pt idx="380">
                <c:v>22.799999999999994</c:v>
              </c:pt>
              <c:pt idx="381">
                <c:v>22.86</c:v>
              </c:pt>
              <c:pt idx="382">
                <c:v>22.92</c:v>
              </c:pt>
              <c:pt idx="383">
                <c:v>22.979999999999993</c:v>
              </c:pt>
              <c:pt idx="384">
                <c:v>23.04</c:v>
              </c:pt>
              <c:pt idx="385">
                <c:v>23.1</c:v>
              </c:pt>
              <c:pt idx="386">
                <c:v>23.159999999999993</c:v>
              </c:pt>
              <c:pt idx="387">
                <c:v>23.22</c:v>
              </c:pt>
              <c:pt idx="388">
                <c:v>23.28</c:v>
              </c:pt>
              <c:pt idx="389">
                <c:v>23.340000000000007</c:v>
              </c:pt>
              <c:pt idx="390">
                <c:v>23.4</c:v>
              </c:pt>
              <c:pt idx="391">
                <c:v>23.46</c:v>
              </c:pt>
              <c:pt idx="392">
                <c:v>23.520000000000007</c:v>
              </c:pt>
              <c:pt idx="393">
                <c:v>23.58</c:v>
              </c:pt>
              <c:pt idx="394">
                <c:v>23.64</c:v>
              </c:pt>
              <c:pt idx="395">
                <c:v>23.700000000000006</c:v>
              </c:pt>
              <c:pt idx="396">
                <c:v>23.759999999999998</c:v>
              </c:pt>
              <c:pt idx="397">
                <c:v>23.82</c:v>
              </c:pt>
              <c:pt idx="398">
                <c:v>23.880000000000006</c:v>
              </c:pt>
              <c:pt idx="399">
                <c:v>23.939999999999998</c:v>
              </c:pt>
              <c:pt idx="400">
                <c:v>24</c:v>
              </c:pt>
              <c:pt idx="401">
                <c:v>24.060000000000006</c:v>
              </c:pt>
              <c:pt idx="402">
                <c:v>24.119999999999994</c:v>
              </c:pt>
              <c:pt idx="403">
                <c:v>24.18</c:v>
              </c:pt>
              <c:pt idx="404">
                <c:v>24.240000000000006</c:v>
              </c:pt>
              <c:pt idx="405">
                <c:v>24.299999999999994</c:v>
              </c:pt>
              <c:pt idx="406">
                <c:v>24.36</c:v>
              </c:pt>
              <c:pt idx="407">
                <c:v>24.420000000000005</c:v>
              </c:pt>
              <c:pt idx="408">
                <c:v>24.479999999999993</c:v>
              </c:pt>
              <c:pt idx="409">
                <c:v>24.54</c:v>
              </c:pt>
              <c:pt idx="410">
                <c:v>24.600000000000005</c:v>
              </c:pt>
              <c:pt idx="411">
                <c:v>24.659999999999993</c:v>
              </c:pt>
              <c:pt idx="412">
                <c:v>24.72</c:v>
              </c:pt>
              <c:pt idx="413">
                <c:v>24.780000000000005</c:v>
              </c:pt>
              <c:pt idx="414">
                <c:v>24.839999999999993</c:v>
              </c:pt>
              <c:pt idx="415">
                <c:v>24.9</c:v>
              </c:pt>
              <c:pt idx="416">
                <c:v>24.960000000000004</c:v>
              </c:pt>
              <c:pt idx="417">
                <c:v>25.019999999999992</c:v>
              </c:pt>
              <c:pt idx="418">
                <c:v>25.08</c:v>
              </c:pt>
              <c:pt idx="419">
                <c:v>25.140000000000004</c:v>
              </c:pt>
              <c:pt idx="420">
                <c:v>25.199999999999992</c:v>
              </c:pt>
              <c:pt idx="421">
                <c:v>25.259999999999998</c:v>
              </c:pt>
              <c:pt idx="422">
                <c:v>25.320000000000004</c:v>
              </c:pt>
              <c:pt idx="423">
                <c:v>25.379999999999992</c:v>
              </c:pt>
              <c:pt idx="424">
                <c:v>25.439999999999998</c:v>
              </c:pt>
              <c:pt idx="425">
                <c:v>25.500000000000004</c:v>
              </c:pt>
              <c:pt idx="426">
                <c:v>25.560000000000006</c:v>
              </c:pt>
              <c:pt idx="427">
                <c:v>25.619999999999997</c:v>
              </c:pt>
              <c:pt idx="428">
                <c:v>25.68</c:v>
              </c:pt>
              <c:pt idx="429">
                <c:v>25.740000000000006</c:v>
              </c:pt>
              <c:pt idx="430">
                <c:v>25.799999999999997</c:v>
              </c:pt>
              <c:pt idx="431">
                <c:v>25.86</c:v>
              </c:pt>
              <c:pt idx="432">
                <c:v>25.920000000000005</c:v>
              </c:pt>
              <c:pt idx="433">
                <c:v>25.979999999999997</c:v>
              </c:pt>
              <c:pt idx="434">
                <c:v>26.04</c:v>
              </c:pt>
              <c:pt idx="435">
                <c:v>26.100000000000005</c:v>
              </c:pt>
              <c:pt idx="436">
                <c:v>26.159999999999997</c:v>
              </c:pt>
              <c:pt idx="437">
                <c:v>26.22</c:v>
              </c:pt>
              <c:pt idx="438">
                <c:v>26.280000000000005</c:v>
              </c:pt>
              <c:pt idx="439">
                <c:v>26.339999999999996</c:v>
              </c:pt>
              <c:pt idx="440">
                <c:v>26.4</c:v>
              </c:pt>
              <c:pt idx="441">
                <c:v>26.460000000000004</c:v>
              </c:pt>
              <c:pt idx="442">
                <c:v>26.519999999999996</c:v>
              </c:pt>
              <c:pt idx="443">
                <c:v>26.58</c:v>
              </c:pt>
              <c:pt idx="444">
                <c:v>26.640000000000004</c:v>
              </c:pt>
              <c:pt idx="445">
                <c:v>26.699999999999996</c:v>
              </c:pt>
              <c:pt idx="446">
                <c:v>26.759999999999998</c:v>
              </c:pt>
              <c:pt idx="447">
                <c:v>26.820000000000004</c:v>
              </c:pt>
              <c:pt idx="448">
                <c:v>26.879999999999995</c:v>
              </c:pt>
              <c:pt idx="449">
                <c:v>26.939999999999998</c:v>
              </c:pt>
              <c:pt idx="450">
                <c:v>27.000000000000004</c:v>
              </c:pt>
              <c:pt idx="451">
                <c:v>27.059999999999995</c:v>
              </c:pt>
              <c:pt idx="452">
                <c:v>27.119999999999997</c:v>
              </c:pt>
              <c:pt idx="453">
                <c:v>27.180000000000003</c:v>
              </c:pt>
              <c:pt idx="454">
                <c:v>27.239999999999995</c:v>
              </c:pt>
              <c:pt idx="455">
                <c:v>27.299999999999997</c:v>
              </c:pt>
              <c:pt idx="456">
                <c:v>27.360000000000003</c:v>
              </c:pt>
              <c:pt idx="457">
                <c:v>27.419999999999995</c:v>
              </c:pt>
              <c:pt idx="458">
                <c:v>27.479999999999997</c:v>
              </c:pt>
              <c:pt idx="459">
                <c:v>27.540000000000003</c:v>
              </c:pt>
              <c:pt idx="460">
                <c:v>27.600000000000005</c:v>
              </c:pt>
              <c:pt idx="461">
                <c:v>27.659999999999997</c:v>
              </c:pt>
              <c:pt idx="462">
                <c:v>27.720000000000002</c:v>
              </c:pt>
              <c:pt idx="463">
                <c:v>27.780000000000005</c:v>
              </c:pt>
              <c:pt idx="464">
                <c:v>27.839999999999996</c:v>
              </c:pt>
              <c:pt idx="465">
                <c:v>27.900000000000002</c:v>
              </c:pt>
              <c:pt idx="466">
                <c:v>27.960000000000004</c:v>
              </c:pt>
              <c:pt idx="467">
                <c:v>28.019999999999996</c:v>
              </c:pt>
              <c:pt idx="468">
                <c:v>28.080000000000002</c:v>
              </c:pt>
              <c:pt idx="469">
                <c:v>28.140000000000004</c:v>
              </c:pt>
              <c:pt idx="470">
                <c:v>28.199999999999996</c:v>
              </c:pt>
              <c:pt idx="471">
                <c:v>28.26</c:v>
              </c:pt>
              <c:pt idx="472">
                <c:v>28.320000000000004</c:v>
              </c:pt>
              <c:pt idx="473">
                <c:v>28.379999999999995</c:v>
              </c:pt>
              <c:pt idx="474">
                <c:v>28.44</c:v>
              </c:pt>
              <c:pt idx="475">
                <c:v>28.500000000000004</c:v>
              </c:pt>
              <c:pt idx="476">
                <c:v>28.559999999999995</c:v>
              </c:pt>
              <c:pt idx="477">
                <c:v>28.62</c:v>
              </c:pt>
              <c:pt idx="478">
                <c:v>28.680000000000003</c:v>
              </c:pt>
              <c:pt idx="479">
                <c:v>28.739999999999995</c:v>
              </c:pt>
              <c:pt idx="480">
                <c:v>28.8</c:v>
              </c:pt>
              <c:pt idx="481">
                <c:v>28.860000000000003</c:v>
              </c:pt>
              <c:pt idx="482">
                <c:v>28.919999999999995</c:v>
              </c:pt>
              <c:pt idx="483">
                <c:v>28.98</c:v>
              </c:pt>
              <c:pt idx="484">
                <c:v>29.040000000000003</c:v>
              </c:pt>
              <c:pt idx="485">
                <c:v>29.099999999999994</c:v>
              </c:pt>
              <c:pt idx="486">
                <c:v>29.16</c:v>
              </c:pt>
              <c:pt idx="487">
                <c:v>29.220000000000002</c:v>
              </c:pt>
              <c:pt idx="488">
                <c:v>29.279999999999994</c:v>
              </c:pt>
              <c:pt idx="489">
                <c:v>29.339999999999996</c:v>
              </c:pt>
              <c:pt idx="490">
                <c:v>29.400000000000002</c:v>
              </c:pt>
              <c:pt idx="491">
                <c:v>29.459999999999994</c:v>
              </c:pt>
              <c:pt idx="492">
                <c:v>29.519999999999996</c:v>
              </c:pt>
              <c:pt idx="493">
                <c:v>29.580000000000002</c:v>
              </c:pt>
              <c:pt idx="494">
                <c:v>29.639999999999993</c:v>
              </c:pt>
              <c:pt idx="495">
                <c:v>29.699999999999996</c:v>
              </c:pt>
              <c:pt idx="496">
                <c:v>29.76</c:v>
              </c:pt>
              <c:pt idx="497">
                <c:v>29.820000000000007</c:v>
              </c:pt>
              <c:pt idx="498">
                <c:v>29.879999999999995</c:v>
              </c:pt>
              <c:pt idx="499">
                <c:v>29.94</c:v>
              </c:pt>
            </c:numLit>
          </c:xVal>
          <c:yVal>
            <c:numLit>
              <c:formatCode>0.0</c:formatCode>
              <c:ptCount val="500"/>
              <c:pt idx="0">
                <c:v>6.2831848937605931E-4</c:v>
              </c:pt>
              <c:pt idx="1">
                <c:v>3.8318047282087521E-2</c:v>
              </c:pt>
              <c:pt idx="2">
                <c:v>7.5953324032896286E-2</c:v>
              </c:pt>
              <c:pt idx="3">
                <c:v>0.11348066695417441</c:v>
              </c:pt>
              <c:pt idx="4">
                <c:v>0.15084674763818931</c:v>
              </c:pt>
              <c:pt idx="5">
                <c:v>0.18799846683964708</c:v>
              </c:pt>
              <c:pt idx="6">
                <c:v>0.22488302993267115</c:v>
              </c:pt>
              <c:pt idx="7">
                <c:v>0.26144802193483346</c:v>
              </c:pt>
              <c:pt idx="8">
                <c:v>0.29764148199169183</c:v>
              </c:pt>
              <c:pt idx="9">
                <c:v>0.33341197721604893</c:v>
              </c:pt>
              <c:pt idx="10">
                <c:v>0.36870867577687821</c:v>
              </c:pt>
              <c:pt idx="11">
                <c:v>0.40348141913411772</c:v>
              </c:pt>
              <c:pt idx="12">
                <c:v>0.43768079331673998</c:v>
              </c:pt>
              <c:pt idx="13">
                <c:v>0.47125819914268829</c:v>
              </c:pt>
              <c:pt idx="14">
                <c:v>0.50416592128095516</c:v>
              </c:pt>
              <c:pt idx="15">
                <c:v>0.53635719605771692</c:v>
              </c:pt>
              <c:pt idx="16">
                <c:v>0.56778627791005298</c:v>
              </c:pt>
              <c:pt idx="17">
                <c:v>0.59840850439287685</c:v>
              </c:pt>
              <c:pt idx="18">
                <c:v>0.62818035964675045</c:v>
              </c:pt>
              <c:pt idx="19">
                <c:v>0.65705953623628255</c:v>
              </c:pt>
              <c:pt idx="20">
                <c:v>0.68500499527129399</c:v>
              </c:pt>
              <c:pt idx="21">
                <c:v>0.71197702472536395</c:v>
              </c:pt>
              <c:pt idx="22">
                <c:v>0.73793729586875034</c:v>
              </c:pt>
              <c:pt idx="23">
                <c:v>0.76284891773564822</c:v>
              </c:pt>
              <c:pt idx="24">
                <c:v>0.78667648954825453</c:v>
              </c:pt>
              <c:pt idx="25">
                <c:v>0.80938615102319789</c:v>
              </c:pt>
              <c:pt idx="26">
                <c:v>0.83094563048888104</c:v>
              </c:pt>
              <c:pt idx="27">
                <c:v>0.85132429074527405</c:v>
              </c:pt>
              <c:pt idx="28">
                <c:v>0.87049317260105985</c:v>
              </c:pt>
              <c:pt idx="29">
                <c:v>0.88842503602621536</c:v>
              </c:pt>
              <c:pt idx="30">
                <c:v>0.90509439886160692</c:v>
              </c:pt>
              <c:pt idx="31">
                <c:v>0.92047757303051991</c:v>
              </c:pt>
              <c:pt idx="32">
                <c:v>0.93455269820070574</c:v>
              </c:pt>
              <c:pt idx="33">
                <c:v>0.94729977284912648</c:v>
              </c:pt>
              <c:pt idx="34">
                <c:v>0.95870068268520359</c:v>
              </c:pt>
              <c:pt idx="35">
                <c:v>0.96873922639221111</c:v>
              </c:pt>
              <c:pt idx="36">
                <c:v>0.97740113865024691</c:v>
              </c:pt>
              <c:pt idx="37">
                <c:v>0.98467411040802244</c:v>
              </c:pt>
              <c:pt idx="38">
                <c:v>0.9905478063747023</c:v>
              </c:pt>
              <c:pt idx="39">
                <c:v>0.99501387970691413</c:v>
              </c:pt>
              <c:pt idx="40">
                <c:v>0.99806598387007572</c:v>
              </c:pt>
              <c:pt idx="41">
                <c:v>0.99969978165716367</c:v>
              </c:pt>
              <c:pt idx="42">
                <c:v>0.99991295135212288</c:v>
              </c:pt>
              <c:pt idx="43">
                <c:v>0.9987051900291527</c:v>
              </c:pt>
              <c:pt idx="44">
                <c:v>0.99607821398317931</c:v>
              </c:pt>
              <c:pt idx="45">
                <c:v>0.99203575629091056</c:v>
              </c:pt>
              <c:pt idx="46">
                <c:v>0.98658356150592497</c:v>
              </c:pt>
              <c:pt idx="47">
                <c:v>0.97972937749534839</c:v>
              </c:pt>
              <c:pt idx="48">
                <c:v>0.97148294442971539</c:v>
              </c:pt>
              <c:pt idx="49">
                <c:v>0.96185598094164615</c:v>
              </c:pt>
              <c:pt idx="50">
                <c:v>0.95086216747303098</c:v>
              </c:pt>
              <c:pt idx="51">
                <c:v>0.93851712683438171</c:v>
              </c:pt>
              <c:pt idx="52">
                <c:v>0.92483840200394951</c:v>
              </c:pt>
              <c:pt idx="53">
                <c:v>0.90984543119819972</c:v>
              </c:pt>
              <c:pt idx="54">
                <c:v>0.89355952024905028</c:v>
              </c:pt>
              <c:pt idx="55">
                <c:v>0.87600381232710334</c:v>
              </c:pt>
              <c:pt idx="56">
                <c:v>0.85720325505393979</c:v>
              </c:pt>
              <c:pt idx="57">
                <c:v>0.83718456505019612</c:v>
              </c:pt>
              <c:pt idx="58">
                <c:v>0.81597618996975951</c:v>
              </c:pt>
              <c:pt idx="59">
                <c:v>0.79360826807412432</c:v>
              </c:pt>
              <c:pt idx="60">
                <c:v>0.77011258540424687</c:v>
              </c:pt>
              <c:pt idx="61">
                <c:v>0.74552253061085216</c:v>
              </c:pt>
              <c:pt idx="62">
                <c:v>0.71987304750734993</c:v>
              </c:pt>
              <c:pt idx="63">
                <c:v>0.6932005854127351</c:v>
              </c:pt>
              <c:pt idx="64">
                <c:v>0.66554304735512448</c:v>
              </c:pt>
              <c:pt idx="65">
                <c:v>0.63693973620949618</c:v>
              </c:pt>
              <c:pt idx="66">
                <c:v>0.60743129884612268</c:v>
              </c:pt>
              <c:pt idx="67">
                <c:v>0.57705966836915823</c:v>
              </c:pt>
              <c:pt idx="68">
                <c:v>0.54586800452742201</c:v>
              </c:pt>
              <c:pt idx="69">
                <c:v>0.51390063238199846</c:v>
              </c:pt>
              <c:pt idx="70">
                <c:v>0.48120297931791711</c:v>
              </c:pt>
              <c:pt idx="71">
                <c:v>0.44782151048937108</c:v>
              </c:pt>
              <c:pt idx="72">
                <c:v>0.41380366279015451</c:v>
              </c:pt>
              <c:pt idx="73">
                <c:v>0.37919777744325789</c:v>
              </c:pt>
              <c:pt idx="74">
                <c:v>0.34405303130536541</c:v>
              </c:pt>
              <c:pt idx="75">
                <c:v>0.30841936698381162</c:v>
              </c:pt>
              <c:pt idx="76">
                <c:v>0.27234742186542282</c:v>
              </c:pt>
              <c:pt idx="77">
                <c:v>0.23588845615804008</c:v>
              </c:pt>
              <c:pt idx="78">
                <c:v>0.19909428004691848</c:v>
              </c:pt>
              <c:pt idx="79">
                <c:v>0.16201718006964586</c:v>
              </c:pt>
              <c:pt idx="80">
                <c:v>0.12470984481409809</c:v>
              </c:pt>
              <c:pt idx="81">
                <c:v>8.7225290045100809E-2</c:v>
              </c:pt>
              <c:pt idx="82">
                <c:v>4.9616783366084369E-2</c:v>
              </c:pt>
              <c:pt idx="83">
                <c:v>1.1937768522925706E-2</c:v>
              </c:pt>
              <c:pt idx="84">
                <c:v>-2.5758210542517559E-2</c:v>
              </c:pt>
              <c:pt idx="85">
                <c:v>-6.3417585781320979E-2</c:v>
              </c:pt>
              <c:pt idx="86">
                <c:v>-0.1009868411605936</c:v>
              </c:pt>
              <c:pt idx="87">
                <c:v>-0.13841258871270315</c:v>
              </c:pt>
              <c:pt idx="88">
                <c:v>-0.17564164440247115</c:v>
              </c:pt>
              <c:pt idx="89">
                <c:v>-0.21262110370463949</c:v>
              </c:pt>
              <c:pt idx="90">
                <c:v>-0.24929841678407424</c:v>
              </c:pt>
              <c:pt idx="91">
                <c:v>-0.28562146317193632</c:v>
              </c:pt>
              <c:pt idx="92">
                <c:v>-0.32153862583176801</c:v>
              </c:pt>
              <c:pt idx="93">
                <c:v>-0.35699886451007135</c:v>
              </c:pt>
              <c:pt idx="94">
                <c:v>-0.39195178826734878</c:v>
              </c:pt>
              <c:pt idx="95">
                <c:v>-0.42634772708636492</c:v>
              </c:pt>
              <c:pt idx="96">
                <c:v>-0.4601378024559396</c:v>
              </c:pt>
              <c:pt idx="97">
                <c:v>-0.49327399683002621</c:v>
              </c:pt>
              <c:pt idx="98">
                <c:v>-0.52570922186325175</c:v>
              </c:pt>
              <c:pt idx="99">
                <c:v>-0.55739738532601446</c:v>
              </c:pt>
              <c:pt idx="100">
                <c:v>-0.58829345660410093</c:v>
              </c:pt>
              <c:pt idx="101">
                <c:v>-0.61835353068963406</c:v>
              </c:pt>
              <c:pt idx="102">
                <c:v>-0.64753489057247504</c:v>
              </c:pt>
              <c:pt idx="103">
                <c:v>-0.67579606794346658</c:v>
              </c:pt>
              <c:pt idx="104">
                <c:v>-0.70309690212315124</c:v>
              </c:pt>
              <c:pt idx="105">
                <c:v>-0.72939859713227984</c:v>
              </c:pt>
              <c:pt idx="106">
                <c:v>-0.75466377682305197</c:v>
              </c:pt>
              <c:pt idx="107">
                <c:v>-0.77885653799265064</c:v>
              </c:pt>
              <c:pt idx="108">
                <c:v>-0.80194250140364542</c:v>
              </c:pt>
              <c:pt idx="109">
                <c:v>-0.82388886063879718</c:v>
              </c:pt>
              <c:pt idx="110">
                <c:v>-0.84466442872075764</c:v>
              </c:pt>
              <c:pt idx="111">
                <c:v>-0.86423968243045968</c:v>
              </c:pt>
              <c:pt idx="112">
                <c:v>-0.8825868042612548</c:v>
              </c:pt>
              <c:pt idx="113">
                <c:v>-0.8996797219490813</c:v>
              </c:pt>
              <c:pt idx="114">
                <c:v>-0.91549414552260444</c:v>
              </c:pt>
              <c:pt idx="115">
                <c:v>-0.93000760182058184</c:v>
              </c:pt>
              <c:pt idx="116">
                <c:v>-0.94319946642744967</c:v>
              </c:pt>
              <c:pt idx="117">
                <c:v>-0.95505099298176088</c:v>
              </c:pt>
              <c:pt idx="118">
                <c:v>-0.96554533981578239</c:v>
              </c:pt>
              <c:pt idx="119">
                <c:v>-0.97466759388842061</c:v>
              </c:pt>
              <c:pt idx="120">
                <c:v>-0.9824047919774811</c:v>
              </c:pt>
              <c:pt idx="121">
                <c:v>-0.98874593910110975</c:v>
              </c:pt>
              <c:pt idx="122">
                <c:v>-0.99368202414226392</c:v>
              </c:pt>
              <c:pt idx="123">
                <c:v>-0.99720603265400176</c:v>
              </c:pt>
              <c:pt idx="124">
                <c:v>-0.99931295682739962</c:v>
              </c:pt>
              <c:pt idx="125">
                <c:v>-0.99999980260791843</c:v>
              </c:pt>
              <c:pt idx="126">
                <c:v>-0.99926559395012082</c:v>
              </c:pt>
              <c:pt idx="127">
                <c:v>-0.99711137420468432</c:v>
              </c:pt>
              <c:pt idx="128">
                <c:v>-0.99354020463574411</c:v>
              </c:pt>
              <c:pt idx="129">
                <c:v>-0.9885571600706663</c:v>
              </c:pt>
              <c:pt idx="130">
                <c:v>-0.9821693216884464</c:v>
              </c:pt>
              <c:pt idx="131">
                <c:v>-0.97438576695695955</c:v>
              </c:pt>
              <c:pt idx="132">
                <c:v>-0.96521755673338427</c:v>
              </c:pt>
              <c:pt idx="133">
                <c:v>-0.95467771954612557</c:v>
              </c:pt>
              <c:pt idx="134">
                <c:v>-0.94278123308055195</c:v>
              </c:pt>
              <c:pt idx="135">
                <c:v>-0.92954500289489062</c:v>
              </c:pt>
              <c:pt idx="136">
                <c:v>-0.91498783839651099</c:v>
              </c:pt>
              <c:pt idx="137">
                <c:v>-0.89913042611271399</c:v>
              </c:pt>
              <c:pt idx="138">
                <c:v>-0.88199530029405027</c:v>
              </c:pt>
              <c:pt idx="139">
                <c:v>-0.86360681089192848</c:v>
              </c:pt>
              <c:pt idx="140">
                <c:v>-0.84399108895598274</c:v>
              </c:pt>
              <c:pt idx="141">
                <c:v>-0.82317600950042891</c:v>
              </c:pt>
              <c:pt idx="142">
                <c:v>-0.8011911518921575</c:v>
              </c:pt>
              <c:pt idx="143">
                <c:v>-0.77806775781681192</c:v>
              </c:pt>
              <c:pt idx="144">
                <c:v>-0.75383868688265343</c:v>
              </c:pt>
              <c:pt idx="145">
                <c:v>-0.72853836992527476</c:v>
              </c:pt>
              <c:pt idx="146">
                <c:v>-0.70220276007946625</c:v>
              </c:pt>
              <c:pt idx="147">
                <c:v>-0.67486928168788241</c:v>
              </c:pt>
              <c:pt idx="148">
                <c:v>-0.64657677711896844</c:v>
              </c:pt>
              <c:pt idx="149">
                <c:v>-0.61736545156984357</c:v>
              </c:pt>
              <c:pt idx="150">
                <c:v>-0.58727681593253367</c:v>
              </c:pt>
              <c:pt idx="151">
                <c:v>-0.55635362780468833</c:v>
              </c:pt>
              <c:pt idx="152">
                <c:v>-0.5246398307287119</c:v>
              </c:pt>
              <c:pt idx="153">
                <c:v>-0.49218049174560252</c:v>
              </c:pt>
              <c:pt idx="154">
                <c:v>-0.45902173735218638</c:v>
              </c:pt>
              <c:pt idx="155">
                <c:v>-0.42521068795285794</c:v>
              </c:pt>
              <c:pt idx="156">
                <c:v>-0.39079539089892706</c:v>
              </c:pt>
              <c:pt idx="157">
                <c:v>-0.35582475221066567</c:v>
              </c:pt>
              <c:pt idx="158">
                <c:v>-0.32034846707919518</c:v>
              </c:pt>
              <c:pt idx="159">
                <c:v>-0.28441694924692124</c:v>
              </c:pt>
              <c:pt idx="160">
                <c:v>-0.24808125936680717</c:v>
              </c:pt>
              <c:pt idx="161">
                <c:v>-0.21139303244241184</c:v>
              </c:pt>
              <c:pt idx="162">
                <c:v>-0.17440440445174515</c:v>
              </c:pt>
              <c:pt idx="163">
                <c:v>-0.13716793825914908</c:v>
              </c:pt>
              <c:pt idx="164">
                <c:v>-9.9736548920611776E-2</c:v>
              </c:pt>
              <c:pt idx="165">
                <c:v>-6.2163428488598932E-2</c:v>
              </c:pt>
              <c:pt idx="166">
                <c:v>-2.4501970423194248E-2</c:v>
              </c:pt>
              <c:pt idx="167">
                <c:v>1.3194306282907839E-2</c:v>
              </c:pt>
              <c:pt idx="168">
                <c:v>5.0871833157797919E-2</c:v>
              </c:pt>
              <c:pt idx="169">
                <c:v>8.8477068374124029E-2</c:v>
              </c:pt>
              <c:pt idx="170">
                <c:v>0.12595657283492961</c:v>
              </c:pt>
              <c:pt idx="171">
                <c:v>0.16325708611354856</c:v>
              </c:pt>
              <c:pt idx="172">
                <c:v>0.20032560213955777</c:v>
              </c:pt>
              <c:pt idx="173">
                <c:v>0.23710944452334584</c:v>
              </c:pt>
              <c:pt idx="174">
                <c:v>0.27355634141212376</c:v>
              </c:pt>
              <c:pt idx="175">
                <c:v>0.30961449977106759</c:v>
              </c:pt>
              <c:pt idx="176">
                <c:v>0.34523267898409621</c:v>
              </c:pt>
              <c:pt idx="177">
                <c:v>0.38036026366956971</c:v>
              </c:pt>
              <c:pt idx="178">
                <c:v>0.4149473356074968</c:v>
              </c:pt>
              <c:pt idx="179">
                <c:v>0.44894474467609652</c:v>
              </c:pt>
              <c:pt idx="180">
                <c:v>0.48230417869678416</c:v>
              </c:pt>
              <c:pt idx="181">
                <c:v>0.51497823208843374</c:v>
              </c:pt>
              <c:pt idx="182">
                <c:v>0.54692047323327742</c:v>
              </c:pt>
              <c:pt idx="183">
                <c:v>0.57808551045881884</c:v>
              </c:pt>
              <c:pt idx="184">
                <c:v>0.60842905654183455</c:v>
              </c:pt>
              <c:pt idx="185">
                <c:v>0.63790799164298351</c:v>
              </c:pt>
              <c:pt idx="186">
                <c:v>0.66648042458243961</c:v>
              </c:pt>
              <c:pt idx="187">
                <c:v>0.69410575236953531</c:v>
              </c:pt>
              <c:pt idx="188">
                <c:v>0.72074471790186534</c:v>
              </c:pt>
              <c:pt idx="189">
                <c:v>0.74635946575176004</c:v>
              </c:pt>
              <c:pt idx="190">
                <c:v>0.77091359596090625</c:v>
              </c:pt>
              <c:pt idx="191">
                <c:v>0.7943722157667088</c:v>
              </c:pt>
              <c:pt idx="192">
                <c:v>0.81670198918679959</c:v>
              </c:pt>
              <c:pt idx="193">
                <c:v>0.83787118439128139</c:v>
              </c:pt>
              <c:pt idx="194">
                <c:v>0.85784971879541938</c:v>
              </c:pt>
              <c:pt idx="195">
                <c:v>0.87660920180862734</c:v>
              </c:pt>
              <c:pt idx="196">
                <c:v>0.89412297517903894</c:v>
              </c:pt>
              <c:pt idx="197">
                <c:v>0.91036615087636619</c:v>
              </c:pt>
              <c:pt idx="198">
                <c:v>0.92531564645913789</c:v>
              </c:pt>
              <c:pt idx="199">
                <c:v>0.93895021787610666</c:v>
              </c:pt>
              <c:pt idx="200">
                <c:v>0.95125048965522641</c:v>
              </c:pt>
              <c:pt idx="201">
                <c:v>0.96219898243723812</c:v>
              </c:pt>
              <c:pt idx="202">
                <c:v>0.97178013781481209</c:v>
              </c:pt>
              <c:pt idx="203">
                <c:v>0.97998034044188942</c:v>
              </c:pt>
              <c:pt idx="204">
                <c:v>0.98678793738182768</c:v>
              </c:pt>
              <c:pt idx="205">
                <c:v>0.99219325466687336</c:v>
              </c:pt>
              <c:pt idx="206">
                <c:v>0.9961886110453928</c:v>
              </c:pt>
              <c:pt idx="207">
                <c:v>0.99876832889734934</c:v>
              </c:pt>
              <c:pt idx="208">
                <c:v>0.99992874230251683</c:v>
              </c:pt>
              <c:pt idx="209">
                <c:v>0.99966820224995023</c:v>
              </c:pt>
              <c:pt idx="210">
                <c:v>0.99798707898132033</c:v>
              </c:pt>
              <c:pt idx="211">
                <c:v>0.99488776146478153</c:v>
              </c:pt>
              <c:pt idx="212">
                <c:v>0.9903746540001156</c:v>
              </c:pt>
              <c:pt idx="213">
                <c:v>0.98445416995998047</c:v>
              </c:pt>
              <c:pt idx="214">
                <c:v>0.97713472267616153</c:v>
              </c:pt>
              <c:pt idx="215">
                <c:v>0.96842671348375919</c:v>
              </c:pt>
              <c:pt idx="216">
                <c:v>0.95834251694032613</c:v>
              </c:pt>
              <c:pt idx="217">
                <c:v>0.94689646324095</c:v>
              </c:pt>
              <c:pt idx="218">
                <c:v>0.9341048178542497</c:v>
              </c:pt>
              <c:pt idx="219">
                <c:v>0.91998575840826124</c:v>
              </c:pt>
              <c:pt idx="220">
                <c:v>0.90455934885904088</c:v>
              </c:pt>
              <c:pt idx="221">
                <c:v>0.88784751097867043</c:v>
              </c:pt>
              <c:pt idx="222">
                <c:v>0.86987399320322645</c:v>
              </c:pt>
              <c:pt idx="223">
                <c:v>0.85066433688496423</c:v>
              </c:pt>
              <c:pt idx="224">
                <c:v>0.83024583999663881</c:v>
              </c:pt>
              <c:pt idx="225">
                <c:v>0.80864751833960014</c:v>
              </c:pt>
              <c:pt idx="226">
                <c:v>0.78590006431076576</c:v>
              </c:pt>
              <c:pt idx="227">
                <c:v>0.76203580328702059</c:v>
              </c:pt>
              <c:pt idx="228">
                <c:v>0.73708864768909876</c:v>
              </c:pt>
              <c:pt idx="229">
                <c:v>0.71109404879019833</c:v>
              </c:pt>
              <c:pt idx="230">
                <c:v>0.68408894633772888</c:v>
              </c:pt>
              <c:pt idx="231">
                <c:v>0.65611171605997232</c:v>
              </c:pt>
              <c:pt idx="232">
                <c:v>0.62720211513204549</c:v>
              </c:pt>
              <c:pt idx="233">
                <c:v>0.59740122567874443</c:v>
              </c:pt>
              <c:pt idx="234">
                <c:v>0.56675139639466265</c:v>
              </c:pt>
              <c:pt idx="235">
                <c:v>0.53529618236434739</c:v>
              </c:pt>
              <c:pt idx="236">
                <c:v>0.50308028316810416</c:v>
              </c:pt>
              <c:pt idx="237">
                <c:v>0.47014947936151874</c:v>
              </c:pt>
              <c:pt idx="238">
                <c:v>0.43655056741874781</c:v>
              </c:pt>
              <c:pt idx="239">
                <c:v>0.40233129323212946</c:v>
              </c:pt>
              <c:pt idx="240">
                <c:v>0.36754028426273389</c:v>
              </c:pt>
              <c:pt idx="241">
                <c:v>0.33222698043804311</c:v>
              </c:pt>
              <c:pt idx="242">
                <c:v>0.29644156389506765</c:v>
              </c:pt>
              <c:pt idx="243">
                <c:v>0.26023488766886416</c:v>
              </c:pt>
              <c:pt idx="244">
                <c:v>0.2236584034275437</c:v>
              </c:pt>
              <c:pt idx="245">
                <c:v>0.1867640883566285</c:v>
              </c:pt>
              <c:pt idx="246">
                <c:v>0.1496043712966407</c:v>
              </c:pt>
              <c:pt idx="247">
                <c:v>0.1122320582388725</c:v>
              </c:pt>
              <c:pt idx="248">
                <c:v>7.4700257285140917E-2</c:v>
              </c:pt>
              <c:pt idx="249">
                <c:v>3.7062303178290019E-2</c:v>
              </c:pt>
              <c:pt idx="250">
                <c:v>-6.2831848937569188E-4</c:v>
              </c:pt>
              <c:pt idx="251">
                <c:v>-3.8318047282087153E-2</c:v>
              </c:pt>
              <c:pt idx="252">
                <c:v>-7.5953324032899464E-2</c:v>
              </c:pt>
              <c:pt idx="253">
                <c:v>-0.11348066695417755</c:v>
              </c:pt>
              <c:pt idx="254">
                <c:v>-0.15084674763818542</c:v>
              </c:pt>
              <c:pt idx="255">
                <c:v>-0.18799846683965019</c:v>
              </c:pt>
              <c:pt idx="256">
                <c:v>-0.22488302993267428</c:v>
              </c:pt>
              <c:pt idx="257">
                <c:v>-0.26144802193482969</c:v>
              </c:pt>
              <c:pt idx="258">
                <c:v>-0.29764148199169488</c:v>
              </c:pt>
              <c:pt idx="259">
                <c:v>-0.33341197721605192</c:v>
              </c:pt>
              <c:pt idx="260">
                <c:v>-0.36870867577687461</c:v>
              </c:pt>
              <c:pt idx="261">
                <c:v>-0.40348141913411417</c:v>
              </c:pt>
              <c:pt idx="262">
                <c:v>-0.43768079331674287</c:v>
              </c:pt>
              <c:pt idx="263">
                <c:v>-0.4712581991426848</c:v>
              </c:pt>
              <c:pt idx="264">
                <c:v>-0.50416592128095183</c:v>
              </c:pt>
              <c:pt idx="265">
                <c:v>-0.53635719605771959</c:v>
              </c:pt>
              <c:pt idx="266">
                <c:v>-0.56778627791004976</c:v>
              </c:pt>
              <c:pt idx="267">
                <c:v>-0.59840850439287374</c:v>
              </c:pt>
              <c:pt idx="268">
                <c:v>-0.62818035964675301</c:v>
              </c:pt>
              <c:pt idx="269">
                <c:v>-0.65705953623627955</c:v>
              </c:pt>
              <c:pt idx="270">
                <c:v>-0.68500499527129111</c:v>
              </c:pt>
              <c:pt idx="271">
                <c:v>-0.71197702472536117</c:v>
              </c:pt>
              <c:pt idx="272">
                <c:v>-0.73793729586874768</c:v>
              </c:pt>
              <c:pt idx="273">
                <c:v>-0.76284891773564567</c:v>
              </c:pt>
              <c:pt idx="274">
                <c:v>-0.78667648954825209</c:v>
              </c:pt>
              <c:pt idx="275">
                <c:v>-0.80938615102319555</c:v>
              </c:pt>
              <c:pt idx="276">
                <c:v>-0.83094563048887893</c:v>
              </c:pt>
              <c:pt idx="277">
                <c:v>-0.85132429074527571</c:v>
              </c:pt>
              <c:pt idx="278">
                <c:v>-0.87049317260105785</c:v>
              </c:pt>
              <c:pt idx="279">
                <c:v>-0.88842503602621348</c:v>
              </c:pt>
              <c:pt idx="280">
                <c:v>-0.90509439886160814</c:v>
              </c:pt>
              <c:pt idx="281">
                <c:v>-0.92047757303052136</c:v>
              </c:pt>
              <c:pt idx="282">
                <c:v>-0.93455269820070452</c:v>
              </c:pt>
              <c:pt idx="283">
                <c:v>-0.94729977284912759</c:v>
              </c:pt>
              <c:pt idx="284">
                <c:v>-0.95870068268520459</c:v>
              </c:pt>
              <c:pt idx="285">
                <c:v>-0.96873922639221022</c:v>
              </c:pt>
              <c:pt idx="286">
                <c:v>-0.97740113865024769</c:v>
              </c:pt>
              <c:pt idx="287">
                <c:v>-0.98467411040802422</c:v>
              </c:pt>
              <c:pt idx="288">
                <c:v>-0.99054780637470186</c:v>
              </c:pt>
              <c:pt idx="289">
                <c:v>-0.99501387970691457</c:v>
              </c:pt>
              <c:pt idx="290">
                <c:v>-0.99806598387007628</c:v>
              </c:pt>
              <c:pt idx="291">
                <c:v>-0.99969978165716367</c:v>
              </c:pt>
              <c:pt idx="292">
                <c:v>-0.99991295135212288</c:v>
              </c:pt>
              <c:pt idx="293">
                <c:v>-0.99870519002915215</c:v>
              </c:pt>
              <c:pt idx="294">
                <c:v>-0.99607821398317975</c:v>
              </c:pt>
              <c:pt idx="295">
                <c:v>-0.99203575629091001</c:v>
              </c:pt>
              <c:pt idx="296">
                <c:v>-0.98658356150592441</c:v>
              </c:pt>
              <c:pt idx="297">
                <c:v>-0.97972937749534905</c:v>
              </c:pt>
              <c:pt idx="298">
                <c:v>-0.97148294442971472</c:v>
              </c:pt>
              <c:pt idx="299">
                <c:v>-0.96185598094164526</c:v>
              </c:pt>
              <c:pt idx="300">
                <c:v>-0.9508621674730322</c:v>
              </c:pt>
              <c:pt idx="301">
                <c:v>-0.9385171268343806</c:v>
              </c:pt>
              <c:pt idx="302">
                <c:v>-0.92483840200394851</c:v>
              </c:pt>
              <c:pt idx="303">
                <c:v>-0.90984543119820116</c:v>
              </c:pt>
              <c:pt idx="304">
                <c:v>-0.89355952024904883</c:v>
              </c:pt>
              <c:pt idx="305">
                <c:v>-0.87600381232710189</c:v>
              </c:pt>
              <c:pt idx="306">
                <c:v>-0.85720325505394179</c:v>
              </c:pt>
              <c:pt idx="307">
                <c:v>-0.83718456505019434</c:v>
              </c:pt>
              <c:pt idx="308">
                <c:v>-0.81597618996976173</c:v>
              </c:pt>
              <c:pt idx="309">
                <c:v>-0.79360826807412677</c:v>
              </c:pt>
              <c:pt idx="310">
                <c:v>-0.77011258540424488</c:v>
              </c:pt>
              <c:pt idx="311">
                <c:v>-0.74552253061085483</c:v>
              </c:pt>
              <c:pt idx="312">
                <c:v>-0.7198730475073527</c:v>
              </c:pt>
              <c:pt idx="313">
                <c:v>-0.69320058541273788</c:v>
              </c:pt>
              <c:pt idx="314">
                <c:v>-0.66554304735512737</c:v>
              </c:pt>
              <c:pt idx="315">
                <c:v>-0.63693973620949929</c:v>
              </c:pt>
              <c:pt idx="316">
                <c:v>-0.60743129884612579</c:v>
              </c:pt>
              <c:pt idx="317">
                <c:v>-0.57705966836916145</c:v>
              </c:pt>
              <c:pt idx="318">
                <c:v>-0.54586800452741935</c:v>
              </c:pt>
              <c:pt idx="319">
                <c:v>-0.5139006323820019</c:v>
              </c:pt>
              <c:pt idx="320">
                <c:v>-0.48120297931792055</c:v>
              </c:pt>
              <c:pt idx="321">
                <c:v>-0.44782151048936825</c:v>
              </c:pt>
              <c:pt idx="322">
                <c:v>-0.41380366279015807</c:v>
              </c:pt>
              <c:pt idx="323">
                <c:v>-0.3791977774432615</c:v>
              </c:pt>
              <c:pt idx="324">
                <c:v>-0.34405303130536241</c:v>
              </c:pt>
              <c:pt idx="325">
                <c:v>-0.30841936698381539</c:v>
              </c:pt>
              <c:pt idx="326">
                <c:v>-0.2723474218654266</c:v>
              </c:pt>
              <c:pt idx="327">
                <c:v>-0.23588845615803702</c:v>
              </c:pt>
              <c:pt idx="328">
                <c:v>-0.19909428004692231</c:v>
              </c:pt>
              <c:pt idx="329">
                <c:v>-0.16201718006964272</c:v>
              </c:pt>
              <c:pt idx="330">
                <c:v>-0.12470984481409494</c:v>
              </c:pt>
              <c:pt idx="331">
                <c:v>-8.7225290045104723E-2</c:v>
              </c:pt>
              <c:pt idx="332">
                <c:v>-4.9616783366081184E-2</c:v>
              </c:pt>
              <c:pt idx="333">
                <c:v>-1.1937768522922521E-2</c:v>
              </c:pt>
              <c:pt idx="334">
                <c:v>2.5758210542513638E-2</c:v>
              </c:pt>
              <c:pt idx="335">
                <c:v>6.3417585781324157E-2</c:v>
              </c:pt>
              <c:pt idx="336">
                <c:v>0.10098684116060384</c:v>
              </c:pt>
              <c:pt idx="337">
                <c:v>0.13841258871269926</c:v>
              </c:pt>
              <c:pt idx="338">
                <c:v>0.17564164440247429</c:v>
              </c:pt>
              <c:pt idx="339">
                <c:v>0.21262110370464954</c:v>
              </c:pt>
              <c:pt idx="340">
                <c:v>0.24929841678407044</c:v>
              </c:pt>
              <c:pt idx="341">
                <c:v>0.28562146317193937</c:v>
              </c:pt>
              <c:pt idx="342">
                <c:v>0.32153862583177106</c:v>
              </c:pt>
              <c:pt idx="343">
                <c:v>0.35699886451006768</c:v>
              </c:pt>
              <c:pt idx="344">
                <c:v>0.39195178826735172</c:v>
              </c:pt>
              <c:pt idx="345">
                <c:v>0.42634772708636137</c:v>
              </c:pt>
              <c:pt idx="346">
                <c:v>0.46013780245593616</c:v>
              </c:pt>
              <c:pt idx="347">
                <c:v>0.49327399683002904</c:v>
              </c:pt>
              <c:pt idx="348">
                <c:v>0.52570922186324842</c:v>
              </c:pt>
              <c:pt idx="349">
                <c:v>0.55739738532601124</c:v>
              </c:pt>
              <c:pt idx="350">
                <c:v>0.58829345660410348</c:v>
              </c:pt>
              <c:pt idx="351">
                <c:v>0.61835353068963095</c:v>
              </c:pt>
              <c:pt idx="352">
                <c:v>0.64753489057247748</c:v>
              </c:pt>
              <c:pt idx="353">
                <c:v>0.67579606794346891</c:v>
              </c:pt>
              <c:pt idx="354">
                <c:v>0.70309690212314835</c:v>
              </c:pt>
              <c:pt idx="355">
                <c:v>0.72939859713228195</c:v>
              </c:pt>
              <c:pt idx="356">
                <c:v>0.75466377682305408</c:v>
              </c:pt>
              <c:pt idx="357">
                <c:v>0.7788565379926482</c:v>
              </c:pt>
              <c:pt idx="358">
                <c:v>0.80194250140364731</c:v>
              </c:pt>
              <c:pt idx="359">
                <c:v>0.82388886063879874</c:v>
              </c:pt>
              <c:pt idx="360">
                <c:v>0.8446644287207552</c:v>
              </c:pt>
              <c:pt idx="361">
                <c:v>0.86423968243046123</c:v>
              </c:pt>
              <c:pt idx="362">
                <c:v>0.88258680426124958</c:v>
              </c:pt>
              <c:pt idx="363">
                <c:v>0.89967972194907975</c:v>
              </c:pt>
              <c:pt idx="364">
                <c:v>0.91549414552260566</c:v>
              </c:pt>
              <c:pt idx="365">
                <c:v>0.93000760182057796</c:v>
              </c:pt>
              <c:pt idx="366">
                <c:v>0.94319946642744834</c:v>
              </c:pt>
              <c:pt idx="367">
                <c:v>0.95505099298176177</c:v>
              </c:pt>
              <c:pt idx="368">
                <c:v>0.9655453398157795</c:v>
              </c:pt>
              <c:pt idx="369">
                <c:v>0.97466759388841973</c:v>
              </c:pt>
              <c:pt idx="370">
                <c:v>0.98240479197748187</c:v>
              </c:pt>
              <c:pt idx="371">
                <c:v>0.98874593910110919</c:v>
              </c:pt>
              <c:pt idx="372">
                <c:v>0.99368202414226348</c:v>
              </c:pt>
              <c:pt idx="373">
                <c:v>0.99720603265400198</c:v>
              </c:pt>
              <c:pt idx="374">
                <c:v>0.9993129568273994</c:v>
              </c:pt>
              <c:pt idx="375">
                <c:v>0.99999980260791843</c:v>
              </c:pt>
              <c:pt idx="376">
                <c:v>0.9992655939501206</c:v>
              </c:pt>
              <c:pt idx="377">
                <c:v>0.99711137420468476</c:v>
              </c:pt>
              <c:pt idx="378">
                <c:v>0.99354020463574377</c:v>
              </c:pt>
              <c:pt idx="379">
                <c:v>0.98855716007066596</c:v>
              </c:pt>
              <c:pt idx="380">
                <c:v>0.98216932168844717</c:v>
              </c:pt>
              <c:pt idx="381">
                <c:v>0.97438576695695889</c:v>
              </c:pt>
              <c:pt idx="382">
                <c:v>0.96521755673338339</c:v>
              </c:pt>
              <c:pt idx="383">
                <c:v>0.95467771954612657</c:v>
              </c:pt>
              <c:pt idx="384">
                <c:v>0.94278123308055106</c:v>
              </c:pt>
              <c:pt idx="385">
                <c:v>0.9295450028948895</c:v>
              </c:pt>
              <c:pt idx="386">
                <c:v>0.91498783839651265</c:v>
              </c:pt>
              <c:pt idx="387">
                <c:v>0.89913042611271254</c:v>
              </c:pt>
              <c:pt idx="388">
                <c:v>0.88199530029404871</c:v>
              </c:pt>
              <c:pt idx="389">
                <c:v>0.86360681089192703</c:v>
              </c:pt>
              <c:pt idx="390">
                <c:v>0.84399108895598118</c:v>
              </c:pt>
              <c:pt idx="391">
                <c:v>0.82317600950042691</c:v>
              </c:pt>
              <c:pt idx="392">
                <c:v>0.80119115189215562</c:v>
              </c:pt>
              <c:pt idx="393">
                <c:v>0.77806775781681004</c:v>
              </c:pt>
              <c:pt idx="394">
                <c:v>0.75383868688265132</c:v>
              </c:pt>
              <c:pt idx="395">
                <c:v>0.72853836992527254</c:v>
              </c:pt>
              <c:pt idx="396">
                <c:v>0.70220276007946913</c:v>
              </c:pt>
              <c:pt idx="397">
                <c:v>0.67486928168788529</c:v>
              </c:pt>
              <c:pt idx="398">
                <c:v>0.646576777118966</c:v>
              </c:pt>
              <c:pt idx="399">
                <c:v>0.61736545156984668</c:v>
              </c:pt>
              <c:pt idx="400">
                <c:v>0.58727681593253678</c:v>
              </c:pt>
              <c:pt idx="401">
                <c:v>0.55635362780468578</c:v>
              </c:pt>
              <c:pt idx="402">
                <c:v>0.52463983072871523</c:v>
              </c:pt>
              <c:pt idx="403">
                <c:v>0.49218049174560596</c:v>
              </c:pt>
              <c:pt idx="404">
                <c:v>0.4590217373521836</c:v>
              </c:pt>
              <c:pt idx="405">
                <c:v>0.42521068795286149</c:v>
              </c:pt>
              <c:pt idx="406">
                <c:v>0.39079539089893067</c:v>
              </c:pt>
              <c:pt idx="407">
                <c:v>0.35582475221066273</c:v>
              </c:pt>
              <c:pt idx="408">
                <c:v>0.3203484670791989</c:v>
              </c:pt>
              <c:pt idx="409">
                <c:v>0.28441694924692495</c:v>
              </c:pt>
              <c:pt idx="410">
                <c:v>0.24808125936680409</c:v>
              </c:pt>
              <c:pt idx="411">
                <c:v>0.21139303244241567</c:v>
              </c:pt>
              <c:pt idx="412">
                <c:v>0.17440440445174901</c:v>
              </c:pt>
              <c:pt idx="413">
                <c:v>0.13716793825914592</c:v>
              </c:pt>
              <c:pt idx="414">
                <c:v>9.9736548920622753E-2</c:v>
              </c:pt>
              <c:pt idx="415">
                <c:v>6.2163428488602852E-2</c:v>
              </c:pt>
              <c:pt idx="416">
                <c:v>2.4501970423191063E-2</c:v>
              </c:pt>
              <c:pt idx="417">
                <c:v>-1.3194306282896815E-2</c:v>
              </c:pt>
              <c:pt idx="418">
                <c:v>-5.0871833157794005E-2</c:v>
              </c:pt>
              <c:pt idx="419">
                <c:v>-8.8477068374127193E-2</c:v>
              </c:pt>
              <c:pt idx="420">
                <c:v>-0.12595657283492573</c:v>
              </c:pt>
              <c:pt idx="421">
                <c:v>-0.1632570861135447</c:v>
              </c:pt>
              <c:pt idx="422">
                <c:v>-0.20032560213956088</c:v>
              </c:pt>
              <c:pt idx="423">
                <c:v>-0.23710944452334204</c:v>
              </c:pt>
              <c:pt idx="424">
                <c:v>-0.27355634141211999</c:v>
              </c:pt>
              <c:pt idx="425">
                <c:v>-0.30961449977107058</c:v>
              </c:pt>
              <c:pt idx="426">
                <c:v>-0.34523267898410587</c:v>
              </c:pt>
              <c:pt idx="427">
                <c:v>-0.3803602636695661</c:v>
              </c:pt>
              <c:pt idx="428">
                <c:v>-0.41494733560749969</c:v>
              </c:pt>
              <c:pt idx="429">
                <c:v>-0.44894474467609941</c:v>
              </c:pt>
              <c:pt idx="430">
                <c:v>-0.48230417869678704</c:v>
              </c:pt>
              <c:pt idx="431">
                <c:v>-0.51497823208843641</c:v>
              </c:pt>
              <c:pt idx="432">
                <c:v>-0.54692047323328008</c:v>
              </c:pt>
              <c:pt idx="433">
                <c:v>-0.57808551045881562</c:v>
              </c:pt>
              <c:pt idx="434">
                <c:v>-0.6084290565418371</c:v>
              </c:pt>
              <c:pt idx="435">
                <c:v>-0.63790799164298595</c:v>
              </c:pt>
              <c:pt idx="436">
                <c:v>-0.66648042458243673</c:v>
              </c:pt>
              <c:pt idx="437">
                <c:v>-0.69410575236953753</c:v>
              </c:pt>
              <c:pt idx="438">
                <c:v>-0.72074471790186745</c:v>
              </c:pt>
              <c:pt idx="439">
                <c:v>-0.74635946575175738</c:v>
              </c:pt>
              <c:pt idx="440">
                <c:v>-0.77091359596090836</c:v>
              </c:pt>
              <c:pt idx="441">
                <c:v>-0.79437221576671069</c:v>
              </c:pt>
              <c:pt idx="442">
                <c:v>-0.81670198918679726</c:v>
              </c:pt>
              <c:pt idx="443">
                <c:v>-0.83787118439128305</c:v>
              </c:pt>
              <c:pt idx="444">
                <c:v>-0.85784971879542127</c:v>
              </c:pt>
              <c:pt idx="445">
                <c:v>-0.87660920180862534</c:v>
              </c:pt>
              <c:pt idx="446">
                <c:v>-0.89412297517903738</c:v>
              </c:pt>
              <c:pt idx="447">
                <c:v>-0.91036615087636741</c:v>
              </c:pt>
              <c:pt idx="448">
                <c:v>-0.92531564645913644</c:v>
              </c:pt>
              <c:pt idx="449">
                <c:v>-0.93895021787610511</c:v>
              </c:pt>
              <c:pt idx="450">
                <c:v>-0.95125048965522518</c:v>
              </c:pt>
              <c:pt idx="451">
                <c:v>-0.962198982437237</c:v>
              </c:pt>
              <c:pt idx="452">
                <c:v>-0.97178013781481121</c:v>
              </c:pt>
              <c:pt idx="453">
                <c:v>-0.97998034044188842</c:v>
              </c:pt>
              <c:pt idx="454">
                <c:v>-0.98678793738182691</c:v>
              </c:pt>
              <c:pt idx="455">
                <c:v>-0.99219325466687291</c:v>
              </c:pt>
              <c:pt idx="456">
                <c:v>-0.99618861104539247</c:v>
              </c:pt>
              <c:pt idx="457">
                <c:v>-0.9987683288973489</c:v>
              </c:pt>
              <c:pt idx="458">
                <c:v>-0.9999287423025166</c:v>
              </c:pt>
              <c:pt idx="459">
                <c:v>-0.99966820224995023</c:v>
              </c:pt>
              <c:pt idx="460">
                <c:v>-0.99798707898132011</c:v>
              </c:pt>
              <c:pt idx="461">
                <c:v>-0.99488776146478186</c:v>
              </c:pt>
              <c:pt idx="462">
                <c:v>-0.99037465400011526</c:v>
              </c:pt>
              <c:pt idx="463">
                <c:v>-0.98445416995997992</c:v>
              </c:pt>
              <c:pt idx="464">
                <c:v>-0.97713472267616219</c:v>
              </c:pt>
              <c:pt idx="465">
                <c:v>-0.96842671348375842</c:v>
              </c:pt>
              <c:pt idx="466">
                <c:v>-0.95834251694032524</c:v>
              </c:pt>
              <c:pt idx="467">
                <c:v>-0.946896463240951</c:v>
              </c:pt>
              <c:pt idx="468">
                <c:v>-0.93410481785424859</c:v>
              </c:pt>
              <c:pt idx="469">
                <c:v>-0.91998575840825991</c:v>
              </c:pt>
              <c:pt idx="470">
                <c:v>-0.90455934885904243</c:v>
              </c:pt>
              <c:pt idx="471">
                <c:v>-0.88784751097866899</c:v>
              </c:pt>
              <c:pt idx="472">
                <c:v>-0.86987399320322489</c:v>
              </c:pt>
              <c:pt idx="473">
                <c:v>-0.85066433688496623</c:v>
              </c:pt>
              <c:pt idx="474">
                <c:v>-0.83024583999663704</c:v>
              </c:pt>
              <c:pt idx="475">
                <c:v>-0.80864751833959825</c:v>
              </c:pt>
              <c:pt idx="476">
                <c:v>-0.7859000643107682</c:v>
              </c:pt>
              <c:pt idx="477">
                <c:v>-0.76203580328701848</c:v>
              </c:pt>
              <c:pt idx="478">
                <c:v>-0.73708864768910143</c:v>
              </c:pt>
              <c:pt idx="479">
                <c:v>-0.71109404879019611</c:v>
              </c:pt>
              <c:pt idx="480">
                <c:v>-0.68408894633772654</c:v>
              </c:pt>
              <c:pt idx="481">
                <c:v>-0.65611171605997531</c:v>
              </c:pt>
              <c:pt idx="482">
                <c:v>-0.62720211513204294</c:v>
              </c:pt>
              <c:pt idx="483">
                <c:v>-0.59740122567874188</c:v>
              </c:pt>
              <c:pt idx="484">
                <c:v>-0.56675139639466587</c:v>
              </c:pt>
              <c:pt idx="485">
                <c:v>-0.53529618236434462</c:v>
              </c:pt>
              <c:pt idx="486">
                <c:v>-0.50308028316810138</c:v>
              </c:pt>
              <c:pt idx="487">
                <c:v>-0.47014947936152218</c:v>
              </c:pt>
              <c:pt idx="488">
                <c:v>-0.43655056741874487</c:v>
              </c:pt>
              <c:pt idx="489">
                <c:v>-0.40233129323212652</c:v>
              </c:pt>
              <c:pt idx="490">
                <c:v>-0.36754028426273755</c:v>
              </c:pt>
              <c:pt idx="491">
                <c:v>-0.33222698043804011</c:v>
              </c:pt>
              <c:pt idx="492">
                <c:v>-0.2964415638950646</c:v>
              </c:pt>
              <c:pt idx="493">
                <c:v>-0.26023488766886793</c:v>
              </c:pt>
              <c:pt idx="494">
                <c:v>-0.22365840342754756</c:v>
              </c:pt>
              <c:pt idx="495">
                <c:v>-0.18676408835662536</c:v>
              </c:pt>
              <c:pt idx="496">
                <c:v>-0.14960437129664458</c:v>
              </c:pt>
              <c:pt idx="497">
                <c:v>-0.11223205823886934</c:v>
              </c:pt>
              <c:pt idx="498">
                <c:v>-7.470025728514483E-2</c:v>
              </c:pt>
              <c:pt idx="499">
                <c:v>-3.7062303178293933E-2</c:v>
              </c:pt>
            </c:numLit>
          </c:yVal>
          <c:smooth val="1"/>
          <c:extLst>
            <c:ext xmlns:c16="http://schemas.microsoft.com/office/drawing/2014/chart" uri="{C3380CC4-5D6E-409C-BE32-E72D297353CC}">
              <c16:uniqueId val="{00000000-32EE-418D-9A3C-6808F18B6700}"/>
            </c:ext>
          </c:extLst>
        </c:ser>
        <c:ser>
          <c:idx val="1"/>
          <c:order val="1"/>
          <c:tx>
            <c:v>Output x / static x at 1g</c:v>
          </c:tx>
          <c:spPr>
            <a:ln w="24765">
              <a:solidFill>
                <a:srgbClr val="245B9B"/>
              </a:solidFill>
              <a:prstDash val="solid"/>
            </a:ln>
          </c:spPr>
          <c:marker>
            <c:symbol val="none"/>
          </c:marker>
          <c:xVal>
            <c:numLit>
              <c:formatCode>General</c:formatCode>
              <c:ptCount val="500"/>
              <c:pt idx="0">
                <c:v>0</c:v>
              </c:pt>
              <c:pt idx="1">
                <c:v>5.9999999999997555E-2</c:v>
              </c:pt>
              <c:pt idx="2">
                <c:v>0.12000000000000205</c:v>
              </c:pt>
              <c:pt idx="3">
                <c:v>0.1799999999999996</c:v>
              </c:pt>
              <c:pt idx="4">
                <c:v>0.2400000000000041</c:v>
              </c:pt>
              <c:pt idx="5">
                <c:v>0.30000000000000165</c:v>
              </c:pt>
              <c:pt idx="6">
                <c:v>0.35999999999999921</c:v>
              </c:pt>
              <c:pt idx="7">
                <c:v>0.4200000000000037</c:v>
              </c:pt>
              <c:pt idx="8">
                <c:v>0.48000000000000126</c:v>
              </c:pt>
              <c:pt idx="9">
                <c:v>0.53999999999999881</c:v>
              </c:pt>
              <c:pt idx="10">
                <c:v>0.60000000000000331</c:v>
              </c:pt>
              <c:pt idx="11">
                <c:v>0.66000000000000081</c:v>
              </c:pt>
              <c:pt idx="12">
                <c:v>0.71999999999999842</c:v>
              </c:pt>
              <c:pt idx="13">
                <c:v>0.78000000000000291</c:v>
              </c:pt>
              <c:pt idx="14">
                <c:v>0.84000000000000052</c:v>
              </c:pt>
              <c:pt idx="15">
                <c:v>0.89999999999999802</c:v>
              </c:pt>
              <c:pt idx="16">
                <c:v>0.96000000000000252</c:v>
              </c:pt>
              <c:pt idx="17">
                <c:v>1.02</c:v>
              </c:pt>
              <c:pt idx="18">
                <c:v>1.0799999999999976</c:v>
              </c:pt>
              <c:pt idx="19">
                <c:v>1.1400000000000021</c:v>
              </c:pt>
              <c:pt idx="20">
                <c:v>1.1999999999999997</c:v>
              </c:pt>
              <c:pt idx="21">
                <c:v>1.2600000000000042</c:v>
              </c:pt>
              <c:pt idx="22">
                <c:v>1.3200000000000016</c:v>
              </c:pt>
              <c:pt idx="23">
                <c:v>1.3799999999999992</c:v>
              </c:pt>
              <c:pt idx="24">
                <c:v>1.4400000000000037</c:v>
              </c:pt>
              <c:pt idx="25">
                <c:v>1.5000000000000013</c:v>
              </c:pt>
              <c:pt idx="26">
                <c:v>1.5599999999999989</c:v>
              </c:pt>
              <c:pt idx="27">
                <c:v>1.6200000000000034</c:v>
              </c:pt>
              <c:pt idx="28">
                <c:v>1.680000000000001</c:v>
              </c:pt>
              <c:pt idx="29">
                <c:v>1.7399999999999984</c:v>
              </c:pt>
              <c:pt idx="30">
                <c:v>1.8000000000000029</c:v>
              </c:pt>
              <c:pt idx="31">
                <c:v>1.8600000000000005</c:v>
              </c:pt>
              <c:pt idx="32">
                <c:v>1.9199999999999982</c:v>
              </c:pt>
              <c:pt idx="33">
                <c:v>1.9800000000000026</c:v>
              </c:pt>
              <c:pt idx="34">
                <c:v>2.04</c:v>
              </c:pt>
              <c:pt idx="35">
                <c:v>2.0999999999999979</c:v>
              </c:pt>
              <c:pt idx="36">
                <c:v>2.1600000000000024</c:v>
              </c:pt>
              <c:pt idx="37">
                <c:v>2.2199999999999998</c:v>
              </c:pt>
              <c:pt idx="38">
                <c:v>2.2800000000000042</c:v>
              </c:pt>
              <c:pt idx="39">
                <c:v>2.3400000000000016</c:v>
              </c:pt>
              <c:pt idx="40">
                <c:v>2.3999999999999995</c:v>
              </c:pt>
              <c:pt idx="41">
                <c:v>2.460000000000004</c:v>
              </c:pt>
              <c:pt idx="42">
                <c:v>2.5200000000000014</c:v>
              </c:pt>
              <c:pt idx="43">
                <c:v>2.5799999999999992</c:v>
              </c:pt>
              <c:pt idx="44">
                <c:v>2.6400000000000032</c:v>
              </c:pt>
              <c:pt idx="45">
                <c:v>2.7000000000000011</c:v>
              </c:pt>
              <c:pt idx="46">
                <c:v>2.7599999999999985</c:v>
              </c:pt>
              <c:pt idx="47">
                <c:v>2.8200000000000029</c:v>
              </c:pt>
              <c:pt idx="48">
                <c:v>2.8800000000000008</c:v>
              </c:pt>
              <c:pt idx="49">
                <c:v>2.9399999999999982</c:v>
              </c:pt>
              <c:pt idx="50">
                <c:v>3.0000000000000027</c:v>
              </c:pt>
              <c:pt idx="51">
                <c:v>3.06</c:v>
              </c:pt>
              <c:pt idx="52">
                <c:v>3.1199999999999979</c:v>
              </c:pt>
              <c:pt idx="53">
                <c:v>3.1800000000000024</c:v>
              </c:pt>
              <c:pt idx="54">
                <c:v>3.2399999999999998</c:v>
              </c:pt>
              <c:pt idx="55">
                <c:v>3.2999999999999972</c:v>
              </c:pt>
              <c:pt idx="56">
                <c:v>3.3600000000000021</c:v>
              </c:pt>
              <c:pt idx="57">
                <c:v>3.4199999999999995</c:v>
              </c:pt>
              <c:pt idx="58">
                <c:v>3.480000000000004</c:v>
              </c:pt>
              <c:pt idx="59">
                <c:v>3.5400000000000014</c:v>
              </c:pt>
              <c:pt idx="60">
                <c:v>3.5999999999999992</c:v>
              </c:pt>
              <c:pt idx="61">
                <c:v>3.6600000000000037</c:v>
              </c:pt>
              <c:pt idx="62">
                <c:v>3.7200000000000011</c:v>
              </c:pt>
              <c:pt idx="63">
                <c:v>3.7799999999999985</c:v>
              </c:pt>
              <c:pt idx="64">
                <c:v>3.840000000000003</c:v>
              </c:pt>
              <c:pt idx="65">
                <c:v>3.9000000000000008</c:v>
              </c:pt>
              <c:pt idx="66">
                <c:v>3.9599999999999982</c:v>
              </c:pt>
              <c:pt idx="67">
                <c:v>4.0200000000000031</c:v>
              </c:pt>
              <c:pt idx="68">
                <c:v>4.08</c:v>
              </c:pt>
              <c:pt idx="69">
                <c:v>4.1399999999999979</c:v>
              </c:pt>
              <c:pt idx="70">
                <c:v>4.200000000000002</c:v>
              </c:pt>
              <c:pt idx="71">
                <c:v>4.26</c:v>
              </c:pt>
              <c:pt idx="72">
                <c:v>4.3199999999999976</c:v>
              </c:pt>
              <c:pt idx="73">
                <c:v>4.3800000000000017</c:v>
              </c:pt>
              <c:pt idx="74">
                <c:v>4.4399999999999995</c:v>
              </c:pt>
              <c:pt idx="75">
                <c:v>4.5000000000000036</c:v>
              </c:pt>
              <c:pt idx="76">
                <c:v>4.5600000000000014</c:v>
              </c:pt>
              <c:pt idx="77">
                <c:v>4.6199999999999992</c:v>
              </c:pt>
              <c:pt idx="78">
                <c:v>4.6800000000000033</c:v>
              </c:pt>
              <c:pt idx="79">
                <c:v>4.7400000000000011</c:v>
              </c:pt>
              <c:pt idx="80">
                <c:v>4.7999999999999989</c:v>
              </c:pt>
              <c:pt idx="81">
                <c:v>4.860000000000003</c:v>
              </c:pt>
              <c:pt idx="82">
                <c:v>4.9200000000000008</c:v>
              </c:pt>
              <c:pt idx="83">
                <c:v>4.9799999999999986</c:v>
              </c:pt>
              <c:pt idx="84">
                <c:v>5.0400000000000027</c:v>
              </c:pt>
              <c:pt idx="85">
                <c:v>5.1000000000000005</c:v>
              </c:pt>
              <c:pt idx="86">
                <c:v>5.1599999999999984</c:v>
              </c:pt>
              <c:pt idx="87">
                <c:v>5.2200000000000024</c:v>
              </c:pt>
              <c:pt idx="88">
                <c:v>5.28</c:v>
              </c:pt>
              <c:pt idx="89">
                <c:v>5.3399999999999972</c:v>
              </c:pt>
              <c:pt idx="90">
                <c:v>5.4000000000000021</c:v>
              </c:pt>
              <c:pt idx="91">
                <c:v>5.46</c:v>
              </c:pt>
              <c:pt idx="92">
                <c:v>5.520000000000004</c:v>
              </c:pt>
              <c:pt idx="93">
                <c:v>5.5800000000000018</c:v>
              </c:pt>
              <c:pt idx="94">
                <c:v>5.6399999999999988</c:v>
              </c:pt>
              <c:pt idx="95">
                <c:v>5.7000000000000037</c:v>
              </c:pt>
              <c:pt idx="96">
                <c:v>5.7600000000000016</c:v>
              </c:pt>
              <c:pt idx="97">
                <c:v>5.8199999999999985</c:v>
              </c:pt>
              <c:pt idx="98">
                <c:v>5.8800000000000034</c:v>
              </c:pt>
              <c:pt idx="99">
                <c:v>5.9400000000000013</c:v>
              </c:pt>
              <c:pt idx="100">
                <c:v>5.9999999999999982</c:v>
              </c:pt>
              <c:pt idx="101">
                <c:v>6.0600000000000032</c:v>
              </c:pt>
              <c:pt idx="102">
                <c:v>6.12</c:v>
              </c:pt>
              <c:pt idx="103">
                <c:v>6.1799999999999979</c:v>
              </c:pt>
              <c:pt idx="104">
                <c:v>6.2400000000000029</c:v>
              </c:pt>
              <c:pt idx="105">
                <c:v>6.3</c:v>
              </c:pt>
              <c:pt idx="106">
                <c:v>6.3599999999999977</c:v>
              </c:pt>
              <c:pt idx="107">
                <c:v>6.4200000000000017</c:v>
              </c:pt>
              <c:pt idx="108">
                <c:v>6.4799999999999995</c:v>
              </c:pt>
              <c:pt idx="109">
                <c:v>6.5399999999999974</c:v>
              </c:pt>
              <c:pt idx="110">
                <c:v>6.6000000000000014</c:v>
              </c:pt>
              <c:pt idx="111">
                <c:v>6.6599999999999993</c:v>
              </c:pt>
              <c:pt idx="112">
                <c:v>6.7200000000000042</c:v>
              </c:pt>
              <c:pt idx="113">
                <c:v>6.7800000000000011</c:v>
              </c:pt>
              <c:pt idx="114">
                <c:v>6.839999999999999</c:v>
              </c:pt>
              <c:pt idx="115">
                <c:v>6.900000000000003</c:v>
              </c:pt>
              <c:pt idx="116">
                <c:v>6.9600000000000009</c:v>
              </c:pt>
              <c:pt idx="117">
                <c:v>7.0199999999999987</c:v>
              </c:pt>
              <c:pt idx="118">
                <c:v>7.0800000000000027</c:v>
              </c:pt>
              <c:pt idx="119">
                <c:v>7.1400000000000006</c:v>
              </c:pt>
              <c:pt idx="120">
                <c:v>7.1999999999999984</c:v>
              </c:pt>
              <c:pt idx="121">
                <c:v>7.2600000000000025</c:v>
              </c:pt>
              <c:pt idx="122">
                <c:v>7.32</c:v>
              </c:pt>
              <c:pt idx="123">
                <c:v>7.3799999999999972</c:v>
              </c:pt>
              <c:pt idx="124">
                <c:v>7.4400000000000022</c:v>
              </c:pt>
              <c:pt idx="125">
                <c:v>7.5</c:v>
              </c:pt>
              <c:pt idx="126">
                <c:v>7.5599999999999969</c:v>
              </c:pt>
              <c:pt idx="127">
                <c:v>7.6200000000000019</c:v>
              </c:pt>
              <c:pt idx="128">
                <c:v>7.68</c:v>
              </c:pt>
              <c:pt idx="129">
                <c:v>7.7400000000000038</c:v>
              </c:pt>
              <c:pt idx="130">
                <c:v>7.8000000000000016</c:v>
              </c:pt>
              <c:pt idx="131">
                <c:v>7.8599999999999985</c:v>
              </c:pt>
              <c:pt idx="132">
                <c:v>7.9200000000000035</c:v>
              </c:pt>
              <c:pt idx="133">
                <c:v>7.9800000000000013</c:v>
              </c:pt>
              <c:pt idx="134">
                <c:v>8.0399999999999991</c:v>
              </c:pt>
              <c:pt idx="135">
                <c:v>8.1000000000000032</c:v>
              </c:pt>
              <c:pt idx="136">
                <c:v>8.16</c:v>
              </c:pt>
              <c:pt idx="137">
                <c:v>8.2199999999999989</c:v>
              </c:pt>
              <c:pt idx="138">
                <c:v>8.2800000000000029</c:v>
              </c:pt>
              <c:pt idx="139">
                <c:v>8.34</c:v>
              </c:pt>
              <c:pt idx="140">
                <c:v>8.3999999999999986</c:v>
              </c:pt>
              <c:pt idx="141">
                <c:v>8.4600000000000026</c:v>
              </c:pt>
              <c:pt idx="142">
                <c:v>8.52</c:v>
              </c:pt>
              <c:pt idx="143">
                <c:v>8.5799999999999965</c:v>
              </c:pt>
              <c:pt idx="144">
                <c:v>8.6400000000000023</c:v>
              </c:pt>
              <c:pt idx="145">
                <c:v>8.6999999999999993</c:v>
              </c:pt>
              <c:pt idx="146">
                <c:v>8.7600000000000033</c:v>
              </c:pt>
              <c:pt idx="147">
                <c:v>8.8200000000000021</c:v>
              </c:pt>
              <c:pt idx="148">
                <c:v>8.879999999999999</c:v>
              </c:pt>
              <c:pt idx="149">
                <c:v>8.9400000000000031</c:v>
              </c:pt>
              <c:pt idx="150">
                <c:v>9.0000000000000018</c:v>
              </c:pt>
              <c:pt idx="151">
                <c:v>9.0599999999999987</c:v>
              </c:pt>
              <c:pt idx="152">
                <c:v>9.1200000000000028</c:v>
              </c:pt>
              <c:pt idx="153">
                <c:v>9.1800000000000015</c:v>
              </c:pt>
              <c:pt idx="154">
                <c:v>9.2399999999999984</c:v>
              </c:pt>
              <c:pt idx="155">
                <c:v>9.3000000000000025</c:v>
              </c:pt>
              <c:pt idx="156">
                <c:v>9.36</c:v>
              </c:pt>
              <c:pt idx="157">
                <c:v>9.4199999999999982</c:v>
              </c:pt>
              <c:pt idx="158">
                <c:v>9.4800000000000022</c:v>
              </c:pt>
              <c:pt idx="159">
                <c:v>9.5399999999999991</c:v>
              </c:pt>
              <c:pt idx="160">
                <c:v>9.5999999999999979</c:v>
              </c:pt>
              <c:pt idx="161">
                <c:v>9.6600000000000019</c:v>
              </c:pt>
              <c:pt idx="162">
                <c:v>9.7199999999999989</c:v>
              </c:pt>
              <c:pt idx="163">
                <c:v>9.7799999999999976</c:v>
              </c:pt>
              <c:pt idx="164">
                <c:v>9.8400000000000016</c:v>
              </c:pt>
              <c:pt idx="165">
                <c:v>9.8999999999999986</c:v>
              </c:pt>
              <c:pt idx="166">
                <c:v>9.9600000000000044</c:v>
              </c:pt>
              <c:pt idx="167">
                <c:v>10.020000000000001</c:v>
              </c:pt>
              <c:pt idx="168">
                <c:v>10.079999999999998</c:v>
              </c:pt>
              <c:pt idx="169">
                <c:v>10.140000000000002</c:v>
              </c:pt>
              <c:pt idx="170">
                <c:v>10.200000000000001</c:v>
              </c:pt>
              <c:pt idx="171">
                <c:v>10.259999999999998</c:v>
              </c:pt>
              <c:pt idx="172">
                <c:v>10.320000000000002</c:v>
              </c:pt>
              <c:pt idx="173">
                <c:v>10.38</c:v>
              </c:pt>
              <c:pt idx="174">
                <c:v>10.439999999999998</c:v>
              </c:pt>
              <c:pt idx="175">
                <c:v>10.500000000000002</c:v>
              </c:pt>
              <c:pt idx="176">
                <c:v>10.56</c:v>
              </c:pt>
              <c:pt idx="177">
                <c:v>10.619999999999997</c:v>
              </c:pt>
              <c:pt idx="178">
                <c:v>10.680000000000001</c:v>
              </c:pt>
              <c:pt idx="179">
                <c:v>10.74</c:v>
              </c:pt>
              <c:pt idx="180">
                <c:v>10.799999999999997</c:v>
              </c:pt>
              <c:pt idx="181">
                <c:v>10.860000000000001</c:v>
              </c:pt>
              <c:pt idx="182">
                <c:v>10.92</c:v>
              </c:pt>
              <c:pt idx="183">
                <c:v>10.980000000000004</c:v>
              </c:pt>
              <c:pt idx="184">
                <c:v>11.040000000000001</c:v>
              </c:pt>
              <c:pt idx="185">
                <c:v>11.099999999999998</c:v>
              </c:pt>
              <c:pt idx="186">
                <c:v>11.160000000000004</c:v>
              </c:pt>
              <c:pt idx="187">
                <c:v>11.22</c:v>
              </c:pt>
              <c:pt idx="188">
                <c:v>11.279999999999998</c:v>
              </c:pt>
              <c:pt idx="189">
                <c:v>11.340000000000003</c:v>
              </c:pt>
              <c:pt idx="190">
                <c:v>11.4</c:v>
              </c:pt>
              <c:pt idx="191">
                <c:v>11.459999999999997</c:v>
              </c:pt>
              <c:pt idx="192">
                <c:v>11.520000000000003</c:v>
              </c:pt>
              <c:pt idx="193">
                <c:v>11.58</c:v>
              </c:pt>
              <c:pt idx="194">
                <c:v>11.639999999999997</c:v>
              </c:pt>
              <c:pt idx="195">
                <c:v>11.700000000000003</c:v>
              </c:pt>
              <c:pt idx="196">
                <c:v>11.76</c:v>
              </c:pt>
              <c:pt idx="197">
                <c:v>11.819999999999997</c:v>
              </c:pt>
              <c:pt idx="198">
                <c:v>11.880000000000003</c:v>
              </c:pt>
              <c:pt idx="199">
                <c:v>11.94</c:v>
              </c:pt>
              <c:pt idx="200">
                <c:v>12.000000000000004</c:v>
              </c:pt>
              <c:pt idx="201">
                <c:v>12.06</c:v>
              </c:pt>
              <c:pt idx="202">
                <c:v>12.12</c:v>
              </c:pt>
              <c:pt idx="203">
                <c:v>12.180000000000003</c:v>
              </c:pt>
              <c:pt idx="204">
                <c:v>12.24</c:v>
              </c:pt>
              <c:pt idx="205">
                <c:v>12.299999999999999</c:v>
              </c:pt>
              <c:pt idx="206">
                <c:v>12.360000000000003</c:v>
              </c:pt>
              <c:pt idx="207">
                <c:v>12.42</c:v>
              </c:pt>
              <c:pt idx="208">
                <c:v>12.479999999999999</c:v>
              </c:pt>
              <c:pt idx="209">
                <c:v>12.540000000000003</c:v>
              </c:pt>
              <c:pt idx="210">
                <c:v>12.600000000000007</c:v>
              </c:pt>
              <c:pt idx="211">
                <c:v>12.659999999999998</c:v>
              </c:pt>
              <c:pt idx="212">
                <c:v>12.720000000000002</c:v>
              </c:pt>
              <c:pt idx="213">
                <c:v>12.780000000000006</c:v>
              </c:pt>
              <c:pt idx="214">
                <c:v>12.839999999999998</c:v>
              </c:pt>
              <c:pt idx="215">
                <c:v>12.900000000000002</c:v>
              </c:pt>
              <c:pt idx="216">
                <c:v>12.960000000000006</c:v>
              </c:pt>
              <c:pt idx="217">
                <c:v>13.019999999999996</c:v>
              </c:pt>
              <c:pt idx="218">
                <c:v>13.080000000000002</c:v>
              </c:pt>
              <c:pt idx="219">
                <c:v>13.140000000000006</c:v>
              </c:pt>
              <c:pt idx="220">
                <c:v>13.199999999999996</c:v>
              </c:pt>
              <c:pt idx="221">
                <c:v>13.260000000000002</c:v>
              </c:pt>
              <c:pt idx="222">
                <c:v>13.320000000000006</c:v>
              </c:pt>
              <c:pt idx="223">
                <c:v>13.379999999999995</c:v>
              </c:pt>
              <c:pt idx="224">
                <c:v>13.440000000000001</c:v>
              </c:pt>
              <c:pt idx="225">
                <c:v>13.500000000000005</c:v>
              </c:pt>
              <c:pt idx="226">
                <c:v>13.559999999999995</c:v>
              </c:pt>
              <c:pt idx="227">
                <c:v>13.620000000000001</c:v>
              </c:pt>
              <c:pt idx="228">
                <c:v>13.680000000000005</c:v>
              </c:pt>
              <c:pt idx="229">
                <c:v>13.739999999999995</c:v>
              </c:pt>
              <c:pt idx="230">
                <c:v>13.799999999999999</c:v>
              </c:pt>
              <c:pt idx="231">
                <c:v>13.860000000000005</c:v>
              </c:pt>
              <c:pt idx="232">
                <c:v>13.919999999999995</c:v>
              </c:pt>
              <c:pt idx="233">
                <c:v>13.979999999999999</c:v>
              </c:pt>
              <c:pt idx="234">
                <c:v>14.040000000000004</c:v>
              </c:pt>
              <c:pt idx="235">
                <c:v>14.099999999999994</c:v>
              </c:pt>
              <c:pt idx="236">
                <c:v>14.159999999999998</c:v>
              </c:pt>
              <c:pt idx="237">
                <c:v>14.220000000000004</c:v>
              </c:pt>
              <c:pt idx="238">
                <c:v>14.279999999999994</c:v>
              </c:pt>
              <c:pt idx="239">
                <c:v>14.339999999999998</c:v>
              </c:pt>
              <c:pt idx="240">
                <c:v>14.400000000000004</c:v>
              </c:pt>
              <c:pt idx="241">
                <c:v>14.459999999999994</c:v>
              </c:pt>
              <c:pt idx="242">
                <c:v>14.519999999999998</c:v>
              </c:pt>
              <c:pt idx="243">
                <c:v>14.580000000000002</c:v>
              </c:pt>
              <c:pt idx="244">
                <c:v>14.640000000000008</c:v>
              </c:pt>
              <c:pt idx="245">
                <c:v>14.699999999999998</c:v>
              </c:pt>
              <c:pt idx="246">
                <c:v>14.760000000000002</c:v>
              </c:pt>
              <c:pt idx="247">
                <c:v>14.820000000000007</c:v>
              </c:pt>
              <c:pt idx="248">
                <c:v>14.879999999999997</c:v>
              </c:pt>
              <c:pt idx="249">
                <c:v>14.940000000000001</c:v>
              </c:pt>
              <c:pt idx="250">
                <c:v>15.000000000000007</c:v>
              </c:pt>
              <c:pt idx="251">
                <c:v>15.059999999999997</c:v>
              </c:pt>
              <c:pt idx="252">
                <c:v>15.120000000000001</c:v>
              </c:pt>
              <c:pt idx="253">
                <c:v>15.180000000000007</c:v>
              </c:pt>
              <c:pt idx="254">
                <c:v>15.239999999999997</c:v>
              </c:pt>
              <c:pt idx="255">
                <c:v>15.3</c:v>
              </c:pt>
              <c:pt idx="256">
                <c:v>15.360000000000005</c:v>
              </c:pt>
              <c:pt idx="257">
                <c:v>15.419999999999996</c:v>
              </c:pt>
              <c:pt idx="258">
                <c:v>15.48</c:v>
              </c:pt>
              <c:pt idx="259">
                <c:v>15.540000000000004</c:v>
              </c:pt>
              <c:pt idx="260">
                <c:v>15.599999999999996</c:v>
              </c:pt>
              <c:pt idx="261">
                <c:v>15.66</c:v>
              </c:pt>
              <c:pt idx="262">
                <c:v>15.720000000000004</c:v>
              </c:pt>
              <c:pt idx="263">
                <c:v>15.779999999999996</c:v>
              </c:pt>
              <c:pt idx="264">
                <c:v>15.84</c:v>
              </c:pt>
              <c:pt idx="265">
                <c:v>15.900000000000004</c:v>
              </c:pt>
              <c:pt idx="266">
                <c:v>15.959999999999996</c:v>
              </c:pt>
              <c:pt idx="267">
                <c:v>16.02</c:v>
              </c:pt>
              <c:pt idx="268">
                <c:v>16.080000000000005</c:v>
              </c:pt>
              <c:pt idx="269">
                <c:v>16.139999999999993</c:v>
              </c:pt>
              <c:pt idx="270">
                <c:v>16.2</c:v>
              </c:pt>
              <c:pt idx="271">
                <c:v>16.260000000000005</c:v>
              </c:pt>
              <c:pt idx="272">
                <c:v>16.319999999999993</c:v>
              </c:pt>
              <c:pt idx="273">
                <c:v>16.38</c:v>
              </c:pt>
              <c:pt idx="274">
                <c:v>16.440000000000005</c:v>
              </c:pt>
              <c:pt idx="275">
                <c:v>16.499999999999993</c:v>
              </c:pt>
              <c:pt idx="276">
                <c:v>16.559999999999999</c:v>
              </c:pt>
              <c:pt idx="277">
                <c:v>16.620000000000005</c:v>
              </c:pt>
              <c:pt idx="278">
                <c:v>16.679999999999993</c:v>
              </c:pt>
              <c:pt idx="279">
                <c:v>16.739999999999998</c:v>
              </c:pt>
              <c:pt idx="280">
                <c:v>16.8</c:v>
              </c:pt>
              <c:pt idx="281">
                <c:v>16.860000000000007</c:v>
              </c:pt>
              <c:pt idx="282">
                <c:v>16.919999999999998</c:v>
              </c:pt>
              <c:pt idx="283">
                <c:v>16.98</c:v>
              </c:pt>
              <c:pt idx="284">
                <c:v>17.040000000000006</c:v>
              </c:pt>
              <c:pt idx="285">
                <c:v>17.099999999999998</c:v>
              </c:pt>
              <c:pt idx="286">
                <c:v>17.16</c:v>
              </c:pt>
              <c:pt idx="287">
                <c:v>17.220000000000006</c:v>
              </c:pt>
              <c:pt idx="288">
                <c:v>17.279999999999998</c:v>
              </c:pt>
              <c:pt idx="289">
                <c:v>17.34</c:v>
              </c:pt>
              <c:pt idx="290">
                <c:v>17.400000000000006</c:v>
              </c:pt>
              <c:pt idx="291">
                <c:v>17.459999999999997</c:v>
              </c:pt>
              <c:pt idx="292">
                <c:v>17.52</c:v>
              </c:pt>
              <c:pt idx="293">
                <c:v>17.580000000000005</c:v>
              </c:pt>
              <c:pt idx="294">
                <c:v>17.639999999999997</c:v>
              </c:pt>
              <c:pt idx="295">
                <c:v>17.7</c:v>
              </c:pt>
              <c:pt idx="296">
                <c:v>17.760000000000005</c:v>
              </c:pt>
              <c:pt idx="297">
                <c:v>17.819999999999997</c:v>
              </c:pt>
              <c:pt idx="298">
                <c:v>17.88</c:v>
              </c:pt>
              <c:pt idx="299">
                <c:v>17.940000000000005</c:v>
              </c:pt>
              <c:pt idx="300">
                <c:v>17.999999999999996</c:v>
              </c:pt>
              <c:pt idx="301">
                <c:v>18.059999999999999</c:v>
              </c:pt>
              <c:pt idx="302">
                <c:v>18.120000000000005</c:v>
              </c:pt>
              <c:pt idx="303">
                <c:v>18.179999999999996</c:v>
              </c:pt>
              <c:pt idx="304">
                <c:v>18.239999999999998</c:v>
              </c:pt>
              <c:pt idx="305">
                <c:v>18.300000000000004</c:v>
              </c:pt>
              <c:pt idx="306">
                <c:v>18.359999999999996</c:v>
              </c:pt>
              <c:pt idx="307">
                <c:v>18.419999999999998</c:v>
              </c:pt>
              <c:pt idx="308">
                <c:v>18.480000000000004</c:v>
              </c:pt>
              <c:pt idx="309">
                <c:v>18.539999999999996</c:v>
              </c:pt>
              <c:pt idx="310">
                <c:v>18.599999999999998</c:v>
              </c:pt>
              <c:pt idx="311">
                <c:v>18.660000000000004</c:v>
              </c:pt>
              <c:pt idx="312">
                <c:v>18.719999999999995</c:v>
              </c:pt>
              <c:pt idx="313">
                <c:v>18.779999999999998</c:v>
              </c:pt>
              <c:pt idx="314">
                <c:v>18.840000000000003</c:v>
              </c:pt>
              <c:pt idx="315">
                <c:v>18.899999999999991</c:v>
              </c:pt>
              <c:pt idx="316">
                <c:v>18.959999999999997</c:v>
              </c:pt>
              <c:pt idx="317">
                <c:v>19.020000000000003</c:v>
              </c:pt>
              <c:pt idx="318">
                <c:v>19.080000000000005</c:v>
              </c:pt>
              <c:pt idx="319">
                <c:v>19.139999999999997</c:v>
              </c:pt>
              <c:pt idx="320">
                <c:v>19.200000000000003</c:v>
              </c:pt>
              <c:pt idx="321">
                <c:v>19.260000000000005</c:v>
              </c:pt>
              <c:pt idx="322">
                <c:v>19.319999999999997</c:v>
              </c:pt>
              <c:pt idx="323">
                <c:v>19.380000000000003</c:v>
              </c:pt>
              <c:pt idx="324">
                <c:v>19.440000000000005</c:v>
              </c:pt>
              <c:pt idx="325">
                <c:v>19.499999999999996</c:v>
              </c:pt>
              <c:pt idx="326">
                <c:v>19.560000000000002</c:v>
              </c:pt>
              <c:pt idx="327">
                <c:v>19.620000000000005</c:v>
              </c:pt>
              <c:pt idx="328">
                <c:v>19.679999999999996</c:v>
              </c:pt>
              <c:pt idx="329">
                <c:v>19.740000000000002</c:v>
              </c:pt>
              <c:pt idx="330">
                <c:v>19.800000000000004</c:v>
              </c:pt>
              <c:pt idx="331">
                <c:v>19.859999999999996</c:v>
              </c:pt>
              <c:pt idx="332">
                <c:v>19.920000000000002</c:v>
              </c:pt>
              <c:pt idx="333">
                <c:v>19.980000000000004</c:v>
              </c:pt>
              <c:pt idx="334">
                <c:v>20.039999999999996</c:v>
              </c:pt>
              <c:pt idx="335">
                <c:v>20.100000000000001</c:v>
              </c:pt>
              <c:pt idx="336">
                <c:v>20.160000000000004</c:v>
              </c:pt>
              <c:pt idx="337">
                <c:v>20.219999999999995</c:v>
              </c:pt>
              <c:pt idx="338">
                <c:v>20.28</c:v>
              </c:pt>
              <c:pt idx="339">
                <c:v>20.340000000000003</c:v>
              </c:pt>
              <c:pt idx="340">
                <c:v>20.399999999999995</c:v>
              </c:pt>
              <c:pt idx="341">
                <c:v>20.459999999999997</c:v>
              </c:pt>
              <c:pt idx="342">
                <c:v>20.520000000000003</c:v>
              </c:pt>
              <c:pt idx="343">
                <c:v>20.579999999999995</c:v>
              </c:pt>
              <c:pt idx="344">
                <c:v>20.639999999999997</c:v>
              </c:pt>
              <c:pt idx="345">
                <c:v>20.700000000000003</c:v>
              </c:pt>
              <c:pt idx="346">
                <c:v>20.759999999999994</c:v>
              </c:pt>
              <c:pt idx="347">
                <c:v>20.819999999999997</c:v>
              </c:pt>
              <c:pt idx="348">
                <c:v>20.880000000000003</c:v>
              </c:pt>
              <c:pt idx="349">
                <c:v>20.939999999999994</c:v>
              </c:pt>
              <c:pt idx="350">
                <c:v>20.999999999999996</c:v>
              </c:pt>
              <c:pt idx="351">
                <c:v>21.060000000000002</c:v>
              </c:pt>
              <c:pt idx="352">
                <c:v>21.120000000000008</c:v>
              </c:pt>
              <c:pt idx="353">
                <c:v>21.179999999999996</c:v>
              </c:pt>
              <c:pt idx="354">
                <c:v>21.240000000000002</c:v>
              </c:pt>
              <c:pt idx="355">
                <c:v>21.300000000000008</c:v>
              </c:pt>
              <c:pt idx="356">
                <c:v>21.359999999999996</c:v>
              </c:pt>
              <c:pt idx="357">
                <c:v>21.42</c:v>
              </c:pt>
              <c:pt idx="358">
                <c:v>21.480000000000008</c:v>
              </c:pt>
              <c:pt idx="359">
                <c:v>21.539999999999996</c:v>
              </c:pt>
              <c:pt idx="360">
                <c:v>21.6</c:v>
              </c:pt>
              <c:pt idx="361">
                <c:v>21.660000000000007</c:v>
              </c:pt>
              <c:pt idx="362">
                <c:v>21.719999999999995</c:v>
              </c:pt>
              <c:pt idx="363">
                <c:v>21.78</c:v>
              </c:pt>
              <c:pt idx="364">
                <c:v>21.840000000000007</c:v>
              </c:pt>
              <c:pt idx="365">
                <c:v>21.899999999999995</c:v>
              </c:pt>
              <c:pt idx="366">
                <c:v>21.96</c:v>
              </c:pt>
              <c:pt idx="367">
                <c:v>22.020000000000003</c:v>
              </c:pt>
              <c:pt idx="368">
                <c:v>22.079999999999995</c:v>
              </c:pt>
              <c:pt idx="369">
                <c:v>22.14</c:v>
              </c:pt>
              <c:pt idx="370">
                <c:v>22.200000000000003</c:v>
              </c:pt>
              <c:pt idx="371">
                <c:v>22.259999999999994</c:v>
              </c:pt>
              <c:pt idx="372">
                <c:v>22.32</c:v>
              </c:pt>
              <c:pt idx="373">
                <c:v>22.380000000000003</c:v>
              </c:pt>
              <c:pt idx="374">
                <c:v>22.439999999999994</c:v>
              </c:pt>
              <c:pt idx="375">
                <c:v>22.5</c:v>
              </c:pt>
              <c:pt idx="376">
                <c:v>22.560000000000002</c:v>
              </c:pt>
              <c:pt idx="377">
                <c:v>22.619999999999994</c:v>
              </c:pt>
              <c:pt idx="378">
                <c:v>22.68</c:v>
              </c:pt>
              <c:pt idx="379">
                <c:v>22.740000000000002</c:v>
              </c:pt>
              <c:pt idx="380">
                <c:v>22.799999999999994</c:v>
              </c:pt>
              <c:pt idx="381">
                <c:v>22.86</c:v>
              </c:pt>
              <c:pt idx="382">
                <c:v>22.92</c:v>
              </c:pt>
              <c:pt idx="383">
                <c:v>22.979999999999993</c:v>
              </c:pt>
              <c:pt idx="384">
                <c:v>23.04</c:v>
              </c:pt>
              <c:pt idx="385">
                <c:v>23.1</c:v>
              </c:pt>
              <c:pt idx="386">
                <c:v>23.159999999999993</c:v>
              </c:pt>
              <c:pt idx="387">
                <c:v>23.22</c:v>
              </c:pt>
              <c:pt idx="388">
                <c:v>23.28</c:v>
              </c:pt>
              <c:pt idx="389">
                <c:v>23.340000000000007</c:v>
              </c:pt>
              <c:pt idx="390">
                <c:v>23.4</c:v>
              </c:pt>
              <c:pt idx="391">
                <c:v>23.46</c:v>
              </c:pt>
              <c:pt idx="392">
                <c:v>23.520000000000007</c:v>
              </c:pt>
              <c:pt idx="393">
                <c:v>23.58</c:v>
              </c:pt>
              <c:pt idx="394">
                <c:v>23.64</c:v>
              </c:pt>
              <c:pt idx="395">
                <c:v>23.700000000000006</c:v>
              </c:pt>
              <c:pt idx="396">
                <c:v>23.759999999999998</c:v>
              </c:pt>
              <c:pt idx="397">
                <c:v>23.82</c:v>
              </c:pt>
              <c:pt idx="398">
                <c:v>23.880000000000006</c:v>
              </c:pt>
              <c:pt idx="399">
                <c:v>23.939999999999998</c:v>
              </c:pt>
              <c:pt idx="400">
                <c:v>24</c:v>
              </c:pt>
              <c:pt idx="401">
                <c:v>24.060000000000006</c:v>
              </c:pt>
              <c:pt idx="402">
                <c:v>24.119999999999994</c:v>
              </c:pt>
              <c:pt idx="403">
                <c:v>24.18</c:v>
              </c:pt>
              <c:pt idx="404">
                <c:v>24.240000000000006</c:v>
              </c:pt>
              <c:pt idx="405">
                <c:v>24.299999999999994</c:v>
              </c:pt>
              <c:pt idx="406">
                <c:v>24.36</c:v>
              </c:pt>
              <c:pt idx="407">
                <c:v>24.420000000000005</c:v>
              </c:pt>
              <c:pt idx="408">
                <c:v>24.479999999999993</c:v>
              </c:pt>
              <c:pt idx="409">
                <c:v>24.54</c:v>
              </c:pt>
              <c:pt idx="410">
                <c:v>24.600000000000005</c:v>
              </c:pt>
              <c:pt idx="411">
                <c:v>24.659999999999993</c:v>
              </c:pt>
              <c:pt idx="412">
                <c:v>24.72</c:v>
              </c:pt>
              <c:pt idx="413">
                <c:v>24.780000000000005</c:v>
              </c:pt>
              <c:pt idx="414">
                <c:v>24.839999999999993</c:v>
              </c:pt>
              <c:pt idx="415">
                <c:v>24.9</c:v>
              </c:pt>
              <c:pt idx="416">
                <c:v>24.960000000000004</c:v>
              </c:pt>
              <c:pt idx="417">
                <c:v>25.019999999999992</c:v>
              </c:pt>
              <c:pt idx="418">
                <c:v>25.08</c:v>
              </c:pt>
              <c:pt idx="419">
                <c:v>25.140000000000004</c:v>
              </c:pt>
              <c:pt idx="420">
                <c:v>25.199999999999992</c:v>
              </c:pt>
              <c:pt idx="421">
                <c:v>25.259999999999998</c:v>
              </c:pt>
              <c:pt idx="422">
                <c:v>25.320000000000004</c:v>
              </c:pt>
              <c:pt idx="423">
                <c:v>25.379999999999992</c:v>
              </c:pt>
              <c:pt idx="424">
                <c:v>25.439999999999998</c:v>
              </c:pt>
              <c:pt idx="425">
                <c:v>25.500000000000004</c:v>
              </c:pt>
              <c:pt idx="426">
                <c:v>25.560000000000006</c:v>
              </c:pt>
              <c:pt idx="427">
                <c:v>25.619999999999997</c:v>
              </c:pt>
              <c:pt idx="428">
                <c:v>25.68</c:v>
              </c:pt>
              <c:pt idx="429">
                <c:v>25.740000000000006</c:v>
              </c:pt>
              <c:pt idx="430">
                <c:v>25.799999999999997</c:v>
              </c:pt>
              <c:pt idx="431">
                <c:v>25.86</c:v>
              </c:pt>
              <c:pt idx="432">
                <c:v>25.920000000000005</c:v>
              </c:pt>
              <c:pt idx="433">
                <c:v>25.979999999999997</c:v>
              </c:pt>
              <c:pt idx="434">
                <c:v>26.04</c:v>
              </c:pt>
              <c:pt idx="435">
                <c:v>26.100000000000005</c:v>
              </c:pt>
              <c:pt idx="436">
                <c:v>26.159999999999997</c:v>
              </c:pt>
              <c:pt idx="437">
                <c:v>26.22</c:v>
              </c:pt>
              <c:pt idx="438">
                <c:v>26.280000000000005</c:v>
              </c:pt>
              <c:pt idx="439">
                <c:v>26.339999999999996</c:v>
              </c:pt>
              <c:pt idx="440">
                <c:v>26.4</c:v>
              </c:pt>
              <c:pt idx="441">
                <c:v>26.460000000000004</c:v>
              </c:pt>
              <c:pt idx="442">
                <c:v>26.519999999999996</c:v>
              </c:pt>
              <c:pt idx="443">
                <c:v>26.58</c:v>
              </c:pt>
              <c:pt idx="444">
                <c:v>26.640000000000004</c:v>
              </c:pt>
              <c:pt idx="445">
                <c:v>26.699999999999996</c:v>
              </c:pt>
              <c:pt idx="446">
                <c:v>26.759999999999998</c:v>
              </c:pt>
              <c:pt idx="447">
                <c:v>26.820000000000004</c:v>
              </c:pt>
              <c:pt idx="448">
                <c:v>26.879999999999995</c:v>
              </c:pt>
              <c:pt idx="449">
                <c:v>26.939999999999998</c:v>
              </c:pt>
              <c:pt idx="450">
                <c:v>27.000000000000004</c:v>
              </c:pt>
              <c:pt idx="451">
                <c:v>27.059999999999995</c:v>
              </c:pt>
              <c:pt idx="452">
                <c:v>27.119999999999997</c:v>
              </c:pt>
              <c:pt idx="453">
                <c:v>27.180000000000003</c:v>
              </c:pt>
              <c:pt idx="454">
                <c:v>27.239999999999995</c:v>
              </c:pt>
              <c:pt idx="455">
                <c:v>27.299999999999997</c:v>
              </c:pt>
              <c:pt idx="456">
                <c:v>27.360000000000003</c:v>
              </c:pt>
              <c:pt idx="457">
                <c:v>27.419999999999995</c:v>
              </c:pt>
              <c:pt idx="458">
                <c:v>27.479999999999997</c:v>
              </c:pt>
              <c:pt idx="459">
                <c:v>27.540000000000003</c:v>
              </c:pt>
              <c:pt idx="460">
                <c:v>27.600000000000005</c:v>
              </c:pt>
              <c:pt idx="461">
                <c:v>27.659999999999997</c:v>
              </c:pt>
              <c:pt idx="462">
                <c:v>27.720000000000002</c:v>
              </c:pt>
              <c:pt idx="463">
                <c:v>27.780000000000005</c:v>
              </c:pt>
              <c:pt idx="464">
                <c:v>27.839999999999996</c:v>
              </c:pt>
              <c:pt idx="465">
                <c:v>27.900000000000002</c:v>
              </c:pt>
              <c:pt idx="466">
                <c:v>27.960000000000004</c:v>
              </c:pt>
              <c:pt idx="467">
                <c:v>28.019999999999996</c:v>
              </c:pt>
              <c:pt idx="468">
                <c:v>28.080000000000002</c:v>
              </c:pt>
              <c:pt idx="469">
                <c:v>28.140000000000004</c:v>
              </c:pt>
              <c:pt idx="470">
                <c:v>28.199999999999996</c:v>
              </c:pt>
              <c:pt idx="471">
                <c:v>28.26</c:v>
              </c:pt>
              <c:pt idx="472">
                <c:v>28.320000000000004</c:v>
              </c:pt>
              <c:pt idx="473">
                <c:v>28.379999999999995</c:v>
              </c:pt>
              <c:pt idx="474">
                <c:v>28.44</c:v>
              </c:pt>
              <c:pt idx="475">
                <c:v>28.500000000000004</c:v>
              </c:pt>
              <c:pt idx="476">
                <c:v>28.559999999999995</c:v>
              </c:pt>
              <c:pt idx="477">
                <c:v>28.62</c:v>
              </c:pt>
              <c:pt idx="478">
                <c:v>28.680000000000003</c:v>
              </c:pt>
              <c:pt idx="479">
                <c:v>28.739999999999995</c:v>
              </c:pt>
              <c:pt idx="480">
                <c:v>28.8</c:v>
              </c:pt>
              <c:pt idx="481">
                <c:v>28.860000000000003</c:v>
              </c:pt>
              <c:pt idx="482">
                <c:v>28.919999999999995</c:v>
              </c:pt>
              <c:pt idx="483">
                <c:v>28.98</c:v>
              </c:pt>
              <c:pt idx="484">
                <c:v>29.040000000000003</c:v>
              </c:pt>
              <c:pt idx="485">
                <c:v>29.099999999999994</c:v>
              </c:pt>
              <c:pt idx="486">
                <c:v>29.16</c:v>
              </c:pt>
              <c:pt idx="487">
                <c:v>29.220000000000002</c:v>
              </c:pt>
              <c:pt idx="488">
                <c:v>29.279999999999994</c:v>
              </c:pt>
              <c:pt idx="489">
                <c:v>29.339999999999996</c:v>
              </c:pt>
              <c:pt idx="490">
                <c:v>29.400000000000002</c:v>
              </c:pt>
              <c:pt idx="491">
                <c:v>29.459999999999994</c:v>
              </c:pt>
              <c:pt idx="492">
                <c:v>29.519999999999996</c:v>
              </c:pt>
              <c:pt idx="493">
                <c:v>29.580000000000002</c:v>
              </c:pt>
              <c:pt idx="494">
                <c:v>29.639999999999993</c:v>
              </c:pt>
              <c:pt idx="495">
                <c:v>29.699999999999996</c:v>
              </c:pt>
              <c:pt idx="496">
                <c:v>29.76</c:v>
              </c:pt>
              <c:pt idx="497">
                <c:v>29.820000000000007</c:v>
              </c:pt>
              <c:pt idx="498">
                <c:v>29.879999999999995</c:v>
              </c:pt>
              <c:pt idx="499">
                <c:v>29.94</c:v>
              </c:pt>
            </c:numLit>
          </c:xVal>
          <c:yVal>
            <c:numLit>
              <c:formatCode>0.0</c:formatCode>
              <c:ptCount val="500"/>
              <c:pt idx="0">
                <c:v>-0.1394197629895248</c:v>
              </c:pt>
              <c:pt idx="1">
                <c:v>-0.10199291421800866</c:v>
              </c:pt>
              <c:pt idx="2">
                <c:v>-6.4421127934456673E-2</c:v>
              </c:pt>
              <c:pt idx="3">
                <c:v>-2.6757795703061631E-2</c:v>
              </c:pt>
              <c:pt idx="4">
                <c:v>1.0943560820182534E-2</c:v>
              </c:pt>
              <c:pt idx="5">
                <c:v>4.8629365944682437E-2</c:v>
              </c:pt>
              <c:pt idx="6">
                <c:v>8.624606607923338E-2</c:v>
              </c:pt>
              <c:pt idx="7">
                <c:v>0.12374020583460259</c:v>
              </c:pt>
              <c:pt idx="8">
                <c:v>0.16105850398656257</c:v>
              </c:pt>
              <c:pt idx="9">
                <c:v>0.19814792919142615</c:v>
              </c:pt>
              <c:pt idx="10">
                <c:v>0.23495577534648743</c:v>
              </c:pt>
              <c:pt idx="11">
                <c:v>0.27142973648827828</c:v>
              </c:pt>
              <c:pt idx="12">
                <c:v>0.30751798112220402</c:v>
              </c:pt>
              <c:pt idx="13">
                <c:v>0.34316922587793341</c:v>
              </c:pt>
              <c:pt idx="14">
                <c:v>0.37833280838587485</c:v>
              </c:pt>
              <c:pt idx="15">
                <c:v>0.4129587592711747</c:v>
              </c:pt>
              <c:pt idx="16">
                <c:v>0.44699787316293349</c:v>
              </c:pt>
              <c:pt idx="17">
                <c:v>0.48040177861773081</c:v>
              </c:pt>
              <c:pt idx="18">
                <c:v>0.51312300685809309</c:v>
              </c:pt>
              <c:pt idx="19">
                <c:v>0.54511505922822401</c:v>
              </c:pt>
              <c:pt idx="20">
                <c:v>0.57633247327113801</c:v>
              </c:pt>
              <c:pt idx="21">
                <c:v>0.60673088733329983</c:v>
              </c:pt>
              <c:pt idx="22">
                <c:v>0.63626710360496153</c:v>
              </c:pt>
              <c:pt idx="23">
                <c:v>0.66489914950661511</c:v>
              </c:pt>
              <c:pt idx="24">
                <c:v>0.6925863373343214</c:v>
              </c:pt>
              <c:pt idx="25">
                <c:v>0.71928932207916785</c:v>
              </c:pt>
              <c:pt idx="26">
                <c:v>0.74497015733867555</c:v>
              </c:pt>
              <c:pt idx="27">
                <c:v>0.7695923492407164</c:v>
              </c:pt>
              <c:pt idx="28">
                <c:v>0.79312090830329973</c:v>
              </c:pt>
              <c:pt idx="29">
                <c:v>0.81552239915654257</c:v>
              </c:pt>
              <c:pt idx="30">
                <c:v>0.83676498805615906</c:v>
              </c:pt>
              <c:pt idx="31">
                <c:v>0.85681848812095374</c:v>
              </c:pt>
              <c:pt idx="32">
                <c:v>0.87565440223003044</c:v>
              </c:pt>
              <c:pt idx="33">
                <c:v>0.89324596351876162</c:v>
              </c:pt>
              <c:pt idx="34">
                <c:v>0.90956817341596619</c:v>
              </c:pt>
              <c:pt idx="35">
                <c:v>0.92459783716824828</c:v>
              </c:pt>
              <c:pt idx="36">
                <c:v>0.93831359680101034</c:v>
              </c:pt>
              <c:pt idx="37">
                <c:v>0.9506959614693038</c:v>
              </c:pt>
              <c:pt idx="38">
                <c:v>0.96172733515538633</c:v>
              </c:pt>
              <c:pt idx="39">
                <c:v>0.9713920416736268</c:v>
              </c:pt>
              <c:pt idx="40">
                <c:v>0.97967634694722161</c:v>
              </c:pt>
              <c:pt idx="41">
                <c:v>0.98656847852506868</c:v>
              </c:pt>
              <c:pt idx="42">
                <c:v>0.99205864231106833</c:v>
              </c:pt>
              <c:pt idx="43">
                <c:v>0.99613903648206326</c:v>
              </c:pt>
              <c:pt idx="44">
                <c:v>0.99880386257466292</c:v>
              </c:pt>
              <c:pt idx="45">
                <c:v>1.0000493337251741</c:v>
              </c:pt>
              <c:pt idx="46">
                <c:v>0.99987368005094091</c:v>
              </c:pt>
              <c:pt idx="47">
                <c:v>0.9982771511654458</c:v>
              </c:pt>
              <c:pt idx="48">
                <c:v>0.99526201582359586</c:v>
              </c:pt>
              <c:pt idx="49">
                <c:v>0.99083255869769549</c:v>
              </c:pt>
              <c:pt idx="50">
                <c:v>0.98499507428869593</c:v>
              </c:pt>
              <c:pt idx="51">
                <c:v>0.97775785798136261</c:v>
              </c:pt>
              <c:pt idx="52">
                <c:v>0.96913119425607952</c:v>
              </c:pt>
              <c:pt idx="53">
                <c:v>0.95912734207404127</c:v>
              </c:pt>
              <c:pt idx="54">
                <c:v>0.94776051745659884</c:v>
              </c:pt>
              <c:pt idx="55">
                <c:v>0.93504687328351221</c:v>
              </c:pt>
              <c:pt idx="56">
                <c:v>0.92100447633882621</c:v>
              </c:pt>
              <c:pt idx="57">
                <c:v>0.90565328163698355</c:v>
              </c:pt>
              <c:pt idx="58">
                <c:v>0.88901510406565409</c:v>
              </c:pt>
              <c:pt idx="59">
                <c:v>0.87111358738558875</c:v>
              </c:pt>
              <c:pt idx="60">
                <c:v>0.8519741706315398</c:v>
              </c:pt>
              <c:pt idx="61">
                <c:v>0.8316240519620004</c:v>
              </c:pt>
              <c:pt idx="62">
                <c:v>0.81009215000913537</c:v>
              </c:pt>
              <c:pt idx="63">
                <c:v>0.7874090627838195</c:v>
              </c:pt>
              <c:pt idx="64">
                <c:v>0.7636070241941918</c:v>
              </c:pt>
              <c:pt idx="65">
                <c:v>0.73871985823950781</c:v>
              </c:pt>
              <c:pt idx="66">
                <c:v>0.71278293094438505</c:v>
              </c:pt>
              <c:pt idx="67">
                <c:v>0.68583310010174892</c:v>
              </c:pt>
              <c:pt idx="68">
                <c:v>0.65790866289588945</c:v>
              </c:pt>
              <c:pt idx="69">
                <c:v>0.62904930148006732</c:v>
              </c:pt>
              <c:pt idx="70">
                <c:v>0.59929602658600567</c:v>
              </c:pt>
              <c:pt idx="71">
                <c:v>0.56869111924539317</c:v>
              </c:pt>
              <c:pt idx="72">
                <c:v>0.53727807070622535</c:v>
              </c:pt>
              <c:pt idx="73">
                <c:v>0.50510152062936098</c:v>
              </c:pt>
              <c:pt idx="74">
                <c:v>0.47220719365312214</c:v>
              </c:pt>
              <c:pt idx="75">
                <c:v>0.43864183441608129</c:v>
              </c:pt>
              <c:pt idx="76">
                <c:v>0.40445314113037101</c:v>
              </c:pt>
              <c:pt idx="77">
                <c:v>0.36968969779991512</c:v>
              </c:pt>
              <c:pt idx="78">
                <c:v>0.33440090517990095</c:v>
              </c:pt>
              <c:pt idx="79">
                <c:v>0.29863691057560271</c:v>
              </c:pt>
              <c:pt idx="80">
                <c:v>0.26244853658031675</c:v>
              </c:pt>
              <c:pt idx="81">
                <c:v>0.22588720885367528</c:v>
              </c:pt>
              <c:pt idx="82">
                <c:v>0.18900488304297111</c:v>
              </c:pt>
              <c:pt idx="83">
                <c:v>0.15185397095133854</c:v>
              </c:pt>
              <c:pt idx="84">
                <c:v>0.11448726605771375</c:v>
              </c:pt>
              <c:pt idx="85">
                <c:v>7.6957868494412593E-2</c:v>
              </c:pt>
              <c:pt idx="86">
                <c:v>3.9319109588937029E-2</c:v>
              </c:pt>
              <c:pt idx="87">
                <c:v>1.6244760772402412E-3</c:v>
              </c:pt>
              <c:pt idx="88">
                <c:v>-3.6072465903851686E-2</c:v>
              </c:pt>
              <c:pt idx="89">
                <c:v>-7.3718146937051435E-2</c:v>
              </c:pt>
              <c:pt idx="90">
                <c:v>-0.11125907044968354</c:v>
              </c:pt>
              <c:pt idx="91">
                <c:v>-0.14864188873524145</c:v>
              </c:pt>
              <c:pt idx="92">
                <c:v>-0.18581347876339754</c:v>
              </c:pt>
              <c:pt idx="93">
                <c:v>-0.22272101767073627</c:v>
              </c:pt>
              <c:pt idx="94">
                <c:v>-0.25931205782493327</c:v>
              </c:pt>
              <c:pt idx="95">
                <c:v>-0.2955346013557108</c:v>
              </c:pt>
              <c:pt idx="96">
                <c:v>-0.3313371740466568</c:v>
              </c:pt>
              <c:pt idx="97">
                <c:v>-0.36666889848290274</c:v>
              </c:pt>
              <c:pt idx="98">
                <c:v>-0.40147956635071474</c:v>
              </c:pt>
              <c:pt idx="99">
                <c:v>-0.43571970978625357</c:v>
              </c:pt>
              <c:pt idx="100">
                <c:v>-0.46934067167211702</c:v>
              </c:pt>
              <c:pt idx="101">
                <c:v>-0.50229467478176593</c:v>
              </c:pt>
              <c:pt idx="102">
                <c:v>-0.53453488967357765</c:v>
              </c:pt>
              <c:pt idx="103">
                <c:v>-0.56601550123804356</c:v>
              </c:pt>
              <c:pt idx="104">
                <c:v>-0.5966917738035491</c:v>
              </c:pt>
              <c:pt idx="105">
                <c:v>-0.62652011470820901</c:v>
              </c:pt>
              <c:pt idx="106">
                <c:v>-0.65545813624742655</c:v>
              </c:pt>
              <c:pt idx="107">
                <c:v>-0.68346471590913938</c:v>
              </c:pt>
              <c:pt idx="108">
                <c:v>-0.71050005481116152</c:v>
              </c:pt>
              <c:pt idx="109">
                <c:v>-0.73652573425757173</c:v>
              </c:pt>
              <c:pt idx="110">
                <c:v>-0.76150477033378172</c:v>
              </c:pt>
              <c:pt idx="111">
                <c:v>-0.78540166646270382</c:v>
              </c:pt>
              <c:pt idx="112">
                <c:v>-0.8081824638473285</c:v>
              </c:pt>
              <c:pt idx="113">
                <c:v>-0.82981478972803457</c:v>
              </c:pt>
              <c:pt idx="114">
                <c:v>-0.85026790338604918</c:v>
              </c:pt>
              <c:pt idx="115">
                <c:v>-0.8695127398276945</c:v>
              </c:pt>
              <c:pt idx="116">
                <c:v>-0.88752195108733267</c:v>
              </c:pt>
              <c:pt idx="117">
                <c:v>-0.90426994509032055</c:v>
              </c:pt>
              <c:pt idx="118">
                <c:v>-0.9197329220207493</c:v>
              </c:pt>
              <c:pt idx="119">
                <c:v>-0.93388890814228487</c:v>
              </c:pt>
              <c:pt idx="120">
                <c:v>-0.94671778702405007</c:v>
              </c:pt>
              <c:pt idx="121">
                <c:v>-0.95820132812717196</c:v>
              </c:pt>
              <c:pt idx="122">
                <c:v>-0.96832321271137767</c:v>
              </c:pt>
              <c:pt idx="123">
                <c:v>-0.97706905702481606</c:v>
              </c:pt>
              <c:pt idx="124">
                <c:v>-0.98442643274415365</c:v>
              </c:pt>
              <c:pt idx="125">
                <c:v>-0.99038488463590868</c:v>
              </c:pt>
              <c:pt idx="126">
                <c:v>-0.99493594541390284</c:v>
              </c:pt>
              <c:pt idx="127">
                <c:v>-0.99807314777174028</c:v>
              </c:pt>
              <c:pt idx="128">
                <c:v>-0.99979203357320823</c:v>
              </c:pt>
              <c:pt idx="129">
                <c:v>-1.0000901601875265</c:v>
              </c:pt>
              <c:pt idx="130">
                <c:v>-0.99896710396046373</c:v>
              </c:pt>
              <c:pt idx="131">
                <c:v>-0.99642446081637048</c:v>
              </c:pt>
              <c:pt idx="132">
                <c:v>-0.99246584399028492</c:v>
              </c:pt>
              <c:pt idx="133">
                <c:v>-0.98709687889332787</c:v>
              </c:pt>
              <c:pt idx="134">
                <c:v>-0.98032519511868554</c:v>
              </c:pt>
              <c:pt idx="135">
                <c:v>-0.97216041559953981</c:v>
              </c:pt>
              <c:pt idx="136">
                <c:v>-0.96261414293435466</c:v>
              </c:pt>
              <c:pt idx="137">
                <c:v>-0.95169994289894833</c:v>
              </c:pt>
              <c:pt idx="138">
                <c:v>-0.93943332516878386</c:v>
              </c:pt>
              <c:pt idx="139">
                <c:v>-0.92583172127886981</c:v>
              </c:pt>
              <c:pt idx="140">
                <c:v>-0.910914459852598</c:v>
              </c:pt>
              <c:pt idx="141">
                <c:v>-0.89470273913470966</c:v>
              </c:pt>
              <c:pt idx="142">
                <c:v>-0.87721959686743156</c:v>
              </c:pt>
              <c:pt idx="143">
                <c:v>-0.85848987755258266</c:v>
              </c:pt>
              <c:pt idx="144">
                <c:v>-0.83854019714617678</c:v>
              </c:pt>
              <c:pt idx="145">
                <c:v>-0.81739890523569481</c:v>
              </c:pt>
              <c:pt idx="146">
                <c:v>-0.79509604475376816</c:v>
              </c:pt>
              <c:pt idx="147">
                <c:v>-0.77166330928552795</c:v>
              </c:pt>
              <c:pt idx="148">
                <c:v>-0.74713399803028602</c:v>
              </c:pt>
              <c:pt idx="149">
                <c:v>-0.72154296848155097</c:v>
              </c:pt>
              <c:pt idx="150">
                <c:v>-0.6949265868926231</c:v>
              </c:pt>
              <c:pt idx="151">
                <c:v>-0.66732267659815714</c:v>
              </c:pt>
              <c:pt idx="152">
                <c:v>-0.63877046426513429</c:v>
              </c:pt>
              <c:pt idx="153">
                <c:v>-0.6093105241496235</c:v>
              </c:pt>
              <c:pt idx="154">
                <c:v>-0.57898472043854221</c:v>
              </c:pt>
              <c:pt idx="155">
                <c:v>-0.54783614775835676</c:v>
              </c:pt>
              <c:pt idx="156">
                <c:v>-0.51590906993525798</c:v>
              </c:pt>
              <c:pt idx="157">
                <c:v>-0.4832488570938448</c:v>
              </c:pt>
              <c:pt idx="158">
                <c:v>-0.44990192118369343</c:v>
              </c:pt>
              <c:pt idx="159">
                <c:v>-0.41591565002543734</c:v>
              </c:pt>
              <c:pt idx="160">
                <c:v>-0.38133833997008082</c:v>
              </c:pt>
              <c:pt idx="161">
                <c:v>-0.34621912726724208</c:v>
              </c:pt>
              <c:pt idx="162">
                <c:v>-0.31060791823985406</c:v>
              </c:pt>
              <c:pt idx="163">
                <c:v>-0.27455531836454805</c:v>
              </c:pt>
              <c:pt idx="164">
                <c:v>-0.23811256035850215</c:v>
              </c:pt>
              <c:pt idx="165">
                <c:v>-0.20133143137494836</c:v>
              </c:pt>
              <c:pt idx="166">
                <c:v>-0.16426419941079232</c:v>
              </c:pt>
              <c:pt idx="167">
                <c:v>-0.12696353903093008</c:v>
              </c:pt>
              <c:pt idx="168">
                <c:v>-8.9482456514809586E-2</c:v>
              </c:pt>
              <c:pt idx="169">
                <c:v>-5.1874214531606948E-2</c:v>
              </c:pt>
              <c:pt idx="170">
                <c:v>-1.4192256451058999E-2</c:v>
              </c:pt>
              <c:pt idx="171">
                <c:v>2.3509869602489481E-2</c:v>
              </c:pt>
              <c:pt idx="172">
                <c:v>6.1178586844900455E-2</c:v>
              </c:pt>
              <c:pt idx="173">
                <c:v>9.8760365967784702E-2</c:v>
              </c:pt>
              <c:pt idx="174">
                <c:v>0.13620180120657788</c:v>
              </c:pt>
              <c:pt idx="175">
                <c:v>0.1734496862330544</c:v>
              </c:pt>
              <c:pt idx="176">
                <c:v>0.21045108976443122</c:v>
              </c:pt>
              <c:pt idx="177">
                <c:v>0.24715343078161711</c:v>
              </c:pt>
              <c:pt idx="178">
                <c:v>0.28350455324971807</c:v>
              </c:pt>
              <c:pt idx="179">
                <c:v>0.31945280023461592</c:v>
              </c:pt>
              <c:pt idx="180">
                <c:v>0.35494708731029956</c:v>
              </c:pt>
              <c:pt idx="181">
                <c:v>0.38993697515262937</c:v>
              </c:pt>
              <c:pt idx="182">
                <c:v>0.42437274121637547</c:v>
              </c:pt>
              <c:pt idx="183">
                <c:v>0.45820545039367672</c:v>
              </c:pt>
              <c:pt idx="184">
                <c:v>0.4913870245535063</c:v>
              </c:pt>
              <c:pt idx="185">
                <c:v>0.52387031086332647</c:v>
              </c:pt>
              <c:pt idx="186">
                <c:v>0.55560914879584378</c:v>
              </c:pt>
              <c:pt idx="187">
                <c:v>0.58655843572564437</c:v>
              </c:pt>
              <c:pt idx="188">
                <c:v>0.61667419102249255</c:v>
              </c:pt>
              <c:pt idx="189">
                <c:v>0.64591361855021268</c:v>
              </c:pt>
              <c:pt idx="190">
                <c:v>0.67423516748234091</c:v>
              </c:pt>
              <c:pt idx="191">
                <c:v>0.70159859134812252</c:v>
              </c:pt>
              <c:pt idx="192">
                <c:v>0.72796500522495133</c:v>
              </c:pt>
              <c:pt idx="193">
                <c:v>0.75329694099596778</c:v>
              </c:pt>
              <c:pt idx="194">
                <c:v>0.77755840059430825</c:v>
              </c:pt>
              <c:pt idx="195">
                <c:v>0.80071490715832494</c:v>
              </c:pt>
              <c:pt idx="196">
                <c:v>0.82273355402509385</c:v>
              </c:pt>
              <c:pt idx="197">
                <c:v>0.84358305149258161</c:v>
              </c:pt>
              <c:pt idx="198">
                <c:v>0.86323377128402867</c:v>
              </c:pt>
              <c:pt idx="199">
                <c:v>0.88165778865134603</c:v>
              </c:pt>
              <c:pt idx="200">
                <c:v>0.89882892205771536</c:v>
              </c:pt>
              <c:pt idx="201">
                <c:v>0.91472277038298078</c:v>
              </c:pt>
              <c:pt idx="202">
                <c:v>0.92931674759898009</c:v>
              </c:pt>
              <c:pt idx="203">
                <c:v>0.94259011486552424</c:v>
              </c:pt>
              <c:pt idx="204">
                <c:v>0.95452401000142439</c:v>
              </c:pt>
              <c:pt idx="205">
                <c:v>0.96510147428868243</c:v>
              </c:pt>
              <c:pt idx="206">
                <c:v>0.97430747657176198</c:v>
              </c:pt>
              <c:pt idx="207">
                <c:v>0.98212893461767559</c:v>
              </c:pt>
              <c:pt idx="208">
                <c:v>0.98855473370655955</c:v>
              </c:pt>
              <c:pt idx="209">
                <c:v>0.99357574242629798</c:v>
              </c:pt>
              <c:pt idx="210">
                <c:v>0.99718482564875333</c:v>
              </c:pt>
              <c:pt idx="211">
                <c:v>0.99937685466918391</c:v>
              </c:pt>
              <c:pt idx="212">
                <c:v>1.0001487144944052</c:v>
              </c:pt>
              <c:pt idx="213">
                <c:v>0.99949930826937194</c:v>
              </c:pt>
              <c:pt idx="214">
                <c:v>0.99742955883586337</c:v>
              </c:pt>
              <c:pt idx="215">
                <c:v>0.99394240742107942</c:v>
              </c:pt>
              <c:pt idx="216">
                <c:v>0.9890428094579925</c:v>
              </c:pt>
              <c:pt idx="217">
                <c:v>0.9827377275434086</c:v>
              </c:pt>
              <c:pt idx="218">
                <c:v>0.97503612154373565</c:v>
              </c:pt>
              <c:pt idx="219">
                <c:v>0.96594893586252117</c:v>
              </c:pt>
              <c:pt idx="220">
                <c:v>0.95548908388785847</c:v>
              </c:pt>
              <c:pt idx="221">
                <c:v>0.94367142964175488</c:v>
              </c:pt>
              <c:pt idx="222">
                <c:v>0.93051276665754168</c:v>
              </c:pt>
              <c:pt idx="223">
                <c:v>0.9160317941153463</c:v>
              </c:pt>
              <c:pt idx="224">
                <c:v>0.9002490902695327</c:v>
              </c:pt>
              <c:pt idx="225">
                <c:v>0.88318708320587691</c:v>
              </c:pt>
              <c:pt idx="226">
                <c:v>0.86487001897002935</c:v>
              </c:pt>
              <c:pt idx="227">
                <c:v>0.84532392711255711</c:v>
              </c:pt>
              <c:pt idx="228">
                <c:v>0.82457658369952846</c:v>
              </c:pt>
              <c:pt idx="229">
                <c:v>0.80265747184120428</c:v>
              </c:pt>
              <c:pt idx="230">
                <c:v>0.77959773979492275</c:v>
              </c:pt>
              <c:pt idx="231">
                <c:v>0.75543015670172253</c:v>
              </c:pt>
              <c:pt idx="232">
                <c:v>0.73018906601960187</c:v>
              </c:pt>
              <c:pt idx="233">
                <c:v>0.70391033671958203</c:v>
              </c:pt>
              <c:pt idx="234">
                <c:v>0.67663131231393991</c:v>
              </c:pt>
              <c:pt idx="235">
                <c:v>0.64839075778903144</c:v>
              </c:pt>
              <c:pt idx="236">
                <c:v>0.61922880451812623</c:v>
              </c:pt>
              <c:pt idx="237">
                <c:v>0.58918689323253026</c:v>
              </c:pt>
              <c:pt idx="238">
                <c:v>0.55830771513203903</c:v>
              </c:pt>
              <c:pt idx="239">
                <c:v>0.52663515121840487</c:v>
              </c:pt>
              <c:pt idx="240">
                <c:v>0.49421420993803383</c:v>
              </c:pt>
              <c:pt idx="241">
                <c:v>0.46109096322252235</c:v>
              </c:pt>
              <c:pt idx="242">
                <c:v>0.42731248101791752</c:v>
              </c:pt>
              <c:pt idx="243">
                <c:v>0.39292676439575097</c:v>
              </c:pt>
              <c:pt idx="244">
                <c:v>0.35798267734088834</c:v>
              </c:pt>
              <c:pt idx="245">
                <c:v>0.32252987731313409</c:v>
              </c:pt>
              <c:pt idx="246">
                <c:v>0.28661874468126325</c:v>
              </c:pt>
              <c:pt idx="247">
                <c:v>0.25030031112976009</c:v>
              </c:pt>
              <c:pt idx="248">
                <c:v>0.21362618714000342</c:v>
              </c:pt>
              <c:pt idx="249">
                <c:v>0.17664848864894789</c:v>
              </c:pt>
              <c:pt idx="250">
                <c:v>0.13941976298952519</c:v>
              </c:pt>
              <c:pt idx="251">
                <c:v>0.10199291421800907</c:v>
              </c:pt>
              <c:pt idx="252">
                <c:v>6.4421127934457104E-2</c:v>
              </c:pt>
              <c:pt idx="253">
                <c:v>2.6757795703062092E-2</c:v>
              </c:pt>
              <c:pt idx="254">
                <c:v>-1.0943560820182057E-2</c:v>
              </c:pt>
              <c:pt idx="255">
                <c:v>-4.8629365944681965E-2</c:v>
              </c:pt>
              <c:pt idx="256">
                <c:v>-8.6246066079232922E-2</c:v>
              </c:pt>
              <c:pt idx="257">
                <c:v>-0.12374020583460216</c:v>
              </c:pt>
              <c:pt idx="258">
                <c:v>-0.16105850398656218</c:v>
              </c:pt>
              <c:pt idx="259">
                <c:v>-0.19814792919142576</c:v>
              </c:pt>
              <c:pt idx="260">
                <c:v>-0.23495577534648704</c:v>
              </c:pt>
              <c:pt idx="261">
                <c:v>-0.2714297364882779</c:v>
              </c:pt>
              <c:pt idx="262">
                <c:v>-0.30751798112220363</c:v>
              </c:pt>
              <c:pt idx="263">
                <c:v>-0.34316922587793303</c:v>
              </c:pt>
              <c:pt idx="264">
                <c:v>-0.37833280838587441</c:v>
              </c:pt>
              <c:pt idx="265">
                <c:v>-0.41295875927117431</c:v>
              </c:pt>
              <c:pt idx="266">
                <c:v>-0.44699787316293305</c:v>
              </c:pt>
              <c:pt idx="267">
                <c:v>-0.48040177861773042</c:v>
              </c:pt>
              <c:pt idx="268">
                <c:v>-0.51312300685809265</c:v>
              </c:pt>
              <c:pt idx="269">
                <c:v>-0.54511505922822368</c:v>
              </c:pt>
              <c:pt idx="270">
                <c:v>-0.57633247327113768</c:v>
              </c:pt>
              <c:pt idx="271">
                <c:v>-0.6067308873332995</c:v>
              </c:pt>
              <c:pt idx="272">
                <c:v>-0.6362671036049613</c:v>
              </c:pt>
              <c:pt idx="273">
                <c:v>-0.66489914950661477</c:v>
              </c:pt>
              <c:pt idx="274">
                <c:v>-0.69258633733432107</c:v>
              </c:pt>
              <c:pt idx="275">
                <c:v>-0.71928932207916751</c:v>
              </c:pt>
              <c:pt idx="276">
                <c:v>-0.74497015733867522</c:v>
              </c:pt>
              <c:pt idx="277">
                <c:v>-0.76959234924071607</c:v>
              </c:pt>
              <c:pt idx="278">
                <c:v>-0.7931209083032994</c:v>
              </c:pt>
              <c:pt idx="279">
                <c:v>-0.81552239915654223</c:v>
              </c:pt>
              <c:pt idx="280">
                <c:v>-0.83676498805615873</c:v>
              </c:pt>
              <c:pt idx="281">
                <c:v>-0.8568184881209534</c:v>
              </c:pt>
              <c:pt idx="282">
                <c:v>-0.87565440223003033</c:v>
              </c:pt>
              <c:pt idx="283">
                <c:v>-0.89324596351876151</c:v>
              </c:pt>
              <c:pt idx="284">
                <c:v>-0.90956817341596607</c:v>
              </c:pt>
              <c:pt idx="285">
                <c:v>-0.92459783716824828</c:v>
              </c:pt>
              <c:pt idx="286">
                <c:v>-0.93831359680101034</c:v>
              </c:pt>
              <c:pt idx="287">
                <c:v>-0.9506959614693038</c:v>
              </c:pt>
              <c:pt idx="288">
                <c:v>-0.96172733515538633</c:v>
              </c:pt>
              <c:pt idx="289">
                <c:v>-0.9713920416736268</c:v>
              </c:pt>
              <c:pt idx="290">
                <c:v>-0.97967634694722161</c:v>
              </c:pt>
              <c:pt idx="291">
                <c:v>-0.98656847852506868</c:v>
              </c:pt>
              <c:pt idx="292">
                <c:v>-0.99205864231106833</c:v>
              </c:pt>
              <c:pt idx="293">
                <c:v>-0.99613903648206326</c:v>
              </c:pt>
              <c:pt idx="294">
                <c:v>-0.99880386257466292</c:v>
              </c:pt>
              <c:pt idx="295">
                <c:v>-1.0000493337251741</c:v>
              </c:pt>
              <c:pt idx="296">
                <c:v>-0.99987368005094091</c:v>
              </c:pt>
              <c:pt idx="297">
                <c:v>-0.9982771511654458</c:v>
              </c:pt>
              <c:pt idx="298">
                <c:v>-0.99526201582359586</c:v>
              </c:pt>
              <c:pt idx="299">
                <c:v>-0.99083255869769549</c:v>
              </c:pt>
              <c:pt idx="300">
                <c:v>-0.98499507428869593</c:v>
              </c:pt>
              <c:pt idx="301">
                <c:v>-0.97775785798136261</c:v>
              </c:pt>
              <c:pt idx="302">
                <c:v>-0.96913119425607974</c:v>
              </c:pt>
              <c:pt idx="303">
                <c:v>-0.95912734207404149</c:v>
              </c:pt>
              <c:pt idx="304">
                <c:v>-0.94776051745659906</c:v>
              </c:pt>
              <c:pt idx="305">
                <c:v>-0.93504687328351244</c:v>
              </c:pt>
              <c:pt idx="306">
                <c:v>-0.92100447633882643</c:v>
              </c:pt>
              <c:pt idx="307">
                <c:v>-0.90565328163698378</c:v>
              </c:pt>
              <c:pt idx="308">
                <c:v>-0.88901510406565432</c:v>
              </c:pt>
              <c:pt idx="309">
                <c:v>-0.87111358738558919</c:v>
              </c:pt>
              <c:pt idx="310">
                <c:v>-0.85197417063154024</c:v>
              </c:pt>
              <c:pt idx="311">
                <c:v>-0.83162405196200084</c:v>
              </c:pt>
              <c:pt idx="312">
                <c:v>-0.8100921500091357</c:v>
              </c:pt>
              <c:pt idx="313">
                <c:v>-0.78740906278381995</c:v>
              </c:pt>
              <c:pt idx="314">
                <c:v>-0.76360702419419224</c:v>
              </c:pt>
              <c:pt idx="315">
                <c:v>-0.73871985823950825</c:v>
              </c:pt>
              <c:pt idx="316">
                <c:v>-0.71278293094438538</c:v>
              </c:pt>
              <c:pt idx="317">
                <c:v>-0.68583310010174936</c:v>
              </c:pt>
              <c:pt idx="318">
                <c:v>-0.6579086628958899</c:v>
              </c:pt>
              <c:pt idx="319">
                <c:v>-0.62904930148006766</c:v>
              </c:pt>
              <c:pt idx="320">
                <c:v>-0.59929602658600589</c:v>
              </c:pt>
              <c:pt idx="321">
                <c:v>-0.56869111924539339</c:v>
              </c:pt>
              <c:pt idx="322">
                <c:v>-0.53727807070622557</c:v>
              </c:pt>
              <c:pt idx="323">
                <c:v>-0.5051015206293612</c:v>
              </c:pt>
              <c:pt idx="324">
                <c:v>-0.47220719365312236</c:v>
              </c:pt>
              <c:pt idx="325">
                <c:v>-0.43864183441608151</c:v>
              </c:pt>
              <c:pt idx="326">
                <c:v>-0.40445314113037123</c:v>
              </c:pt>
              <c:pt idx="327">
                <c:v>-0.36968969779991534</c:v>
              </c:pt>
              <c:pt idx="328">
                <c:v>-0.33440090517990118</c:v>
              </c:pt>
              <c:pt idx="329">
                <c:v>-0.29863691057560304</c:v>
              </c:pt>
              <c:pt idx="330">
                <c:v>-0.26244853658031708</c:v>
              </c:pt>
              <c:pt idx="331">
                <c:v>-0.22588720885367577</c:v>
              </c:pt>
              <c:pt idx="332">
                <c:v>-0.18900488304297164</c:v>
              </c:pt>
              <c:pt idx="333">
                <c:v>-0.1518539709513391</c:v>
              </c:pt>
              <c:pt idx="334">
                <c:v>-0.11448726605771432</c:v>
              </c:pt>
              <c:pt idx="335">
                <c:v>-7.6957868494413176E-2</c:v>
              </c:pt>
              <c:pt idx="336">
                <c:v>-3.9319109588937619E-2</c:v>
              </c:pt>
              <c:pt idx="337">
                <c:v>-1.6244760772407964E-3</c:v>
              </c:pt>
              <c:pt idx="338">
                <c:v>3.60724659038512E-2</c:v>
              </c:pt>
              <c:pt idx="339">
                <c:v>7.3718146937051018E-2</c:v>
              </c:pt>
              <c:pt idx="340">
                <c:v>0.11125907044968318</c:v>
              </c:pt>
              <c:pt idx="341">
                <c:v>0.14864188873524117</c:v>
              </c:pt>
              <c:pt idx="342">
                <c:v>0.18581347876339732</c:v>
              </c:pt>
              <c:pt idx="343">
                <c:v>0.22272101767073604</c:v>
              </c:pt>
              <c:pt idx="344">
                <c:v>0.25931205782493305</c:v>
              </c:pt>
              <c:pt idx="345">
                <c:v>0.29553460135571075</c:v>
              </c:pt>
              <c:pt idx="346">
                <c:v>0.33133717404665675</c:v>
              </c:pt>
              <c:pt idx="347">
                <c:v>0.36666889848290274</c:v>
              </c:pt>
              <c:pt idx="348">
                <c:v>0.40147956635071474</c:v>
              </c:pt>
              <c:pt idx="349">
                <c:v>0.43571970978625357</c:v>
              </c:pt>
              <c:pt idx="350">
                <c:v>0.46934067167211696</c:v>
              </c:pt>
              <c:pt idx="351">
                <c:v>0.50229467478176582</c:v>
              </c:pt>
              <c:pt idx="352">
                <c:v>0.53453488967357743</c:v>
              </c:pt>
              <c:pt idx="353">
                <c:v>0.56601550123804323</c:v>
              </c:pt>
              <c:pt idx="354">
                <c:v>0.59669177380354876</c:v>
              </c:pt>
              <c:pt idx="355">
                <c:v>0.62652011470820868</c:v>
              </c:pt>
              <c:pt idx="356">
                <c:v>0.65545813624742622</c:v>
              </c:pt>
              <c:pt idx="357">
                <c:v>0.68346471590913904</c:v>
              </c:pt>
              <c:pt idx="358">
                <c:v>0.71050005481116119</c:v>
              </c:pt>
              <c:pt idx="359">
                <c:v>0.7365257342575714</c:v>
              </c:pt>
              <c:pt idx="360">
                <c:v>0.76150477033378139</c:v>
              </c:pt>
              <c:pt idx="361">
                <c:v>0.78540166646270348</c:v>
              </c:pt>
              <c:pt idx="362">
                <c:v>0.80818246384732817</c:v>
              </c:pt>
              <c:pt idx="363">
                <c:v>0.82981478972803424</c:v>
              </c:pt>
              <c:pt idx="364">
                <c:v>0.85026790338604885</c:v>
              </c:pt>
              <c:pt idx="365">
                <c:v>0.86951273982769428</c:v>
              </c:pt>
              <c:pt idx="366">
                <c:v>0.88752195108733245</c:v>
              </c:pt>
              <c:pt idx="367">
                <c:v>0.90426994509032033</c:v>
              </c:pt>
              <c:pt idx="368">
                <c:v>0.91973292202074908</c:v>
              </c:pt>
              <c:pt idx="369">
                <c:v>0.93388890814228465</c:v>
              </c:pt>
              <c:pt idx="370">
                <c:v>0.94671778702404985</c:v>
              </c:pt>
              <c:pt idx="371">
                <c:v>0.95820132812717174</c:v>
              </c:pt>
              <c:pt idx="372">
                <c:v>0.96832321271137745</c:v>
              </c:pt>
              <c:pt idx="373">
                <c:v>0.97706905702481583</c:v>
              </c:pt>
              <c:pt idx="374">
                <c:v>0.98442643274415353</c:v>
              </c:pt>
              <c:pt idx="375">
                <c:v>0.99038488463590846</c:v>
              </c:pt>
              <c:pt idx="376">
                <c:v>0.99493594541390262</c:v>
              </c:pt>
              <c:pt idx="377">
                <c:v>0.99807314777174005</c:v>
              </c:pt>
              <c:pt idx="378">
                <c:v>0.99979203357320801</c:v>
              </c:pt>
              <c:pt idx="379">
                <c:v>1.0000901601875265</c:v>
              </c:pt>
              <c:pt idx="380">
                <c:v>0.99896710396046373</c:v>
              </c:pt>
              <c:pt idx="381">
                <c:v>0.99642446081637048</c:v>
              </c:pt>
              <c:pt idx="382">
                <c:v>0.99246584399028492</c:v>
              </c:pt>
              <c:pt idx="383">
                <c:v>0.98709687889332787</c:v>
              </c:pt>
              <c:pt idx="384">
                <c:v>0.98032519511868554</c:v>
              </c:pt>
              <c:pt idx="385">
                <c:v>0.97216041559953981</c:v>
              </c:pt>
              <c:pt idx="386">
                <c:v>0.96261414293435466</c:v>
              </c:pt>
              <c:pt idx="387">
                <c:v>0.95169994289894833</c:v>
              </c:pt>
              <c:pt idx="388">
                <c:v>0.93943332516878386</c:v>
              </c:pt>
              <c:pt idx="389">
                <c:v>0.92583172127886992</c:v>
              </c:pt>
              <c:pt idx="390">
                <c:v>0.91091445985259811</c:v>
              </c:pt>
              <c:pt idx="391">
                <c:v>0.89470273913470977</c:v>
              </c:pt>
              <c:pt idx="392">
                <c:v>0.87721959686743167</c:v>
              </c:pt>
              <c:pt idx="393">
                <c:v>0.85848987755258277</c:v>
              </c:pt>
              <c:pt idx="394">
                <c:v>0.83854019714617689</c:v>
              </c:pt>
              <c:pt idx="395">
                <c:v>0.81739890523569492</c:v>
              </c:pt>
              <c:pt idx="396">
                <c:v>0.79509604475376827</c:v>
              </c:pt>
              <c:pt idx="397">
                <c:v>0.77166330928552807</c:v>
              </c:pt>
              <c:pt idx="398">
                <c:v>0.74713399803028613</c:v>
              </c:pt>
              <c:pt idx="399">
                <c:v>0.72154296848155108</c:v>
              </c:pt>
              <c:pt idx="400">
                <c:v>0.69492658689262321</c:v>
              </c:pt>
              <c:pt idx="401">
                <c:v>0.66732267659815725</c:v>
              </c:pt>
              <c:pt idx="402">
                <c:v>0.6387704642651344</c:v>
              </c:pt>
              <c:pt idx="403">
                <c:v>0.60931052414962394</c:v>
              </c:pt>
              <c:pt idx="404">
                <c:v>0.57898472043854265</c:v>
              </c:pt>
              <c:pt idx="405">
                <c:v>0.54783614775835709</c:v>
              </c:pt>
              <c:pt idx="406">
                <c:v>0.51590906993525842</c:v>
              </c:pt>
              <c:pt idx="407">
                <c:v>0.48324885709384524</c:v>
              </c:pt>
              <c:pt idx="408">
                <c:v>0.44990192118369388</c:v>
              </c:pt>
              <c:pt idx="409">
                <c:v>0.41591565002543768</c:v>
              </c:pt>
              <c:pt idx="410">
                <c:v>0.38133833997008115</c:v>
              </c:pt>
              <c:pt idx="411">
                <c:v>0.34621912726724241</c:v>
              </c:pt>
              <c:pt idx="412">
                <c:v>0.31060791823985434</c:v>
              </c:pt>
              <c:pt idx="413">
                <c:v>0.27455531836454833</c:v>
              </c:pt>
              <c:pt idx="414">
                <c:v>0.23811256035850242</c:v>
              </c:pt>
              <c:pt idx="415">
                <c:v>0.20133143137494861</c:v>
              </c:pt>
              <c:pt idx="416">
                <c:v>0.16426419941079251</c:v>
              </c:pt>
              <c:pt idx="417">
                <c:v>0.12696353903093027</c:v>
              </c:pt>
              <c:pt idx="418">
                <c:v>8.9482456514809766E-2</c:v>
              </c:pt>
              <c:pt idx="419">
                <c:v>5.187421453160717E-2</c:v>
              </c:pt>
              <c:pt idx="420">
                <c:v>1.4192256451059274E-2</c:v>
              </c:pt>
              <c:pt idx="421">
                <c:v>-2.3509869602489145E-2</c:v>
              </c:pt>
              <c:pt idx="422">
                <c:v>-6.1178586844900081E-2</c:v>
              </c:pt>
              <c:pt idx="423">
                <c:v>-9.87603659677843E-2</c:v>
              </c:pt>
              <c:pt idx="424">
                <c:v>-0.13620180120657741</c:v>
              </c:pt>
              <c:pt idx="425">
                <c:v>-0.1734496862330539</c:v>
              </c:pt>
              <c:pt idx="426">
                <c:v>-0.21045108976443072</c:v>
              </c:pt>
              <c:pt idx="427">
                <c:v>-0.24715343078161664</c:v>
              </c:pt>
              <c:pt idx="428">
                <c:v>-0.28350455324971757</c:v>
              </c:pt>
              <c:pt idx="429">
                <c:v>-0.31945280023461547</c:v>
              </c:pt>
              <c:pt idx="430">
                <c:v>-0.35494708731029911</c:v>
              </c:pt>
              <c:pt idx="431">
                <c:v>-0.38993697515262898</c:v>
              </c:pt>
              <c:pt idx="432">
                <c:v>-0.42437274121637514</c:v>
              </c:pt>
              <c:pt idx="433">
                <c:v>-0.45820545039367633</c:v>
              </c:pt>
              <c:pt idx="434">
                <c:v>-0.49138702455350597</c:v>
              </c:pt>
              <c:pt idx="435">
                <c:v>-0.52387031086332614</c:v>
              </c:pt>
              <c:pt idx="436">
                <c:v>-0.55560914879584344</c:v>
              </c:pt>
              <c:pt idx="437">
                <c:v>-0.58655843572564403</c:v>
              </c:pt>
              <c:pt idx="438">
                <c:v>-0.61667419102249221</c:v>
              </c:pt>
              <c:pt idx="439">
                <c:v>-0.64591361855021234</c:v>
              </c:pt>
              <c:pt idx="440">
                <c:v>-0.67423516748234069</c:v>
              </c:pt>
              <c:pt idx="441">
                <c:v>-0.7015985913481223</c:v>
              </c:pt>
              <c:pt idx="442">
                <c:v>-0.72796500522495111</c:v>
              </c:pt>
              <c:pt idx="443">
                <c:v>-0.75329694099596756</c:v>
              </c:pt>
              <c:pt idx="444">
                <c:v>-0.77755840059430803</c:v>
              </c:pt>
              <c:pt idx="445">
                <c:v>-0.80071490715832472</c:v>
              </c:pt>
              <c:pt idx="446">
                <c:v>-0.82273355402509363</c:v>
              </c:pt>
              <c:pt idx="447">
                <c:v>-0.84358305149258139</c:v>
              </c:pt>
              <c:pt idx="448">
                <c:v>-0.86323377128402845</c:v>
              </c:pt>
              <c:pt idx="449">
                <c:v>-0.88165778865134581</c:v>
              </c:pt>
              <c:pt idx="450">
                <c:v>-0.89882892205771514</c:v>
              </c:pt>
              <c:pt idx="451">
                <c:v>-0.91472277038298055</c:v>
              </c:pt>
              <c:pt idx="452">
                <c:v>-0.92931674759897998</c:v>
              </c:pt>
              <c:pt idx="453">
                <c:v>-0.94259011486552413</c:v>
              </c:pt>
              <c:pt idx="454">
                <c:v>-0.95452401000142428</c:v>
              </c:pt>
              <c:pt idx="455">
                <c:v>-0.9651014742886822</c:v>
              </c:pt>
              <c:pt idx="456">
                <c:v>-0.97430747657176175</c:v>
              </c:pt>
              <c:pt idx="457">
                <c:v>-0.98212893461767536</c:v>
              </c:pt>
              <c:pt idx="458">
                <c:v>-0.98855473370655933</c:v>
              </c:pt>
              <c:pt idx="459">
                <c:v>-0.99357574242629776</c:v>
              </c:pt>
              <c:pt idx="460">
                <c:v>-0.9971848256487531</c:v>
              </c:pt>
              <c:pt idx="461">
                <c:v>-0.9993768546691838</c:v>
              </c:pt>
              <c:pt idx="462">
                <c:v>-1.0001487144944052</c:v>
              </c:pt>
              <c:pt idx="463">
                <c:v>-0.99949930826937194</c:v>
              </c:pt>
              <c:pt idx="464">
                <c:v>-0.99742955883586337</c:v>
              </c:pt>
              <c:pt idx="465">
                <c:v>-0.99394240742107942</c:v>
              </c:pt>
              <c:pt idx="466">
                <c:v>-0.9890428094579925</c:v>
              </c:pt>
              <c:pt idx="467">
                <c:v>-0.9827377275434086</c:v>
              </c:pt>
              <c:pt idx="468">
                <c:v>-0.97503612154373565</c:v>
              </c:pt>
              <c:pt idx="469">
                <c:v>-0.96594893586252117</c:v>
              </c:pt>
              <c:pt idx="470">
                <c:v>-0.95548908388785847</c:v>
              </c:pt>
              <c:pt idx="471">
                <c:v>-0.94367142964175499</c:v>
              </c:pt>
              <c:pt idx="472">
                <c:v>-0.9305127666575419</c:v>
              </c:pt>
              <c:pt idx="473">
                <c:v>-0.91603179411534652</c:v>
              </c:pt>
              <c:pt idx="474">
                <c:v>-0.90024909026953293</c:v>
              </c:pt>
              <c:pt idx="475">
                <c:v>-0.88318708320587713</c:v>
              </c:pt>
              <c:pt idx="476">
                <c:v>-0.86487001897002946</c:v>
              </c:pt>
              <c:pt idx="477">
                <c:v>-0.84532392711255733</c:v>
              </c:pt>
              <c:pt idx="478">
                <c:v>-0.82457658369952869</c:v>
              </c:pt>
              <c:pt idx="479">
                <c:v>-0.80265747184120462</c:v>
              </c:pt>
              <c:pt idx="480">
                <c:v>-0.77959773979492308</c:v>
              </c:pt>
              <c:pt idx="481">
                <c:v>-0.75543015670172287</c:v>
              </c:pt>
              <c:pt idx="482">
                <c:v>-0.73018906601960221</c:v>
              </c:pt>
              <c:pt idx="483">
                <c:v>-0.70391033671958236</c:v>
              </c:pt>
              <c:pt idx="484">
                <c:v>-0.67663131231394014</c:v>
              </c:pt>
              <c:pt idx="485">
                <c:v>-0.64839075778903177</c:v>
              </c:pt>
              <c:pt idx="486">
                <c:v>-0.61922880451812656</c:v>
              </c:pt>
              <c:pt idx="487">
                <c:v>-0.5891868932325306</c:v>
              </c:pt>
              <c:pt idx="488">
                <c:v>-0.55830771513203936</c:v>
              </c:pt>
              <c:pt idx="489">
                <c:v>-0.52663515121840521</c:v>
              </c:pt>
              <c:pt idx="490">
                <c:v>-0.49421420993803417</c:v>
              </c:pt>
              <c:pt idx="491">
                <c:v>-0.46109096322252269</c:v>
              </c:pt>
              <c:pt idx="492">
                <c:v>-0.4273124810179178</c:v>
              </c:pt>
              <c:pt idx="493">
                <c:v>-0.39292676439575119</c:v>
              </c:pt>
              <c:pt idx="494">
                <c:v>-0.35798267734088862</c:v>
              </c:pt>
              <c:pt idx="495">
                <c:v>-0.32252987731313437</c:v>
              </c:pt>
              <c:pt idx="496">
                <c:v>-0.28661874468126353</c:v>
              </c:pt>
              <c:pt idx="497">
                <c:v>-0.25030031112976037</c:v>
              </c:pt>
              <c:pt idx="498">
                <c:v>-0.21362618714000373</c:v>
              </c:pt>
              <c:pt idx="499">
                <c:v>-0.17664848864894822</c:v>
              </c:pt>
            </c:numLit>
          </c:yVal>
          <c:smooth val="1"/>
          <c:extLst>
            <c:ext xmlns:c16="http://schemas.microsoft.com/office/drawing/2014/chart" uri="{C3380CC4-5D6E-409C-BE32-E72D297353CC}">
              <c16:uniqueId val="{00000001-32EE-418D-9A3C-6808F18B6700}"/>
            </c:ext>
          </c:extLst>
        </c:ser>
        <c:dLbls>
          <c:showLegendKey val="0"/>
          <c:showVal val="0"/>
          <c:showCatName val="0"/>
          <c:showSerName val="0"/>
          <c:showPercent val="0"/>
          <c:showBubbleSize val="0"/>
        </c:dLbls>
        <c:axId val="48650112"/>
        <c:axId val="48672768"/>
      </c:scatterChart>
      <c:valAx>
        <c:axId val="48672768"/>
        <c:scaling>
          <c:orientation val="minMax"/>
          <c:max val="1.2"/>
          <c:min val="-1.2"/>
        </c:scaling>
        <c:delete val="0"/>
        <c:axPos val="l"/>
        <c:majorGridlines>
          <c:spPr>
            <a:ln w="9525">
              <a:solidFill>
                <a:srgbClr val="DFE6EE"/>
              </a:solidFill>
              <a:prstDash val="solid"/>
            </a:ln>
          </c:spPr>
        </c:majorGridlines>
        <c:title>
          <c:tx>
            <c:rich>
              <a:bodyPr/>
              <a:lstStyle/>
              <a:p>
                <a:r>
                  <a:rPr sz="1650">
                    <a:solidFill>
                      <a:srgbClr val="172F46"/>
                    </a:solidFill>
                    <a:latin typeface="Arial"/>
                    <a:ea typeface="Arial"/>
                    <a:cs typeface="Arial"/>
                  </a:rPr>
                  <a:t>Normalized amplitude</a:t>
                </a:r>
              </a:p>
            </c:rich>
          </c:tx>
          <c:overlay val="0"/>
        </c:title>
        <c:numFmt formatCode="0.0" sourceLinked="1"/>
        <c:majorTickMark val="none"/>
        <c:minorTickMark val="none"/>
        <c:tickLblPos val="nextTo"/>
        <c:spPr>
          <a:ln w="9525">
            <a:solidFill>
              <a:srgbClr val="D4D4D4"/>
            </a:solidFill>
            <a:prstDash val="solid"/>
          </a:ln>
        </c:spPr>
        <c:txPr>
          <a:bodyPr anchorCtr="1"/>
          <a:lstStyle/>
          <a:p>
            <a:pPr>
              <a:defRPr sz="1650">
                <a:solidFill>
                  <a:srgbClr val="172F46"/>
                </a:solidFill>
                <a:latin typeface="Arial"/>
                <a:ea typeface="Arial"/>
                <a:cs typeface="Arial"/>
              </a:defRPr>
            </a:pPr>
            <a:endParaRPr lang="zh-CN"/>
          </a:p>
        </c:txPr>
        <c:crossAx val="48650112"/>
        <c:crosses val="autoZero"/>
        <c:crossBetween val="midCat"/>
        <c:majorUnit val="0.4"/>
      </c:valAx>
      <c:valAx>
        <c:axId val="48650112"/>
        <c:scaling>
          <c:orientation val="minMax"/>
          <c:max val="30"/>
          <c:min val="0"/>
        </c:scaling>
        <c:delete val="0"/>
        <c:axPos val="b"/>
        <c:majorGridlines>
          <c:spPr>
            <a:ln w="9525">
              <a:solidFill>
                <a:srgbClr val="DFE6EE"/>
              </a:solidFill>
              <a:prstDash val="solid"/>
            </a:ln>
          </c:spPr>
        </c:majorGridlines>
        <c:title>
          <c:tx>
            <c:rich>
              <a:bodyPr/>
              <a:lstStyle/>
              <a:p>
                <a:r>
                  <a:rPr sz="1650">
                    <a:solidFill>
                      <a:srgbClr val="172F46"/>
                    </a:solidFill>
                    <a:latin typeface="Arial"/>
                    <a:ea typeface="Arial"/>
                    <a:cs typeface="Arial"/>
                  </a:rPr>
                  <a:t>Time within the final three cycles (ms)</a:t>
                </a:r>
              </a:p>
            </c:rich>
          </c:tx>
          <c:overlay val="0"/>
        </c:title>
        <c:numFmt formatCode="General" sourceLinked="1"/>
        <c:majorTickMark val="none"/>
        <c:minorTickMark val="none"/>
        <c:tickLblPos val="low"/>
        <c:spPr>
          <a:ln w="9525">
            <a:solidFill>
              <a:srgbClr val="D4D4D4"/>
            </a:solidFill>
            <a:prstDash val="solid"/>
          </a:ln>
        </c:spPr>
        <c:txPr>
          <a:bodyPr anchorCtr="1"/>
          <a:lstStyle/>
          <a:p>
            <a:pPr>
              <a:defRPr sz="1650">
                <a:solidFill>
                  <a:srgbClr val="172F46"/>
                </a:solidFill>
                <a:latin typeface="Arial"/>
                <a:ea typeface="Arial"/>
                <a:cs typeface="Arial"/>
              </a:defRPr>
            </a:pPr>
            <a:endParaRPr lang="zh-CN"/>
          </a:p>
        </c:txPr>
        <c:crossAx val="48672768"/>
        <c:crosses val="autoZero"/>
        <c:crossBetween val="midCat"/>
      </c:valAx>
      <c:spPr>
        <a:solidFill>
          <a:srgbClr val="FFFFFF"/>
        </a:solidFill>
      </c:spPr>
    </c:plotArea>
    <c:legend>
      <c:legendPos val="b"/>
      <c:overlay val="0"/>
      <c:txPr>
        <a:bodyPr anchorCtr="1"/>
        <a:lstStyle/>
        <a:p>
          <a:pPr>
            <a:defRPr sz="1650">
              <a:solidFill>
                <a:srgbClr val="172F46"/>
              </a:solidFill>
              <a:latin typeface="Arial"/>
              <a:ea typeface="Arial"/>
              <a:cs typeface="Arial"/>
            </a:defRPr>
          </a:pPr>
          <a:endParaRPr lang="zh-CN"/>
        </a:p>
      </c:txPr>
    </c:legend>
    <c:plotVisOnly val="1"/>
    <c:dispBlanksAs val="zero"/>
    <c:showDLblsOverMax val="1"/>
  </c:chart>
  <c:spPr>
    <a:solidFill>
      <a:srgbClr val="FFFFFF"/>
    </a:solidFill>
  </c:spPr>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0"/>
        <c:ser>
          <c:idx val="0"/>
          <c:order val="0"/>
          <c:tx>
            <c:v>Input a / 1g</c:v>
          </c:tx>
          <c:spPr>
            <a:ln w="24765">
              <a:solidFill>
                <a:srgbClr val="4A5968"/>
              </a:solidFill>
              <a:prstDash val="dash"/>
            </a:ln>
          </c:spPr>
          <c:marker>
            <c:symbol val="none"/>
          </c:marker>
          <c:xVal>
            <c:numLit>
              <c:formatCode>General</c:formatCode>
              <c:ptCount val="501"/>
              <c:pt idx="0">
                <c:v>0</c:v>
              </c:pt>
              <c:pt idx="1">
                <c:v>5.9999999999990616E-3</c:v>
              </c:pt>
              <c:pt idx="2">
                <c:v>1.1999999999998123E-2</c:v>
              </c:pt>
              <c:pt idx="3">
                <c:v>1.8000000000000654E-2</c:v>
              </c:pt>
              <c:pt idx="4">
                <c:v>2.3999999999999716E-2</c:v>
              </c:pt>
              <c:pt idx="5">
                <c:v>2.9999999999998778E-2</c:v>
              </c:pt>
              <c:pt idx="6">
                <c:v>3.5999999999997839E-2</c:v>
              </c:pt>
              <c:pt idx="7">
                <c:v>4.200000000000037E-2</c:v>
              </c:pt>
              <c:pt idx="8">
                <c:v>4.7999999999999432E-2</c:v>
              </c:pt>
              <c:pt idx="9">
                <c:v>5.3999999999998494E-2</c:v>
              </c:pt>
              <c:pt idx="10">
                <c:v>5.9999999999997555E-2</c:v>
              </c:pt>
              <c:pt idx="11">
                <c:v>6.6000000000000086E-2</c:v>
              </c:pt>
              <c:pt idx="12">
                <c:v>7.1999999999999148E-2</c:v>
              </c:pt>
              <c:pt idx="13">
                <c:v>7.799999999999821E-2</c:v>
              </c:pt>
              <c:pt idx="14">
                <c:v>8.4000000000000741E-2</c:v>
              </c:pt>
              <c:pt idx="15">
                <c:v>8.9999999999999802E-2</c:v>
              </c:pt>
              <c:pt idx="16">
                <c:v>9.5999999999998864E-2</c:v>
              </c:pt>
              <c:pt idx="17">
                <c:v>0.10199999999999793</c:v>
              </c:pt>
              <c:pt idx="18">
                <c:v>0.10800000000000046</c:v>
              </c:pt>
              <c:pt idx="19">
                <c:v>0.11399999999999952</c:v>
              </c:pt>
              <c:pt idx="20">
                <c:v>0.11999999999999858</c:v>
              </c:pt>
              <c:pt idx="21">
                <c:v>0.12599999999999764</c:v>
              </c:pt>
              <c:pt idx="22">
                <c:v>0.13200000000000017</c:v>
              </c:pt>
              <c:pt idx="23">
                <c:v>0.13799999999999923</c:v>
              </c:pt>
              <c:pt idx="24">
                <c:v>0.1439999999999983</c:v>
              </c:pt>
              <c:pt idx="25">
                <c:v>0.14999999999999736</c:v>
              </c:pt>
              <c:pt idx="26">
                <c:v>0.15599999999999989</c:v>
              </c:pt>
              <c:pt idx="27">
                <c:v>0.16199999999999895</c:v>
              </c:pt>
              <c:pt idx="28">
                <c:v>0.16799999999999801</c:v>
              </c:pt>
              <c:pt idx="29">
                <c:v>0.17400000000000054</c:v>
              </c:pt>
              <c:pt idx="30">
                <c:v>0.1799999999999996</c:v>
              </c:pt>
              <c:pt idx="31">
                <c:v>0.18599999999999867</c:v>
              </c:pt>
              <c:pt idx="32">
                <c:v>0.19199999999999773</c:v>
              </c:pt>
              <c:pt idx="33">
                <c:v>0.19800000000000026</c:v>
              </c:pt>
              <c:pt idx="34">
                <c:v>0.20399999999999932</c:v>
              </c:pt>
              <c:pt idx="35">
                <c:v>0.20999999999999838</c:v>
              </c:pt>
              <c:pt idx="36">
                <c:v>0.21599999999999744</c:v>
              </c:pt>
              <c:pt idx="37">
                <c:v>0.22199999999999998</c:v>
              </c:pt>
              <c:pt idx="38">
                <c:v>0.22799999999999904</c:v>
              </c:pt>
              <c:pt idx="39">
                <c:v>0.2339999999999981</c:v>
              </c:pt>
              <c:pt idx="40">
                <c:v>0.24000000000000063</c:v>
              </c:pt>
              <c:pt idx="41">
                <c:v>0.24599999999999969</c:v>
              </c:pt>
              <c:pt idx="42">
                <c:v>0.25199999999999878</c:v>
              </c:pt>
              <c:pt idx="43">
                <c:v>0.25799999999999779</c:v>
              </c:pt>
              <c:pt idx="44">
                <c:v>0.26400000000000035</c:v>
              </c:pt>
              <c:pt idx="45">
                <c:v>0.26999999999999941</c:v>
              </c:pt>
              <c:pt idx="46">
                <c:v>0.27599999999999847</c:v>
              </c:pt>
              <c:pt idx="47">
                <c:v>0.28199999999999753</c:v>
              </c:pt>
              <c:pt idx="48">
                <c:v>0.28800000000000003</c:v>
              </c:pt>
              <c:pt idx="49">
                <c:v>0.29399999999999915</c:v>
              </c:pt>
              <c:pt idx="50">
                <c:v>0.29999999999999816</c:v>
              </c:pt>
              <c:pt idx="51">
                <c:v>0.30600000000000072</c:v>
              </c:pt>
              <c:pt idx="52">
                <c:v>0.31199999999999978</c:v>
              </c:pt>
              <c:pt idx="53">
                <c:v>0.31799999999999884</c:v>
              </c:pt>
              <c:pt idx="54">
                <c:v>0.3239999999999979</c:v>
              </c:pt>
              <c:pt idx="55">
                <c:v>0.3300000000000004</c:v>
              </c:pt>
              <c:pt idx="56">
                <c:v>0.33599999999999952</c:v>
              </c:pt>
              <c:pt idx="57">
                <c:v>0.34199999999999853</c:v>
              </c:pt>
              <c:pt idx="58">
                <c:v>0.34799999999999764</c:v>
              </c:pt>
              <c:pt idx="59">
                <c:v>0.35400000000000015</c:v>
              </c:pt>
              <c:pt idx="60">
                <c:v>0.35999999999999921</c:v>
              </c:pt>
              <c:pt idx="61">
                <c:v>0.36599999999999827</c:v>
              </c:pt>
              <c:pt idx="62">
                <c:v>0.37199999999999733</c:v>
              </c:pt>
              <c:pt idx="63">
                <c:v>0.37799999999999989</c:v>
              </c:pt>
              <c:pt idx="64">
                <c:v>0.3839999999999989</c:v>
              </c:pt>
              <c:pt idx="65">
                <c:v>0.38999999999999801</c:v>
              </c:pt>
              <c:pt idx="66">
                <c:v>0.39600000000000052</c:v>
              </c:pt>
              <c:pt idx="67">
                <c:v>0.40199999999999958</c:v>
              </c:pt>
              <c:pt idx="68">
                <c:v>0.40799999999999864</c:v>
              </c:pt>
              <c:pt idx="69">
                <c:v>0.4139999999999977</c:v>
              </c:pt>
              <c:pt idx="70">
                <c:v>0.42000000000000026</c:v>
              </c:pt>
              <c:pt idx="71">
                <c:v>0.42599999999999927</c:v>
              </c:pt>
              <c:pt idx="72">
                <c:v>0.43199999999999839</c:v>
              </c:pt>
              <c:pt idx="73">
                <c:v>0.43799999999999739</c:v>
              </c:pt>
              <c:pt idx="74">
                <c:v>0.44399999999999995</c:v>
              </c:pt>
              <c:pt idx="75">
                <c:v>0.44999999999999901</c:v>
              </c:pt>
              <c:pt idx="76">
                <c:v>0.45599999999999807</c:v>
              </c:pt>
              <c:pt idx="77">
                <c:v>0.46200000000000063</c:v>
              </c:pt>
              <c:pt idx="78">
                <c:v>0.46799999999999964</c:v>
              </c:pt>
              <c:pt idx="79">
                <c:v>0.47399999999999876</c:v>
              </c:pt>
              <c:pt idx="80">
                <c:v>0.47999999999999776</c:v>
              </c:pt>
              <c:pt idx="81">
                <c:v>0.48600000000000032</c:v>
              </c:pt>
              <c:pt idx="82">
                <c:v>0.49199999999999938</c:v>
              </c:pt>
              <c:pt idx="83">
                <c:v>0.49799999999999844</c:v>
              </c:pt>
              <c:pt idx="84">
                <c:v>0.50399999999999756</c:v>
              </c:pt>
              <c:pt idx="85">
                <c:v>0.51</c:v>
              </c:pt>
              <c:pt idx="86">
                <c:v>0.51599999999999913</c:v>
              </c:pt>
              <c:pt idx="87">
                <c:v>0.52199999999999813</c:v>
              </c:pt>
              <c:pt idx="88">
                <c:v>0.52800000000000069</c:v>
              </c:pt>
              <c:pt idx="89">
                <c:v>0.53399999999999981</c:v>
              </c:pt>
              <c:pt idx="90">
                <c:v>0.53999999999999881</c:v>
              </c:pt>
              <c:pt idx="91">
                <c:v>0.54599999999999782</c:v>
              </c:pt>
              <c:pt idx="92">
                <c:v>0.55200000000000038</c:v>
              </c:pt>
              <c:pt idx="93">
                <c:v>0.5579999999999995</c:v>
              </c:pt>
              <c:pt idx="94">
                <c:v>0.5639999999999985</c:v>
              </c:pt>
              <c:pt idx="95">
                <c:v>0.56999999999999762</c:v>
              </c:pt>
              <c:pt idx="96">
                <c:v>0.57600000000000007</c:v>
              </c:pt>
              <c:pt idx="97">
                <c:v>0.58199999999999918</c:v>
              </c:pt>
              <c:pt idx="98">
                <c:v>0.5879999999999983</c:v>
              </c:pt>
              <c:pt idx="99">
                <c:v>0.59400000000000075</c:v>
              </c:pt>
              <c:pt idx="100">
                <c:v>0.59999999999999987</c:v>
              </c:pt>
              <c:pt idx="101">
                <c:v>0.60599999999999887</c:v>
              </c:pt>
              <c:pt idx="102">
                <c:v>0.61199999999999799</c:v>
              </c:pt>
              <c:pt idx="103">
                <c:v>0.61800000000000055</c:v>
              </c:pt>
              <c:pt idx="104">
                <c:v>0.62399999999999956</c:v>
              </c:pt>
              <c:pt idx="105">
                <c:v>0.62999999999999856</c:v>
              </c:pt>
              <c:pt idx="106">
                <c:v>0.63599999999999768</c:v>
              </c:pt>
              <c:pt idx="107">
                <c:v>0.64200000000000024</c:v>
              </c:pt>
              <c:pt idx="108">
                <c:v>0.64799999999999924</c:v>
              </c:pt>
              <c:pt idx="109">
                <c:v>0.65399999999999836</c:v>
              </c:pt>
              <c:pt idx="110">
                <c:v>0.65999999999999737</c:v>
              </c:pt>
              <c:pt idx="111">
                <c:v>0.66599999999999993</c:v>
              </c:pt>
              <c:pt idx="112">
                <c:v>0.67199999999999904</c:v>
              </c:pt>
              <c:pt idx="113">
                <c:v>0.67799999999999805</c:v>
              </c:pt>
              <c:pt idx="114">
                <c:v>0.68400000000000061</c:v>
              </c:pt>
              <c:pt idx="115">
                <c:v>0.68999999999999961</c:v>
              </c:pt>
              <c:pt idx="116">
                <c:v>0.69599999999999873</c:v>
              </c:pt>
              <c:pt idx="117">
                <c:v>0.70199999999999774</c:v>
              </c:pt>
              <c:pt idx="118">
                <c:v>0.7080000000000003</c:v>
              </c:pt>
              <c:pt idx="119">
                <c:v>0.7139999999999993</c:v>
              </c:pt>
              <c:pt idx="120">
                <c:v>0.71999999999999842</c:v>
              </c:pt>
              <c:pt idx="121">
                <c:v>0.72599999999999754</c:v>
              </c:pt>
              <c:pt idx="122">
                <c:v>0.73199999999999998</c:v>
              </c:pt>
              <c:pt idx="123">
                <c:v>0.7379999999999991</c:v>
              </c:pt>
              <c:pt idx="124">
                <c:v>0.74399999999999811</c:v>
              </c:pt>
              <c:pt idx="125">
                <c:v>0.75000000000000067</c:v>
              </c:pt>
              <c:pt idx="126">
                <c:v>0.75599999999999978</c:v>
              </c:pt>
              <c:pt idx="127">
                <c:v>0.76199999999999879</c:v>
              </c:pt>
              <c:pt idx="128">
                <c:v>0.7679999999999978</c:v>
              </c:pt>
              <c:pt idx="129">
                <c:v>0.77400000000000035</c:v>
              </c:pt>
              <c:pt idx="130">
                <c:v>0.77999999999999947</c:v>
              </c:pt>
              <c:pt idx="131">
                <c:v>0.78599999999999848</c:v>
              </c:pt>
              <c:pt idx="132">
                <c:v>0.79199999999999759</c:v>
              </c:pt>
              <c:pt idx="133">
                <c:v>0.79800000000000004</c:v>
              </c:pt>
              <c:pt idx="134">
                <c:v>0.80399999999999916</c:v>
              </c:pt>
              <c:pt idx="135">
                <c:v>0.80999999999999828</c:v>
              </c:pt>
              <c:pt idx="136">
                <c:v>0.81600000000000072</c:v>
              </c:pt>
              <c:pt idx="137">
                <c:v>0.82199999999999984</c:v>
              </c:pt>
              <c:pt idx="138">
                <c:v>0.82799999999999885</c:v>
              </c:pt>
              <c:pt idx="139">
                <c:v>0.83399999999999797</c:v>
              </c:pt>
              <c:pt idx="140">
                <c:v>0.84000000000000052</c:v>
              </c:pt>
              <c:pt idx="141">
                <c:v>0.84599999999999953</c:v>
              </c:pt>
              <c:pt idx="142">
                <c:v>0.85199999999999854</c:v>
              </c:pt>
              <c:pt idx="143">
                <c:v>0.85799999999999765</c:v>
              </c:pt>
              <c:pt idx="144">
                <c:v>0.86400000000000021</c:v>
              </c:pt>
              <c:pt idx="145">
                <c:v>0.86999999999999922</c:v>
              </c:pt>
              <c:pt idx="146">
                <c:v>0.87599999999999834</c:v>
              </c:pt>
              <c:pt idx="147">
                <c:v>0.88199999999999734</c:v>
              </c:pt>
              <c:pt idx="148">
                <c:v>0.8879999999999999</c:v>
              </c:pt>
              <c:pt idx="149">
                <c:v>0.89399999999999902</c:v>
              </c:pt>
              <c:pt idx="150">
                <c:v>0.89999999999999802</c:v>
              </c:pt>
              <c:pt idx="151">
                <c:v>0.90600000000000058</c:v>
              </c:pt>
              <c:pt idx="152">
                <c:v>0.91199999999999959</c:v>
              </c:pt>
              <c:pt idx="153">
                <c:v>0.91799999999999871</c:v>
              </c:pt>
              <c:pt idx="154">
                <c:v>0.92399999999999771</c:v>
              </c:pt>
              <c:pt idx="155">
                <c:v>0.93000000000000027</c:v>
              </c:pt>
              <c:pt idx="156">
                <c:v>0.93599999999999928</c:v>
              </c:pt>
              <c:pt idx="157">
                <c:v>0.94199999999999839</c:v>
              </c:pt>
              <c:pt idx="158">
                <c:v>0.94799999999999751</c:v>
              </c:pt>
              <c:pt idx="159">
                <c:v>0.95399999999999996</c:v>
              </c:pt>
              <c:pt idx="160">
                <c:v>0.95999999999999908</c:v>
              </c:pt>
              <c:pt idx="161">
                <c:v>0.96599999999999808</c:v>
              </c:pt>
              <c:pt idx="162">
                <c:v>0.97200000000000064</c:v>
              </c:pt>
              <c:pt idx="163">
                <c:v>0.97799999999999976</c:v>
              </c:pt>
              <c:pt idx="164">
                <c:v>0.98399999999999876</c:v>
              </c:pt>
              <c:pt idx="165">
                <c:v>0.98999999999999777</c:v>
              </c:pt>
              <c:pt idx="166">
                <c:v>0.99600000000000033</c:v>
              </c:pt>
              <c:pt idx="167">
                <c:v>1.0019999999999993</c:v>
              </c:pt>
              <c:pt idx="168">
                <c:v>1.0079999999999985</c:v>
              </c:pt>
              <c:pt idx="169">
                <c:v>1.0139999999999976</c:v>
              </c:pt>
              <c:pt idx="170">
                <c:v>1.02</c:v>
              </c:pt>
              <c:pt idx="171">
                <c:v>1.0259999999999991</c:v>
              </c:pt>
              <c:pt idx="172">
                <c:v>1.0319999999999983</c:v>
              </c:pt>
              <c:pt idx="173">
                <c:v>1.0380000000000007</c:v>
              </c:pt>
              <c:pt idx="174">
                <c:v>1.0439999999999998</c:v>
              </c:pt>
              <c:pt idx="175">
                <c:v>1.0499999999999989</c:v>
              </c:pt>
              <c:pt idx="176">
                <c:v>1.0559999999999978</c:v>
              </c:pt>
              <c:pt idx="177">
                <c:v>1.0620000000000005</c:v>
              </c:pt>
              <c:pt idx="178">
                <c:v>1.0679999999999996</c:v>
              </c:pt>
              <c:pt idx="179">
                <c:v>1.0739999999999985</c:v>
              </c:pt>
              <c:pt idx="180">
                <c:v>1.0799999999999976</c:v>
              </c:pt>
              <c:pt idx="181">
                <c:v>1.0860000000000001</c:v>
              </c:pt>
              <c:pt idx="182">
                <c:v>1.0919999999999992</c:v>
              </c:pt>
              <c:pt idx="183">
                <c:v>1.0979999999999983</c:v>
              </c:pt>
              <c:pt idx="184">
                <c:v>1.1039999999999974</c:v>
              </c:pt>
              <c:pt idx="185">
                <c:v>1.1099999999999999</c:v>
              </c:pt>
              <c:pt idx="186">
                <c:v>1.115999999999999</c:v>
              </c:pt>
              <c:pt idx="187">
                <c:v>1.1219999999999981</c:v>
              </c:pt>
              <c:pt idx="188">
                <c:v>1.1280000000000006</c:v>
              </c:pt>
              <c:pt idx="189">
                <c:v>1.1339999999999997</c:v>
              </c:pt>
              <c:pt idx="190">
                <c:v>1.1399999999999986</c:v>
              </c:pt>
              <c:pt idx="191">
                <c:v>1.1459999999999977</c:v>
              </c:pt>
              <c:pt idx="192">
                <c:v>1.1520000000000001</c:v>
              </c:pt>
              <c:pt idx="193">
                <c:v>1.1579999999999993</c:v>
              </c:pt>
              <c:pt idx="194">
                <c:v>1.1639999999999984</c:v>
              </c:pt>
              <c:pt idx="195">
                <c:v>1.1699999999999975</c:v>
              </c:pt>
              <c:pt idx="196">
                <c:v>1.1759999999999999</c:v>
              </c:pt>
              <c:pt idx="197">
                <c:v>1.1819999999999991</c:v>
              </c:pt>
              <c:pt idx="198">
                <c:v>1.1879999999999982</c:v>
              </c:pt>
              <c:pt idx="199">
                <c:v>1.1940000000000006</c:v>
              </c:pt>
              <c:pt idx="200">
                <c:v>1.1999999999999997</c:v>
              </c:pt>
              <c:pt idx="201">
                <c:v>1.2059999999999986</c:v>
              </c:pt>
              <c:pt idx="202">
                <c:v>1.2119999999999977</c:v>
              </c:pt>
              <c:pt idx="203">
                <c:v>1.2180000000000004</c:v>
              </c:pt>
              <c:pt idx="204">
                <c:v>1.2239999999999993</c:v>
              </c:pt>
              <c:pt idx="205">
                <c:v>1.2299999999999984</c:v>
              </c:pt>
              <c:pt idx="206">
                <c:v>1.2359999999999975</c:v>
              </c:pt>
              <c:pt idx="207">
                <c:v>1.242</c:v>
              </c:pt>
              <c:pt idx="208">
                <c:v>1.2479999999999991</c:v>
              </c:pt>
              <c:pt idx="209">
                <c:v>1.2539999999999982</c:v>
              </c:pt>
              <c:pt idx="210">
                <c:v>1.2600000000000007</c:v>
              </c:pt>
              <c:pt idx="211">
                <c:v>1.2659999999999998</c:v>
              </c:pt>
              <c:pt idx="212">
                <c:v>1.2719999999999989</c:v>
              </c:pt>
              <c:pt idx="213">
                <c:v>1.2779999999999978</c:v>
              </c:pt>
              <c:pt idx="214">
                <c:v>1.2840000000000005</c:v>
              </c:pt>
              <c:pt idx="215">
                <c:v>1.2899999999999996</c:v>
              </c:pt>
              <c:pt idx="216">
                <c:v>1.2959999999999985</c:v>
              </c:pt>
              <c:pt idx="217">
                <c:v>1.3019999999999976</c:v>
              </c:pt>
              <c:pt idx="218">
                <c:v>1.3080000000000001</c:v>
              </c:pt>
              <c:pt idx="219">
                <c:v>1.3139999999999992</c:v>
              </c:pt>
              <c:pt idx="220">
                <c:v>1.3199999999999983</c:v>
              </c:pt>
              <c:pt idx="221">
                <c:v>1.3259999999999974</c:v>
              </c:pt>
              <c:pt idx="222">
                <c:v>1.3319999999999999</c:v>
              </c:pt>
              <c:pt idx="223">
                <c:v>1.337999999999999</c:v>
              </c:pt>
              <c:pt idx="224">
                <c:v>1.3439999999999981</c:v>
              </c:pt>
              <c:pt idx="225">
                <c:v>1.3500000000000005</c:v>
              </c:pt>
              <c:pt idx="226">
                <c:v>1.3559999999999997</c:v>
              </c:pt>
              <c:pt idx="227">
                <c:v>1.3619999999999985</c:v>
              </c:pt>
              <c:pt idx="228">
                <c:v>1.3679999999999977</c:v>
              </c:pt>
              <c:pt idx="229">
                <c:v>1.3740000000000001</c:v>
              </c:pt>
              <c:pt idx="230">
                <c:v>1.3799999999999992</c:v>
              </c:pt>
              <c:pt idx="231">
                <c:v>1.3859999999999983</c:v>
              </c:pt>
              <c:pt idx="232">
                <c:v>1.3919999999999975</c:v>
              </c:pt>
              <c:pt idx="233">
                <c:v>1.3979999999999999</c:v>
              </c:pt>
              <c:pt idx="234">
                <c:v>1.403999999999999</c:v>
              </c:pt>
              <c:pt idx="235">
                <c:v>1.4099999999999981</c:v>
              </c:pt>
              <c:pt idx="236">
                <c:v>1.4160000000000006</c:v>
              </c:pt>
              <c:pt idx="237">
                <c:v>1.4219999999999997</c:v>
              </c:pt>
              <c:pt idx="238">
                <c:v>1.4279999999999986</c:v>
              </c:pt>
              <c:pt idx="239">
                <c:v>1.4339999999999977</c:v>
              </c:pt>
              <c:pt idx="240">
                <c:v>1.4400000000000004</c:v>
              </c:pt>
              <c:pt idx="241">
                <c:v>1.4459999999999993</c:v>
              </c:pt>
              <c:pt idx="242">
                <c:v>1.4519999999999984</c:v>
              </c:pt>
              <c:pt idx="243">
                <c:v>1.4579999999999975</c:v>
              </c:pt>
              <c:pt idx="244">
                <c:v>1.464</c:v>
              </c:pt>
              <c:pt idx="245">
                <c:v>1.4699999999999991</c:v>
              </c:pt>
              <c:pt idx="246">
                <c:v>1.4759999999999982</c:v>
              </c:pt>
              <c:pt idx="247">
                <c:v>1.4820000000000007</c:v>
              </c:pt>
              <c:pt idx="248">
                <c:v>1.4879999999999998</c:v>
              </c:pt>
              <c:pt idx="249">
                <c:v>1.4939999999999989</c:v>
              </c:pt>
              <c:pt idx="250">
                <c:v>1.4999999999999978</c:v>
              </c:pt>
              <c:pt idx="251">
                <c:v>1.5060000000000004</c:v>
              </c:pt>
              <c:pt idx="252">
                <c:v>1.5119999999999996</c:v>
              </c:pt>
              <c:pt idx="253">
                <c:v>1.5179999999999985</c:v>
              </c:pt>
              <c:pt idx="254">
                <c:v>1.5239999999999976</c:v>
              </c:pt>
              <c:pt idx="255">
                <c:v>1.53</c:v>
              </c:pt>
              <c:pt idx="256">
                <c:v>1.5359999999999991</c:v>
              </c:pt>
              <c:pt idx="257">
                <c:v>1.5419999999999983</c:v>
              </c:pt>
              <c:pt idx="258">
                <c:v>1.5479999999999974</c:v>
              </c:pt>
              <c:pt idx="259">
                <c:v>1.5539999999999998</c:v>
              </c:pt>
              <c:pt idx="260">
                <c:v>1.5599999999999989</c:v>
              </c:pt>
              <c:pt idx="261">
                <c:v>1.5659999999999981</c:v>
              </c:pt>
              <c:pt idx="262">
                <c:v>1.5720000000000005</c:v>
              </c:pt>
              <c:pt idx="263">
                <c:v>1.5779999999999996</c:v>
              </c:pt>
              <c:pt idx="264">
                <c:v>1.5839999999999985</c:v>
              </c:pt>
              <c:pt idx="265">
                <c:v>1.5899999999999976</c:v>
              </c:pt>
              <c:pt idx="266">
                <c:v>1.5960000000000001</c:v>
              </c:pt>
              <c:pt idx="267">
                <c:v>1.6019999999999992</c:v>
              </c:pt>
              <c:pt idx="268">
                <c:v>1.6079999999999983</c:v>
              </c:pt>
              <c:pt idx="269">
                <c:v>1.6139999999999974</c:v>
              </c:pt>
              <c:pt idx="270">
                <c:v>1.6199999999999999</c:v>
              </c:pt>
              <c:pt idx="271">
                <c:v>1.625999999999999</c:v>
              </c:pt>
              <c:pt idx="272">
                <c:v>1.6319999999999981</c:v>
              </c:pt>
              <c:pt idx="273">
                <c:v>1.6380000000000006</c:v>
              </c:pt>
              <c:pt idx="274">
                <c:v>1.6439999999999997</c:v>
              </c:pt>
              <c:pt idx="275">
                <c:v>1.6499999999999986</c:v>
              </c:pt>
              <c:pt idx="276">
                <c:v>1.6559999999999977</c:v>
              </c:pt>
              <c:pt idx="277">
                <c:v>1.6620000000000004</c:v>
              </c:pt>
              <c:pt idx="278">
                <c:v>1.6679999999999993</c:v>
              </c:pt>
              <c:pt idx="279">
                <c:v>1.6739999999999984</c:v>
              </c:pt>
              <c:pt idx="280">
                <c:v>1.6799999999999975</c:v>
              </c:pt>
              <c:pt idx="281">
                <c:v>1.6859999999999999</c:v>
              </c:pt>
              <c:pt idx="282">
                <c:v>1.6919999999999991</c:v>
              </c:pt>
              <c:pt idx="283">
                <c:v>1.6979999999999982</c:v>
              </c:pt>
              <c:pt idx="284">
                <c:v>1.7040000000000006</c:v>
              </c:pt>
              <c:pt idx="285">
                <c:v>1.7099999999999997</c:v>
              </c:pt>
              <c:pt idx="286">
                <c:v>1.7159999999999989</c:v>
              </c:pt>
              <c:pt idx="287">
                <c:v>1.7219999999999978</c:v>
              </c:pt>
              <c:pt idx="288">
                <c:v>1.7280000000000004</c:v>
              </c:pt>
              <c:pt idx="289">
                <c:v>1.7339999999999995</c:v>
              </c:pt>
              <c:pt idx="290">
                <c:v>1.7399999999999984</c:v>
              </c:pt>
              <c:pt idx="291">
                <c:v>1.7459999999999976</c:v>
              </c:pt>
              <c:pt idx="292">
                <c:v>1.752</c:v>
              </c:pt>
              <c:pt idx="293">
                <c:v>1.7579999999999991</c:v>
              </c:pt>
              <c:pt idx="294">
                <c:v>1.7639999999999982</c:v>
              </c:pt>
              <c:pt idx="295">
                <c:v>1.7699999999999974</c:v>
              </c:pt>
              <c:pt idx="296">
                <c:v>1.7759999999999998</c:v>
              </c:pt>
              <c:pt idx="297">
                <c:v>1.7819999999999989</c:v>
              </c:pt>
              <c:pt idx="298">
                <c:v>1.787999999999998</c:v>
              </c:pt>
              <c:pt idx="299">
                <c:v>1.7940000000000005</c:v>
              </c:pt>
              <c:pt idx="300">
                <c:v>1.7999999999999996</c:v>
              </c:pt>
              <c:pt idx="301">
                <c:v>1.8059999999999985</c:v>
              </c:pt>
              <c:pt idx="302">
                <c:v>1.8119999999999976</c:v>
              </c:pt>
              <c:pt idx="303">
                <c:v>1.8180000000000001</c:v>
              </c:pt>
              <c:pt idx="304">
                <c:v>1.8239999999999992</c:v>
              </c:pt>
              <c:pt idx="305">
                <c:v>1.8299999999999983</c:v>
              </c:pt>
              <c:pt idx="306">
                <c:v>1.8359999999999974</c:v>
              </c:pt>
              <c:pt idx="307">
                <c:v>1.8419999999999999</c:v>
              </c:pt>
              <c:pt idx="308">
                <c:v>1.847999999999999</c:v>
              </c:pt>
              <c:pt idx="309">
                <c:v>1.8539999999999981</c:v>
              </c:pt>
              <c:pt idx="310">
                <c:v>1.8600000000000005</c:v>
              </c:pt>
              <c:pt idx="311">
                <c:v>1.8659999999999997</c:v>
              </c:pt>
              <c:pt idx="312">
                <c:v>1.8719999999999986</c:v>
              </c:pt>
              <c:pt idx="313">
                <c:v>1.8779999999999977</c:v>
              </c:pt>
              <c:pt idx="314">
                <c:v>1.8840000000000003</c:v>
              </c:pt>
              <c:pt idx="315">
                <c:v>1.8899999999999992</c:v>
              </c:pt>
              <c:pt idx="316">
                <c:v>1.8959999999999984</c:v>
              </c:pt>
              <c:pt idx="317">
                <c:v>1.9019999999999975</c:v>
              </c:pt>
              <c:pt idx="318">
                <c:v>1.9079999999999999</c:v>
              </c:pt>
              <c:pt idx="319">
                <c:v>1.913999999999999</c:v>
              </c:pt>
              <c:pt idx="320">
                <c:v>1.9199999999999982</c:v>
              </c:pt>
              <c:pt idx="321">
                <c:v>1.9260000000000006</c:v>
              </c:pt>
              <c:pt idx="322">
                <c:v>1.9319999999999997</c:v>
              </c:pt>
              <c:pt idx="323">
                <c:v>1.9379999999999988</c:v>
              </c:pt>
              <c:pt idx="324">
                <c:v>1.9439999999999977</c:v>
              </c:pt>
              <c:pt idx="325">
                <c:v>1.9500000000000004</c:v>
              </c:pt>
              <c:pt idx="326">
                <c:v>1.9559999999999995</c:v>
              </c:pt>
              <c:pt idx="327">
                <c:v>1.9619999999999984</c:v>
              </c:pt>
              <c:pt idx="328">
                <c:v>1.9679999999999975</c:v>
              </c:pt>
              <c:pt idx="329">
                <c:v>1.974</c:v>
              </c:pt>
              <c:pt idx="330">
                <c:v>1.9799999999999991</c:v>
              </c:pt>
              <c:pt idx="331">
                <c:v>1.9859999999999982</c:v>
              </c:pt>
              <c:pt idx="332">
                <c:v>1.9920000000000007</c:v>
              </c:pt>
              <c:pt idx="333">
                <c:v>1.9979999999999998</c:v>
              </c:pt>
              <c:pt idx="334">
                <c:v>2.0039999999999987</c:v>
              </c:pt>
              <c:pt idx="335">
                <c:v>2.009999999999998</c:v>
              </c:pt>
              <c:pt idx="336">
                <c:v>2.0160000000000005</c:v>
              </c:pt>
              <c:pt idx="337">
                <c:v>2.0219999999999994</c:v>
              </c:pt>
              <c:pt idx="338">
                <c:v>2.0279999999999987</c:v>
              </c:pt>
              <c:pt idx="339">
                <c:v>2.0339999999999976</c:v>
              </c:pt>
              <c:pt idx="340">
                <c:v>2.04</c:v>
              </c:pt>
              <c:pt idx="341">
                <c:v>2.0459999999999994</c:v>
              </c:pt>
              <c:pt idx="342">
                <c:v>2.0519999999999983</c:v>
              </c:pt>
              <c:pt idx="343">
                <c:v>2.0579999999999972</c:v>
              </c:pt>
              <c:pt idx="344">
                <c:v>2.0640000000000001</c:v>
              </c:pt>
              <c:pt idx="345">
                <c:v>2.069999999999999</c:v>
              </c:pt>
              <c:pt idx="346">
                <c:v>2.0759999999999978</c:v>
              </c:pt>
              <c:pt idx="347">
                <c:v>2.0820000000000007</c:v>
              </c:pt>
              <c:pt idx="348">
                <c:v>2.0879999999999996</c:v>
              </c:pt>
              <c:pt idx="349">
                <c:v>2.0939999999999985</c:v>
              </c:pt>
              <c:pt idx="350">
                <c:v>2.0999999999999979</c:v>
              </c:pt>
              <c:pt idx="351">
                <c:v>2.1060000000000003</c:v>
              </c:pt>
              <c:pt idx="352">
                <c:v>2.1119999999999992</c:v>
              </c:pt>
              <c:pt idx="353">
                <c:v>2.1179999999999986</c:v>
              </c:pt>
              <c:pt idx="354">
                <c:v>2.1239999999999974</c:v>
              </c:pt>
              <c:pt idx="355">
                <c:v>2.13</c:v>
              </c:pt>
              <c:pt idx="356">
                <c:v>2.1359999999999992</c:v>
              </c:pt>
              <c:pt idx="357">
                <c:v>2.1419999999999981</c:v>
              </c:pt>
              <c:pt idx="358">
                <c:v>2.1480000000000006</c:v>
              </c:pt>
              <c:pt idx="359">
                <c:v>2.1539999999999995</c:v>
              </c:pt>
              <c:pt idx="360">
                <c:v>2.1599999999999988</c:v>
              </c:pt>
              <c:pt idx="361">
                <c:v>2.1659999999999977</c:v>
              </c:pt>
              <c:pt idx="362">
                <c:v>2.1720000000000002</c:v>
              </c:pt>
              <c:pt idx="363">
                <c:v>2.1779999999999995</c:v>
              </c:pt>
              <c:pt idx="364">
                <c:v>2.1839999999999984</c:v>
              </c:pt>
              <c:pt idx="365">
                <c:v>2.1899999999999977</c:v>
              </c:pt>
              <c:pt idx="366">
                <c:v>2.1960000000000002</c:v>
              </c:pt>
              <c:pt idx="367">
                <c:v>2.2019999999999991</c:v>
              </c:pt>
              <c:pt idx="368">
                <c:v>2.207999999999998</c:v>
              </c:pt>
              <c:pt idx="369">
                <c:v>2.2140000000000009</c:v>
              </c:pt>
              <c:pt idx="370">
                <c:v>2.2199999999999998</c:v>
              </c:pt>
              <c:pt idx="371">
                <c:v>2.2259999999999986</c:v>
              </c:pt>
              <c:pt idx="372">
                <c:v>2.231999999999998</c:v>
              </c:pt>
              <c:pt idx="373">
                <c:v>2.2380000000000004</c:v>
              </c:pt>
              <c:pt idx="374">
                <c:v>2.2439999999999993</c:v>
              </c:pt>
              <c:pt idx="375">
                <c:v>2.2499999999999987</c:v>
              </c:pt>
              <c:pt idx="376">
                <c:v>2.2559999999999976</c:v>
              </c:pt>
              <c:pt idx="377">
                <c:v>2.262</c:v>
              </c:pt>
              <c:pt idx="378">
                <c:v>2.2679999999999993</c:v>
              </c:pt>
              <c:pt idx="379">
                <c:v>2.2739999999999982</c:v>
              </c:pt>
              <c:pt idx="380">
                <c:v>2.2799999999999971</c:v>
              </c:pt>
              <c:pt idx="381">
                <c:v>2.286</c:v>
              </c:pt>
              <c:pt idx="382">
                <c:v>2.2919999999999989</c:v>
              </c:pt>
              <c:pt idx="383">
                <c:v>2.2979999999999978</c:v>
              </c:pt>
              <c:pt idx="384">
                <c:v>2.3040000000000003</c:v>
              </c:pt>
              <c:pt idx="385">
                <c:v>2.3099999999999996</c:v>
              </c:pt>
              <c:pt idx="386">
                <c:v>2.3159999999999985</c:v>
              </c:pt>
              <c:pt idx="387">
                <c:v>2.3219999999999978</c:v>
              </c:pt>
              <c:pt idx="388">
                <c:v>2.3280000000000003</c:v>
              </c:pt>
              <c:pt idx="389">
                <c:v>2.3339999999999992</c:v>
              </c:pt>
              <c:pt idx="390">
                <c:v>2.3399999999999985</c:v>
              </c:pt>
              <c:pt idx="391">
                <c:v>2.3459999999999974</c:v>
              </c:pt>
              <c:pt idx="392">
                <c:v>2.3519999999999999</c:v>
              </c:pt>
              <c:pt idx="393">
                <c:v>2.3579999999999988</c:v>
              </c:pt>
              <c:pt idx="394">
                <c:v>2.3639999999999981</c:v>
              </c:pt>
              <c:pt idx="395">
                <c:v>2.3700000000000006</c:v>
              </c:pt>
              <c:pt idx="396">
                <c:v>2.3759999999999994</c:v>
              </c:pt>
              <c:pt idx="397">
                <c:v>2.3819999999999988</c:v>
              </c:pt>
              <c:pt idx="398">
                <c:v>2.3879999999999977</c:v>
              </c:pt>
              <c:pt idx="399">
                <c:v>2.3940000000000001</c:v>
              </c:pt>
              <c:pt idx="400">
                <c:v>2.3999999999999995</c:v>
              </c:pt>
              <c:pt idx="401">
                <c:v>2.4059999999999984</c:v>
              </c:pt>
              <c:pt idx="402">
                <c:v>2.4119999999999973</c:v>
              </c:pt>
              <c:pt idx="403">
                <c:v>2.4180000000000001</c:v>
              </c:pt>
              <c:pt idx="404">
                <c:v>2.423999999999999</c:v>
              </c:pt>
              <c:pt idx="405">
                <c:v>2.4299999999999979</c:v>
              </c:pt>
              <c:pt idx="406">
                <c:v>2.4360000000000008</c:v>
              </c:pt>
              <c:pt idx="407">
                <c:v>2.4419999999999997</c:v>
              </c:pt>
              <c:pt idx="408">
                <c:v>2.4479999999999986</c:v>
              </c:pt>
              <c:pt idx="409">
                <c:v>2.453999999999998</c:v>
              </c:pt>
              <c:pt idx="410">
                <c:v>2.4600000000000004</c:v>
              </c:pt>
              <c:pt idx="411">
                <c:v>2.4659999999999993</c:v>
              </c:pt>
              <c:pt idx="412">
                <c:v>2.4719999999999986</c:v>
              </c:pt>
              <c:pt idx="413">
                <c:v>2.4779999999999975</c:v>
              </c:pt>
              <c:pt idx="414">
                <c:v>2.484</c:v>
              </c:pt>
              <c:pt idx="415">
                <c:v>2.4899999999999993</c:v>
              </c:pt>
              <c:pt idx="416">
                <c:v>2.4959999999999982</c:v>
              </c:pt>
              <c:pt idx="417">
                <c:v>2.5019999999999971</c:v>
              </c:pt>
              <c:pt idx="418">
                <c:v>2.508</c:v>
              </c:pt>
              <c:pt idx="419">
                <c:v>2.5139999999999989</c:v>
              </c:pt>
              <c:pt idx="420">
                <c:v>2.5199999999999978</c:v>
              </c:pt>
              <c:pt idx="421">
                <c:v>2.5260000000000007</c:v>
              </c:pt>
              <c:pt idx="422">
                <c:v>2.5319999999999996</c:v>
              </c:pt>
              <c:pt idx="423">
                <c:v>2.5379999999999985</c:v>
              </c:pt>
              <c:pt idx="424">
                <c:v>2.5439999999999978</c:v>
              </c:pt>
              <c:pt idx="425">
                <c:v>2.5500000000000003</c:v>
              </c:pt>
              <c:pt idx="426">
                <c:v>2.5559999999999992</c:v>
              </c:pt>
              <c:pt idx="427">
                <c:v>2.5619999999999985</c:v>
              </c:pt>
              <c:pt idx="428">
                <c:v>2.5679999999999974</c:v>
              </c:pt>
              <c:pt idx="429">
                <c:v>2.5739999999999998</c:v>
              </c:pt>
              <c:pt idx="430">
                <c:v>2.5799999999999992</c:v>
              </c:pt>
              <c:pt idx="431">
                <c:v>2.5859999999999981</c:v>
              </c:pt>
              <c:pt idx="432">
                <c:v>2.5920000000000005</c:v>
              </c:pt>
              <c:pt idx="433">
                <c:v>2.5979999999999994</c:v>
              </c:pt>
              <c:pt idx="434">
                <c:v>2.6039999999999988</c:v>
              </c:pt>
              <c:pt idx="435">
                <c:v>2.6099999999999977</c:v>
              </c:pt>
              <c:pt idx="436">
                <c:v>2.6160000000000001</c:v>
              </c:pt>
              <c:pt idx="437">
                <c:v>2.6219999999999994</c:v>
              </c:pt>
              <c:pt idx="438">
                <c:v>2.6279999999999983</c:v>
              </c:pt>
              <c:pt idx="439">
                <c:v>2.6339999999999977</c:v>
              </c:pt>
              <c:pt idx="440">
                <c:v>2.64</c:v>
              </c:pt>
              <c:pt idx="441">
                <c:v>2.645999999999999</c:v>
              </c:pt>
              <c:pt idx="442">
                <c:v>2.6519999999999979</c:v>
              </c:pt>
              <c:pt idx="443">
                <c:v>2.6580000000000008</c:v>
              </c:pt>
              <c:pt idx="444">
                <c:v>2.6639999999999997</c:v>
              </c:pt>
              <c:pt idx="445">
                <c:v>2.6699999999999986</c:v>
              </c:pt>
              <c:pt idx="446">
                <c:v>2.6759999999999979</c:v>
              </c:pt>
              <c:pt idx="447">
                <c:v>2.6820000000000004</c:v>
              </c:pt>
              <c:pt idx="448">
                <c:v>2.6879999999999993</c:v>
              </c:pt>
              <c:pt idx="449">
                <c:v>2.6939999999999986</c:v>
              </c:pt>
              <c:pt idx="450">
                <c:v>2.6999999999999975</c:v>
              </c:pt>
              <c:pt idx="451">
                <c:v>2.706</c:v>
              </c:pt>
              <c:pt idx="452">
                <c:v>2.7119999999999993</c:v>
              </c:pt>
              <c:pt idx="453">
                <c:v>2.7179999999999982</c:v>
              </c:pt>
              <c:pt idx="454">
                <c:v>2.7239999999999971</c:v>
              </c:pt>
              <c:pt idx="455">
                <c:v>2.73</c:v>
              </c:pt>
              <c:pt idx="456">
                <c:v>2.7359999999999989</c:v>
              </c:pt>
              <c:pt idx="457">
                <c:v>2.7419999999999978</c:v>
              </c:pt>
              <c:pt idx="458">
                <c:v>2.7480000000000002</c:v>
              </c:pt>
              <c:pt idx="459">
                <c:v>2.7539999999999996</c:v>
              </c:pt>
              <c:pt idx="460">
                <c:v>2.7599999999999985</c:v>
              </c:pt>
              <c:pt idx="461">
                <c:v>2.7659999999999978</c:v>
              </c:pt>
              <c:pt idx="462">
                <c:v>2.7720000000000002</c:v>
              </c:pt>
              <c:pt idx="463">
                <c:v>2.7779999999999991</c:v>
              </c:pt>
              <c:pt idx="464">
                <c:v>2.7839999999999985</c:v>
              </c:pt>
              <c:pt idx="465">
                <c:v>2.7899999999999974</c:v>
              </c:pt>
              <c:pt idx="466">
                <c:v>2.7959999999999998</c:v>
              </c:pt>
              <c:pt idx="467">
                <c:v>2.8019999999999987</c:v>
              </c:pt>
              <c:pt idx="468">
                <c:v>2.8079999999999981</c:v>
              </c:pt>
              <c:pt idx="469">
                <c:v>2.8140000000000005</c:v>
              </c:pt>
              <c:pt idx="470">
                <c:v>2.8199999999999994</c:v>
              </c:pt>
              <c:pt idx="471">
                <c:v>2.8259999999999987</c:v>
              </c:pt>
              <c:pt idx="472">
                <c:v>2.8319999999999976</c:v>
              </c:pt>
              <c:pt idx="473">
                <c:v>2.8380000000000001</c:v>
              </c:pt>
              <c:pt idx="474">
                <c:v>2.8439999999999994</c:v>
              </c:pt>
              <c:pt idx="475">
                <c:v>2.8499999999999983</c:v>
              </c:pt>
              <c:pt idx="476">
                <c:v>2.8559999999999972</c:v>
              </c:pt>
              <c:pt idx="477">
                <c:v>2.8620000000000001</c:v>
              </c:pt>
              <c:pt idx="478">
                <c:v>2.867999999999999</c:v>
              </c:pt>
              <c:pt idx="479">
                <c:v>2.8739999999999979</c:v>
              </c:pt>
              <c:pt idx="480">
                <c:v>2.8800000000000008</c:v>
              </c:pt>
              <c:pt idx="481">
                <c:v>2.8859999999999997</c:v>
              </c:pt>
              <c:pt idx="482">
                <c:v>2.8919999999999986</c:v>
              </c:pt>
              <c:pt idx="483">
                <c:v>2.8979999999999979</c:v>
              </c:pt>
              <c:pt idx="484">
                <c:v>2.9040000000000004</c:v>
              </c:pt>
              <c:pt idx="485">
                <c:v>2.9099999999999993</c:v>
              </c:pt>
              <c:pt idx="486">
                <c:v>2.9159999999999986</c:v>
              </c:pt>
              <c:pt idx="487">
                <c:v>2.9219999999999975</c:v>
              </c:pt>
              <c:pt idx="488">
                <c:v>2.9279999999999999</c:v>
              </c:pt>
              <c:pt idx="489">
                <c:v>2.9339999999999993</c:v>
              </c:pt>
              <c:pt idx="490">
                <c:v>2.9399999999999982</c:v>
              </c:pt>
              <c:pt idx="491">
                <c:v>2.9459999999999971</c:v>
              </c:pt>
              <c:pt idx="492">
                <c:v>2.952</c:v>
              </c:pt>
              <c:pt idx="493">
                <c:v>2.9579999999999989</c:v>
              </c:pt>
              <c:pt idx="494">
                <c:v>2.9639999999999977</c:v>
              </c:pt>
              <c:pt idx="495">
                <c:v>2.9700000000000006</c:v>
              </c:pt>
              <c:pt idx="496">
                <c:v>2.9759999999999995</c:v>
              </c:pt>
              <c:pt idx="497">
                <c:v>2.9819999999999984</c:v>
              </c:pt>
              <c:pt idx="498">
                <c:v>2.9879999999999978</c:v>
              </c:pt>
              <c:pt idx="499">
                <c:v>2.9940000000000002</c:v>
              </c:pt>
              <c:pt idx="500">
                <c:v>2.9999999999999991</c:v>
              </c:pt>
            </c:numLit>
          </c:xVal>
          <c:yVal>
            <c:numLit>
              <c:formatCode>0.0</c:formatCode>
              <c:ptCount val="501"/>
              <c:pt idx="0">
                <c:v>-1.3718520072996711E-14</c:v>
              </c:pt>
              <c:pt idx="1">
                <c:v>3.7690182669911386E-2</c:v>
              </c:pt>
              <c:pt idx="2">
                <c:v>7.5326805527900192E-2</c:v>
              </c:pt>
              <c:pt idx="3">
                <c:v>0.11285638487346812</c:v>
              </c:pt>
              <c:pt idx="4">
                <c:v>0.15022558912073422</c:v>
              </c:pt>
              <c:pt idx="5">
                <c:v>0.18738131458569265</c:v>
              </c:pt>
              <c:pt idx="6">
                <c:v>0.22427076094934026</c:v>
              </c:pt>
              <c:pt idx="7">
                <c:v>0.26084150628987468</c:v>
              </c:pt>
              <c:pt idx="8">
                <c:v>0.29704158157700389</c:v>
              </c:pt>
              <c:pt idx="9">
                <c:v>0.3328195445229471</c:v>
              </c:pt>
              <c:pt idx="10">
                <c:v>0.3681245526846566</c:v>
              </c:pt>
              <c:pt idx="11">
                <c:v>0.40290643571363299</c:v>
              </c:pt>
              <c:pt idx="12">
                <c:v>0.43711576665092083</c:v>
              </c:pt>
              <c:pt idx="13">
                <c:v>0.47070393216531242</c:v>
              </c:pt>
              <c:pt idx="14">
                <c:v>0.50362320163575747</c:v>
              </c:pt>
              <c:pt idx="15">
                <c:v>0.53582679497898533</c:v>
              </c:pt>
              <c:pt idx="16">
                <c:v>0.56726894912673764</c:v>
              </c:pt>
              <c:pt idx="17">
                <c:v>0.59790498305749296</c:v>
              </c:pt>
              <c:pt idx="18">
                <c:v>0.62769136129069014</c:v>
              </c:pt>
              <c:pt idx="19">
                <c:v>0.65658575575293932</c:v>
              </c:pt>
              <c:pt idx="20">
                <c:v>0.68454710592866519</c:v>
              </c:pt>
              <c:pt idx="21">
                <c:v>0.71153567720925603</c:v>
              </c:pt>
              <c:pt idx="22">
                <c:v>0.73751311735815861</c:v>
              </c:pt>
              <c:pt idx="23">
                <c:v>0.76244251101142702</c:v>
              </c:pt>
              <c:pt idx="24">
                <c:v>0.78628843213659316</c:v>
              </c:pt>
              <c:pt idx="25">
                <c:v>0.80901699437493413</c:v>
              </c:pt>
              <c:pt idx="26">
                <c:v>0.8305958991957948</c:v>
              </c:pt>
              <c:pt idx="27">
                <c:v>0.85099448179468495</c:v>
              </c:pt>
              <c:pt idx="28">
                <c:v>0.87018375466951448</c:v>
              </c:pt>
              <c:pt idx="29">
                <c:v>0.88813644881354281</c:v>
              </c:pt>
              <c:pt idx="30">
                <c:v>0.90482705246601391</c:v>
              </c:pt>
              <c:pt idx="31">
                <c:v>0.9202318473658615</c:v>
              </c:pt>
              <c:pt idx="32">
                <c:v>0.9343289424566007</c:v>
              </c:pt>
              <c:pt idx="33">
                <c:v>0.94709830499474013</c:v>
              </c:pt>
              <c:pt idx="34">
                <c:v>0.95852178901736951</c:v>
              </c:pt>
              <c:pt idx="35">
                <c:v>0.9685831611286233</c:v>
              </c:pt>
              <c:pt idx="36">
                <c:v>0.97726812356818471</c:v>
              </c:pt>
              <c:pt idx="37">
                <c:v>0.98456433452920145</c:v>
              </c:pt>
              <c:pt idx="38">
                <c:v>0.99046142569664675</c:v>
              </c:pt>
              <c:pt idx="39">
                <c:v>0.99495101698129607</c:v>
              </c:pt>
              <c:pt idx="40">
                <c:v>0.99802672842827012</c:v>
              </c:pt>
              <c:pt idx="41">
                <c:v>0.99968418928329927</c:v>
              </c:pt>
              <c:pt idx="42">
                <c:v>0.99992104420381656</c:v>
              </c:pt>
              <c:pt idx="43">
                <c:v>0.99873695660601858</c:v>
              </c:pt>
              <c:pt idx="44">
                <c:v>0.99613360914317273</c:v>
              </c:pt>
              <c:pt idx="45">
                <c:v>0.99211470131447954</c:v>
              </c:pt>
              <c:pt idx="46">
                <c:v>0.98668594420787159</c:v>
              </c:pt>
              <c:pt idx="47">
                <c:v>0.97985505238425308</c:v>
              </c:pt>
              <c:pt idx="48">
                <c:v>0.97163173291467708</c:v>
              </c:pt>
              <c:pt idx="49">
                <c:v>0.96202767158609181</c:v>
              </c:pt>
              <c:pt idx="50">
                <c:v>0.9510565162951633</c:v>
              </c:pt>
              <c:pt idx="51">
                <c:v>0.9387338576538784</c:v>
              </c:pt>
              <c:pt idx="52">
                <c:v>0.92507720683446637</c:v>
              </c:pt>
              <c:pt idx="53">
                <c:v>0.91010597068500865</c:v>
              </c:pt>
              <c:pt idx="54">
                <c:v>0.89384142415128209</c:v>
              </c:pt>
              <c:pt idx="55">
                <c:v>0.87630668004387424</c:v>
              </c:pt>
              <c:pt idx="56">
                <c:v>0.85752665619366841</c:v>
              </c:pt>
              <c:pt idx="57">
                <c:v>0.83752804004216419</c:v>
              </c:pt>
              <c:pt idx="58">
                <c:v>0.81633925071719671</c:v>
              </c:pt>
              <c:pt idx="59">
                <c:v>0.79399039864785437</c:v>
              </c:pt>
              <c:pt idx="60">
                <c:v>0.77051324277579714</c:v>
              </c:pt>
              <c:pt idx="61">
                <c:v>0.74594114542419665</c:v>
              </c:pt>
              <c:pt idx="62">
                <c:v>0.72030902488792858</c:v>
              </c:pt>
              <c:pt idx="63">
                <c:v>0.69365330581281381</c:v>
              </c:pt>
              <c:pt idx="64">
                <c:v>0.66601186743426788</c:v>
              </c:pt>
              <c:pt idx="65">
                <c:v>0.63742398974871373</c:v>
              </c:pt>
              <c:pt idx="66">
                <c:v>0.60793029769461515</c:v>
              </c:pt>
              <c:pt idx="67">
                <c:v>0.57757270342228528</c:v>
              </c:pt>
              <c:pt idx="68">
                <c:v>0.54639434673429521</c:v>
              </c:pt>
              <c:pt idx="69">
                <c:v>0.51443953378154128</c:v>
              </c:pt>
              <c:pt idx="70">
                <c:v>0.48175367410173431</c:v>
              </c:pt>
              <c:pt idx="71">
                <c:v>0.44838321609005999</c:v>
              </c:pt>
              <c:pt idx="72">
                <c:v>0.41437558099332106</c:v>
              </c:pt>
              <c:pt idx="73">
                <c:v>0.37977909552182104</c:v>
              </c:pt>
              <c:pt idx="74">
                <c:v>0.3446429231745462</c:v>
              </c:pt>
              <c:pt idx="75">
                <c:v>0.30901699437495889</c:v>
              </c:pt>
              <c:pt idx="76">
                <c:v>0.27295193551734592</c:v>
              </c:pt>
              <c:pt idx="77">
                <c:v>0.23649899702372715</c:v>
              </c:pt>
              <c:pt idx="78">
                <c:v>0.19970998051441877</c:v>
              </c:pt>
              <c:pt idx="79">
                <c:v>0.16263716519490476</c:v>
              </c:pt>
              <c:pt idx="80">
                <c:v>0.1253332335643349</c:v>
              </c:pt>
              <c:pt idx="81">
                <c:v>8.7851196550755045E-2</c:v>
              </c:pt>
              <c:pt idx="82">
                <c:v>5.0244318179790901E-2</c:v>
              </c:pt>
              <c:pt idx="83">
                <c:v>1.2566039883383428E-2</c:v>
              </c:pt>
              <c:pt idx="84">
                <c:v>-2.5130095443297217E-2</c:v>
              </c:pt>
              <c:pt idx="85">
                <c:v>-6.2790519529292113E-2</c:v>
              </c:pt>
              <c:pt idx="86">
                <c:v>-0.10036171485118429</c:v>
              </c:pt>
              <c:pt idx="87">
                <c:v>-0.13779029068459825</c:v>
              </c:pt>
              <c:pt idx="88">
                <c:v>-0.17502305897525514</c:v>
              </c:pt>
              <c:pt idx="89">
                <c:v>-0.21200710992202465</c:v>
              </c:pt>
              <c:pt idx="90">
                <c:v>-0.24868988716481591</c:v>
              </c:pt>
              <c:pt idx="91">
                <c:v>-0.28501926246995585</c:v>
              </c:pt>
              <c:pt idx="92">
                <c:v>-0.32094360980718051</c:v>
              </c:pt>
              <c:pt idx="93">
                <c:v>-0.35641187871323982</c:v>
              </c:pt>
              <c:pt idx="94">
                <c:v>-0.391373666837183</c:v>
              </c:pt>
              <c:pt idx="95">
                <c:v>-0.42577929156504507</c:v>
              </c:pt>
              <c:pt idx="96">
                <c:v>-0.45957986062147754</c:v>
              </c:pt>
              <c:pt idx="97">
                <c:v>-0.49272734154827325</c:v>
              </c:pt>
              <c:pt idx="98">
                <c:v>-0.52517462996126973</c:v>
              </c:pt>
              <c:pt idx="99">
                <c:v>-0.5568756164881784</c:v>
              </c:pt>
              <c:pt idx="100">
                <c:v>-0.58778525229245615</c:v>
              </c:pt>
              <c:pt idx="101">
                <c:v>-0.61785961309031046</c:v>
              </c:pt>
              <c:pt idx="102">
                <c:v>-0.64705596156941392</c:v>
              </c:pt>
              <c:pt idx="103">
                <c:v>-0.67533280812100904</c:v>
              </c:pt>
              <c:pt idx="104">
                <c:v>-0.70264996979882755</c:v>
              </c:pt>
              <c:pt idx="105">
                <c:v>-0.72896862742138424</c:v>
              </c:pt>
              <c:pt idx="106">
                <c:v>-0.7542513807360901</c:v>
              </c:pt>
              <c:pt idx="107">
                <c:v>-0.77846230156700447</c:v>
              </c:pt>
              <c:pt idx="108">
                <c:v>-0.80156698487086975</c:v>
              </c:pt>
              <c:pt idx="109">
                <c:v>-0.82353259762841569</c:v>
              </c:pt>
              <c:pt idx="110">
                <c:v>-0.84432792550199876</c:v>
              </c:pt>
              <c:pt idx="111">
                <c:v>-0.86392341719282961</c:v>
              </c:pt>
              <c:pt idx="112">
                <c:v>-0.88229122643494351</c:v>
              </c:pt>
              <c:pt idx="113">
                <c:v>-0.89940525156635787</c:v>
              </c:pt>
              <c:pt idx="114">
                <c:v>-0.91524117262091298</c:v>
              </c:pt>
              <c:pt idx="115">
                <c:v>-0.9297764858882438</c:v>
              </c:pt>
              <c:pt idx="116">
                <c:v>-0.94299053589285442</c:v>
              </c:pt>
              <c:pt idx="117">
                <c:v>-0.95486454474663129</c:v>
              </c:pt>
              <c:pt idx="118">
                <c:v>-0.96538163883326844</c:v>
              </c:pt>
              <c:pt idx="119">
                <c:v>-0.97452687278657046</c:v>
              </c:pt>
              <c:pt idx="120">
                <c:v>-0.98228725072868128</c:v>
              </c:pt>
              <c:pt idx="121">
                <c:v>-0.98865174473790662</c:v>
              </c:pt>
              <c:pt idx="122">
                <c:v>-0.99361131052000506</c:v>
              </c:pt>
              <c:pt idx="123">
                <c:v>-0.99715890026061105</c:v>
              </c:pt>
              <c:pt idx="124">
                <c:v>-0.99928947264058843</c:v>
              </c:pt>
              <c:pt idx="125">
                <c:v>-1</c:v>
              </c:pt>
              <c:pt idx="126">
                <c:v>-0.99928947264058965</c:v>
              </c:pt>
              <c:pt idx="127">
                <c:v>-0.9971589002606156</c:v>
              </c:pt>
              <c:pt idx="128">
                <c:v>-0.99361131052001173</c:v>
              </c:pt>
              <c:pt idx="129">
                <c:v>-0.98865174473791573</c:v>
              </c:pt>
              <c:pt idx="130">
                <c:v>-0.9822872507286925</c:v>
              </c:pt>
              <c:pt idx="131">
                <c:v>-0.97452687278658379</c:v>
              </c:pt>
              <c:pt idx="132">
                <c:v>-0.96538163883328409</c:v>
              </c:pt>
              <c:pt idx="133">
                <c:v>-0.95486454474664906</c:v>
              </c:pt>
              <c:pt idx="134">
                <c:v>-0.94299053589287429</c:v>
              </c:pt>
              <c:pt idx="135">
                <c:v>-0.92977648588826589</c:v>
              </c:pt>
              <c:pt idx="136">
                <c:v>-0.91524117262092564</c:v>
              </c:pt>
              <c:pt idx="137">
                <c:v>-0.89940525156638396</c:v>
              </c:pt>
              <c:pt idx="138">
                <c:v>-0.88229122643497182</c:v>
              </c:pt>
              <c:pt idx="139">
                <c:v>-0.86392341719284549</c:v>
              </c:pt>
              <c:pt idx="140">
                <c:v>-0.84432792550203106</c:v>
              </c:pt>
              <c:pt idx="141">
                <c:v>-0.82353259762843334</c:v>
              </c:pt>
              <c:pt idx="142">
                <c:v>-0.80156698487088851</c:v>
              </c:pt>
              <c:pt idx="143">
                <c:v>-0.77846230156704199</c:v>
              </c:pt>
              <c:pt idx="144">
                <c:v>-0.75425138073611064</c:v>
              </c:pt>
              <c:pt idx="145">
                <c:v>-0.72896862742142521</c:v>
              </c:pt>
              <c:pt idx="146">
                <c:v>-0.70264996979887018</c:v>
              </c:pt>
              <c:pt idx="147">
                <c:v>-0.67533280812105312</c:v>
              </c:pt>
              <c:pt idx="148">
                <c:v>-0.64705596156945955</c:v>
              </c:pt>
              <c:pt idx="149">
                <c:v>-0.61785961309035742</c:v>
              </c:pt>
              <c:pt idx="150">
                <c:v>-0.58778525229250456</c:v>
              </c:pt>
              <c:pt idx="151">
                <c:v>-0.55687561648820449</c:v>
              </c:pt>
              <c:pt idx="152">
                <c:v>-0.52517462996132058</c:v>
              </c:pt>
              <c:pt idx="153">
                <c:v>-0.49272734154832531</c:v>
              </c:pt>
              <c:pt idx="154">
                <c:v>-0.45957986062153067</c:v>
              </c:pt>
              <c:pt idx="155">
                <c:v>-0.42577929156509914</c:v>
              </c:pt>
              <c:pt idx="156">
                <c:v>-0.39137366683721186</c:v>
              </c:pt>
              <c:pt idx="157">
                <c:v>-0.35641187871326913</c:v>
              </c:pt>
              <c:pt idx="158">
                <c:v>-0.32094360980723713</c:v>
              </c:pt>
              <c:pt idx="159">
                <c:v>-0.28501926246998588</c:v>
              </c:pt>
              <c:pt idx="160">
                <c:v>-0.24868988716487384</c:v>
              </c:pt>
              <c:pt idx="161">
                <c:v>-0.21200710992208308</c:v>
              </c:pt>
              <c:pt idx="162">
                <c:v>-0.175023058975286</c:v>
              </c:pt>
              <c:pt idx="163">
                <c:v>-0.13779029068465745</c:v>
              </c:pt>
              <c:pt idx="164">
                <c:v>-0.10036171485124376</c:v>
              </c:pt>
              <c:pt idx="165">
                <c:v>-6.2790519529351774E-2</c:v>
              </c:pt>
              <c:pt idx="166">
                <c:v>-2.5130095443356978E-2</c:v>
              </c:pt>
              <c:pt idx="167">
                <c:v>1.2566039883323653E-2</c:v>
              </c:pt>
              <c:pt idx="168">
                <c:v>5.0244318179731198E-2</c:v>
              </c:pt>
              <c:pt idx="169">
                <c:v>8.7851196550695496E-2</c:v>
              </c:pt>
              <c:pt idx="170">
                <c:v>0.12533323356427559</c:v>
              </c:pt>
              <c:pt idx="171">
                <c:v>0.16263716519484578</c:v>
              </c:pt>
              <c:pt idx="172">
                <c:v>0.19970998051438804</c:v>
              </c:pt>
              <c:pt idx="173">
                <c:v>0.23649899702369667</c:v>
              </c:pt>
              <c:pt idx="174">
                <c:v>0.27295193551731578</c:v>
              </c:pt>
              <c:pt idx="175">
                <c:v>0.30901699437492908</c:v>
              </c:pt>
              <c:pt idx="176">
                <c:v>0.34464292317449008</c:v>
              </c:pt>
              <c:pt idx="177">
                <c:v>0.37977909552179206</c:v>
              </c:pt>
              <c:pt idx="178">
                <c:v>0.4143755809932666</c:v>
              </c:pt>
              <c:pt idx="179">
                <c:v>0.44838321609000664</c:v>
              </c:pt>
              <c:pt idx="180">
                <c:v>0.48175367410168185</c:v>
              </c:pt>
              <c:pt idx="181">
                <c:v>0.51443953378148999</c:v>
              </c:pt>
              <c:pt idx="182">
                <c:v>0.54639434673424514</c:v>
              </c:pt>
              <c:pt idx="183">
                <c:v>0.57757270342223654</c:v>
              </c:pt>
              <c:pt idx="184">
                <c:v>0.60793029769456763</c:v>
              </c:pt>
              <c:pt idx="185">
                <c:v>0.63742398974866776</c:v>
              </c:pt>
              <c:pt idx="186">
                <c:v>0.66601186743422325</c:v>
              </c:pt>
              <c:pt idx="187">
                <c:v>0.69365330581279128</c:v>
              </c:pt>
              <c:pt idx="188">
                <c:v>0.72030902488788717</c:v>
              </c:pt>
              <c:pt idx="189">
                <c:v>0.74594114542417578</c:v>
              </c:pt>
              <c:pt idx="190">
                <c:v>0.77051324277577715</c:v>
              </c:pt>
              <c:pt idx="191">
                <c:v>0.79399039864781806</c:v>
              </c:pt>
              <c:pt idx="192">
                <c:v>0.81633925071717861</c:v>
              </c:pt>
              <c:pt idx="193">
                <c:v>0.83752804004213133</c:v>
              </c:pt>
              <c:pt idx="194">
                <c:v>0.85752665619363755</c:v>
              </c:pt>
              <c:pt idx="195">
                <c:v>0.87630668004384538</c:v>
              </c:pt>
              <c:pt idx="196">
                <c:v>0.89384142415125545</c:v>
              </c:pt>
              <c:pt idx="197">
                <c:v>0.91010597068498411</c:v>
              </c:pt>
              <c:pt idx="198">
                <c:v>0.92507720683444383</c:v>
              </c:pt>
              <c:pt idx="199">
                <c:v>0.93873385765386752</c:v>
              </c:pt>
              <c:pt idx="200">
                <c:v>0.95105651629514476</c:v>
              </c:pt>
              <c:pt idx="201">
                <c:v>0.96202767158607561</c:v>
              </c:pt>
              <c:pt idx="202">
                <c:v>0.97163173291466276</c:v>
              </c:pt>
              <c:pt idx="203">
                <c:v>0.9798550523842412</c:v>
              </c:pt>
              <c:pt idx="204">
                <c:v>0.98668594420786182</c:v>
              </c:pt>
              <c:pt idx="205">
                <c:v>0.99211470131447554</c:v>
              </c:pt>
              <c:pt idx="206">
                <c:v>0.99613360914316995</c:v>
              </c:pt>
              <c:pt idx="207">
                <c:v>0.99873695660601691</c:v>
              </c:pt>
              <c:pt idx="208">
                <c:v>0.99992104420381589</c:v>
              </c:pt>
              <c:pt idx="209">
                <c:v>0.99968418928330072</c:v>
              </c:pt>
              <c:pt idx="210">
                <c:v>0.99802672842827211</c:v>
              </c:pt>
              <c:pt idx="211">
                <c:v>0.99495101698130206</c:v>
              </c:pt>
              <c:pt idx="212">
                <c:v>0.99046142569665507</c:v>
              </c:pt>
              <c:pt idx="213">
                <c:v>0.98456433452921188</c:v>
              </c:pt>
              <c:pt idx="214">
                <c:v>0.97726812356819748</c:v>
              </c:pt>
              <c:pt idx="215">
                <c:v>0.96858316112863807</c:v>
              </c:pt>
              <c:pt idx="216">
                <c:v>0.95852178901738661</c:v>
              </c:pt>
              <c:pt idx="217">
                <c:v>0.94709830499475933</c:v>
              </c:pt>
              <c:pt idx="218">
                <c:v>0.93432894245662201</c:v>
              </c:pt>
              <c:pt idx="219">
                <c:v>0.92023184736588493</c:v>
              </c:pt>
              <c:pt idx="220">
                <c:v>0.90482705246602735</c:v>
              </c:pt>
              <c:pt idx="221">
                <c:v>0.88813644881355724</c:v>
              </c:pt>
              <c:pt idx="222">
                <c:v>0.87018375466953013</c:v>
              </c:pt>
              <c:pt idx="223">
                <c:v>0.85099448179470127</c:v>
              </c:pt>
              <c:pt idx="224">
                <c:v>0.8305958991958281</c:v>
              </c:pt>
              <c:pt idx="225">
                <c:v>0.80901699437495256</c:v>
              </c:pt>
              <c:pt idx="226">
                <c:v>0.78628843213663013</c:v>
              </c:pt>
              <c:pt idx="227">
                <c:v>0.76244251101146576</c:v>
              </c:pt>
              <c:pt idx="228">
                <c:v>0.73751311735819891</c:v>
              </c:pt>
              <c:pt idx="229">
                <c:v>0.711535677209298</c:v>
              </c:pt>
              <c:pt idx="230">
                <c:v>0.68454710592870871</c:v>
              </c:pt>
              <c:pt idx="231">
                <c:v>0.65658575575298439</c:v>
              </c:pt>
              <c:pt idx="232">
                <c:v>0.62769136129073666</c:v>
              </c:pt>
              <c:pt idx="233">
                <c:v>0.59790498305754092</c:v>
              </c:pt>
              <c:pt idx="234">
                <c:v>0.56726894912678694</c:v>
              </c:pt>
              <c:pt idx="235">
                <c:v>0.53582679497903574</c:v>
              </c:pt>
              <c:pt idx="236">
                <c:v>0.50362320163578456</c:v>
              </c:pt>
              <c:pt idx="237">
                <c:v>0.47070393216534001</c:v>
              </c:pt>
              <c:pt idx="238">
                <c:v>0.43711576665094909</c:v>
              </c:pt>
              <c:pt idx="239">
                <c:v>0.40290643571368767</c:v>
              </c:pt>
              <c:pt idx="240">
                <c:v>0.36812455268468575</c:v>
              </c:pt>
              <c:pt idx="241">
                <c:v>0.33281954452300344</c:v>
              </c:pt>
              <c:pt idx="242">
                <c:v>0.29704158157706095</c:v>
              </c:pt>
              <c:pt idx="243">
                <c:v>0.26084150628993241</c:v>
              </c:pt>
              <c:pt idx="244">
                <c:v>0.22427076094939855</c:v>
              </c:pt>
              <c:pt idx="245">
                <c:v>0.18738131458575139</c:v>
              </c:pt>
              <c:pt idx="246">
                <c:v>0.15022558912079331</c:v>
              </c:pt>
              <c:pt idx="247">
                <c:v>0.11285638487349928</c:v>
              </c:pt>
              <c:pt idx="248">
                <c:v>7.5326805527959798E-2</c:v>
              </c:pt>
              <c:pt idx="249">
                <c:v>3.7690182669971123E-2</c:v>
              </c:pt>
              <c:pt idx="250">
                <c:v>4.6060337221945426E-14</c:v>
              </c:pt>
              <c:pt idx="251">
                <c:v>-3.7690182669907465E-2</c:v>
              </c:pt>
              <c:pt idx="252">
                <c:v>-7.5326805527896279E-2</c:v>
              </c:pt>
              <c:pt idx="253">
                <c:v>-0.11285638487346422</c:v>
              </c:pt>
              <c:pt idx="254">
                <c:v>-0.15022558912073034</c:v>
              </c:pt>
              <c:pt idx="255">
                <c:v>-0.18738131458571672</c:v>
              </c:pt>
              <c:pt idx="256">
                <c:v>-0.22427076094936413</c:v>
              </c:pt>
              <c:pt idx="257">
                <c:v>-0.26084150628987091</c:v>
              </c:pt>
              <c:pt idx="258">
                <c:v>-0.29704158157700017</c:v>
              </c:pt>
              <c:pt idx="259">
                <c:v>-0.33281954452297019</c:v>
              </c:pt>
              <c:pt idx="260">
                <c:v>-0.36812455268465294</c:v>
              </c:pt>
              <c:pt idx="261">
                <c:v>-0.40290643571362939</c:v>
              </c:pt>
              <c:pt idx="262">
                <c:v>-0.43711576665091728</c:v>
              </c:pt>
              <c:pt idx="263">
                <c:v>-0.47070393216530898</c:v>
              </c:pt>
              <c:pt idx="264">
                <c:v>-0.50362320163572949</c:v>
              </c:pt>
              <c:pt idx="265">
                <c:v>-0.53582679497895802</c:v>
              </c:pt>
              <c:pt idx="266">
                <c:v>-0.56726894912673442</c:v>
              </c:pt>
              <c:pt idx="267">
                <c:v>-0.59790498305748985</c:v>
              </c:pt>
              <c:pt idx="268">
                <c:v>-0.62769136129068703</c:v>
              </c:pt>
              <c:pt idx="269">
                <c:v>-0.65658575575293632</c:v>
              </c:pt>
              <c:pt idx="270">
                <c:v>-0.68454710592868306</c:v>
              </c:pt>
              <c:pt idx="271">
                <c:v>-0.71153567720927324</c:v>
              </c:pt>
              <c:pt idx="272">
                <c:v>-0.73751311735815595</c:v>
              </c:pt>
              <c:pt idx="273">
                <c:v>-0.76244251101144289</c:v>
              </c:pt>
              <c:pt idx="274">
                <c:v>-0.78628843213660837</c:v>
              </c:pt>
              <c:pt idx="275">
                <c:v>-0.8090169943749318</c:v>
              </c:pt>
              <c:pt idx="276">
                <c:v>-0.83059589919579258</c:v>
              </c:pt>
              <c:pt idx="277">
                <c:v>-0.85099448179468284</c:v>
              </c:pt>
              <c:pt idx="278">
                <c:v>-0.87018375466951248</c:v>
              </c:pt>
              <c:pt idx="279">
                <c:v>-0.88813644881352805</c:v>
              </c:pt>
              <c:pt idx="280">
                <c:v>-0.90482705246600015</c:v>
              </c:pt>
              <c:pt idx="281">
                <c:v>-0.92023184736585983</c:v>
              </c:pt>
              <c:pt idx="282">
                <c:v>-0.93432894245659925</c:v>
              </c:pt>
              <c:pt idx="283">
                <c:v>-0.94709830499472969</c:v>
              </c:pt>
              <c:pt idx="284">
                <c:v>-0.9585217890173684</c:v>
              </c:pt>
              <c:pt idx="285">
                <c:v>-0.96858316112862219</c:v>
              </c:pt>
              <c:pt idx="286">
                <c:v>-0.97726812356819004</c:v>
              </c:pt>
              <c:pt idx="287">
                <c:v>-0.98456433452920067</c:v>
              </c:pt>
              <c:pt idx="288">
                <c:v>-0.99046142569665019</c:v>
              </c:pt>
              <c:pt idx="289">
                <c:v>-0.99495101698129862</c:v>
              </c:pt>
              <c:pt idx="290">
                <c:v>-0.99802672842826989</c:v>
              </c:pt>
              <c:pt idx="291">
                <c:v>-0.99968418928329905</c:v>
              </c:pt>
              <c:pt idx="292">
                <c:v>-0.99992104420381644</c:v>
              </c:pt>
              <c:pt idx="293">
                <c:v>-0.9987369566060188</c:v>
              </c:pt>
              <c:pt idx="294">
                <c:v>-0.99613360914317561</c:v>
              </c:pt>
              <c:pt idx="295">
                <c:v>-0.99211470131448343</c:v>
              </c:pt>
              <c:pt idx="296">
                <c:v>-0.98668594420787237</c:v>
              </c:pt>
              <c:pt idx="297">
                <c:v>-0.97985505238425397</c:v>
              </c:pt>
              <c:pt idx="298">
                <c:v>-0.97163173291468463</c:v>
              </c:pt>
              <c:pt idx="299">
                <c:v>-0.96202767158609293</c:v>
              </c:pt>
              <c:pt idx="300">
                <c:v>-0.95105651629516452</c:v>
              </c:pt>
              <c:pt idx="301">
                <c:v>-0.93873385765387973</c:v>
              </c:pt>
              <c:pt idx="302">
                <c:v>-0.92507720683446792</c:v>
              </c:pt>
              <c:pt idx="303">
                <c:v>-0.91010597068499854</c:v>
              </c:pt>
              <c:pt idx="304">
                <c:v>-0.89384142415127121</c:v>
              </c:pt>
              <c:pt idx="305">
                <c:v>-0.87630668004387602</c:v>
              </c:pt>
              <c:pt idx="306">
                <c:v>-0.85752665619367041</c:v>
              </c:pt>
              <c:pt idx="307">
                <c:v>-0.83752804004215053</c:v>
              </c:pt>
              <c:pt idx="308">
                <c:v>-0.81633925071719882</c:v>
              </c:pt>
              <c:pt idx="309">
                <c:v>-0.79399039864785681</c:v>
              </c:pt>
              <c:pt idx="310">
                <c:v>-0.77051324277579969</c:v>
              </c:pt>
              <c:pt idx="311">
                <c:v>-0.74594114542419931</c:v>
              </c:pt>
              <c:pt idx="312">
                <c:v>-0.72030902488793136</c:v>
              </c:pt>
              <c:pt idx="313">
                <c:v>-0.69365330581283713</c:v>
              </c:pt>
              <c:pt idx="314">
                <c:v>-0.66601186743427077</c:v>
              </c:pt>
              <c:pt idx="315">
                <c:v>-0.63742398974871683</c:v>
              </c:pt>
              <c:pt idx="316">
                <c:v>-0.6079302976946408</c:v>
              </c:pt>
              <c:pt idx="317">
                <c:v>-0.5775727034222885</c:v>
              </c:pt>
              <c:pt idx="318">
                <c:v>-0.54639434673427467</c:v>
              </c:pt>
              <c:pt idx="319">
                <c:v>-0.5144395337815203</c:v>
              </c:pt>
              <c:pt idx="320">
                <c:v>-0.48175367410173775</c:v>
              </c:pt>
              <c:pt idx="321">
                <c:v>-0.44838321609003817</c:v>
              </c:pt>
              <c:pt idx="322">
                <c:v>-0.41437558099329874</c:v>
              </c:pt>
              <c:pt idx="323">
                <c:v>-0.37977909552182471</c:v>
              </c:pt>
              <c:pt idx="324">
                <c:v>-0.34464292317454986</c:v>
              </c:pt>
              <c:pt idx="325">
                <c:v>-0.30901699437496261</c:v>
              </c:pt>
              <c:pt idx="326">
                <c:v>-0.2729519355173497</c:v>
              </c:pt>
              <c:pt idx="327">
                <c:v>-0.23649899702375859</c:v>
              </c:pt>
              <c:pt idx="328">
                <c:v>-0.19970998051445046</c:v>
              </c:pt>
              <c:pt idx="329">
                <c:v>-0.16263716519490862</c:v>
              </c:pt>
              <c:pt idx="330">
                <c:v>-0.12533323356433879</c:v>
              </c:pt>
              <c:pt idx="331">
                <c:v>-8.7851196550787269E-2</c:v>
              </c:pt>
              <c:pt idx="332">
                <c:v>-5.0244318179794814E-2</c:v>
              </c:pt>
              <c:pt idx="333">
                <c:v>-1.2566039883387347E-2</c:v>
              </c:pt>
              <c:pt idx="334">
                <c:v>2.5130095443321711E-2</c:v>
              </c:pt>
              <c:pt idx="335">
                <c:v>6.27905195292882E-2</c:v>
              </c:pt>
              <c:pt idx="336">
                <c:v>0.10036171485120866</c:v>
              </c:pt>
              <c:pt idx="337">
                <c:v>0.13779029068462251</c:v>
              </c:pt>
              <c:pt idx="338">
                <c:v>0.17502305897525128</c:v>
              </c:pt>
              <c:pt idx="339">
                <c:v>0.21200710992202082</c:v>
              </c:pt>
              <c:pt idx="340">
                <c:v>0.24868988716483964</c:v>
              </c:pt>
              <c:pt idx="341">
                <c:v>0.28501926246995207</c:v>
              </c:pt>
              <c:pt idx="342">
                <c:v>0.32094360980717679</c:v>
              </c:pt>
              <c:pt idx="343">
                <c:v>0.35641187871320962</c:v>
              </c:pt>
              <c:pt idx="344">
                <c:v>0.39137366683717939</c:v>
              </c:pt>
              <c:pt idx="345">
                <c:v>0.42577929156504141</c:v>
              </c:pt>
              <c:pt idx="346">
                <c:v>0.45957986062144884</c:v>
              </c:pt>
              <c:pt idx="347">
                <c:v>0.49272734154826986</c:v>
              </c:pt>
              <c:pt idx="348">
                <c:v>0.5251746299612664</c:v>
              </c:pt>
              <c:pt idx="349">
                <c:v>0.55687561648817518</c:v>
              </c:pt>
              <c:pt idx="350">
                <c:v>0.58778525229245304</c:v>
              </c:pt>
              <c:pt idx="351">
                <c:v>0.61785961309032966</c:v>
              </c:pt>
              <c:pt idx="352">
                <c:v>0.64705596156943257</c:v>
              </c:pt>
              <c:pt idx="353">
                <c:v>0.67533280812100616</c:v>
              </c:pt>
              <c:pt idx="354">
                <c:v>0.70264996979882477</c:v>
              </c:pt>
              <c:pt idx="355">
                <c:v>0.72896862742140101</c:v>
              </c:pt>
              <c:pt idx="356">
                <c:v>0.75425138073608755</c:v>
              </c:pt>
              <c:pt idx="357">
                <c:v>0.77846230156700191</c:v>
              </c:pt>
              <c:pt idx="358">
                <c:v>0.80156698487086742</c:v>
              </c:pt>
              <c:pt idx="359">
                <c:v>0.82353259762841347</c:v>
              </c:pt>
              <c:pt idx="360">
                <c:v>0.84432792550199676</c:v>
              </c:pt>
              <c:pt idx="361">
                <c:v>0.8639234171928134</c:v>
              </c:pt>
              <c:pt idx="362">
                <c:v>0.88229122643494173</c:v>
              </c:pt>
              <c:pt idx="363">
                <c:v>0.89940525156635609</c:v>
              </c:pt>
              <c:pt idx="364">
                <c:v>0.91524117262089999</c:v>
              </c:pt>
              <c:pt idx="365">
                <c:v>0.92977648588824235</c:v>
              </c:pt>
              <c:pt idx="366">
                <c:v>0.94299053589285309</c:v>
              </c:pt>
              <c:pt idx="367">
                <c:v>0.95486454474663851</c:v>
              </c:pt>
              <c:pt idx="368">
                <c:v>0.96538163883326744</c:v>
              </c:pt>
              <c:pt idx="369">
                <c:v>0.97452687278657579</c:v>
              </c:pt>
              <c:pt idx="370">
                <c:v>0.98228725072868572</c:v>
              </c:pt>
              <c:pt idx="371">
                <c:v>0.98865174473791029</c:v>
              </c:pt>
              <c:pt idx="372">
                <c:v>0.99361131052000473</c:v>
              </c:pt>
              <c:pt idx="373">
                <c:v>0.99715890026061282</c:v>
              </c:pt>
              <c:pt idx="374">
                <c:v>0.99928947264058821</c:v>
              </c:pt>
              <c:pt idx="375">
                <c:v>1</c:v>
              </c:pt>
              <c:pt idx="376">
                <c:v>0.99928947264059098</c:v>
              </c:pt>
              <c:pt idx="377">
                <c:v>0.99715890026061571</c:v>
              </c:pt>
              <c:pt idx="378">
                <c:v>0.99361131052001217</c:v>
              </c:pt>
              <c:pt idx="379">
                <c:v>0.98865174473792061</c:v>
              </c:pt>
              <c:pt idx="380">
                <c:v>0.98228725072869316</c:v>
              </c:pt>
              <c:pt idx="381">
                <c:v>0.97452687278658467</c:v>
              </c:pt>
              <c:pt idx="382">
                <c:v>0.96538163883327777</c:v>
              </c:pt>
              <c:pt idx="383">
                <c:v>0.95486454474665006</c:v>
              </c:pt>
              <c:pt idx="384">
                <c:v>0.94299053589286619</c:v>
              </c:pt>
              <c:pt idx="385">
                <c:v>0.92977648588825679</c:v>
              </c:pt>
              <c:pt idx="386">
                <c:v>0.9152411726209273</c:v>
              </c:pt>
              <c:pt idx="387">
                <c:v>0.89940525156638573</c:v>
              </c:pt>
              <c:pt idx="388">
                <c:v>0.88229122643496016</c:v>
              </c:pt>
              <c:pt idx="389">
                <c:v>0.86392341719284738</c:v>
              </c:pt>
              <c:pt idx="390">
                <c:v>0.84432792550203306</c:v>
              </c:pt>
              <c:pt idx="391">
                <c:v>0.82353259762845166</c:v>
              </c:pt>
              <c:pt idx="392">
                <c:v>0.80156698487089084</c:v>
              </c:pt>
              <c:pt idx="393">
                <c:v>0.77846230156704443</c:v>
              </c:pt>
              <c:pt idx="394">
                <c:v>0.75425138073613196</c:v>
              </c:pt>
              <c:pt idx="395">
                <c:v>0.72896862742142787</c:v>
              </c:pt>
              <c:pt idx="396">
                <c:v>0.70264996979887295</c:v>
              </c:pt>
              <c:pt idx="397">
                <c:v>0.67533280812105601</c:v>
              </c:pt>
              <c:pt idx="398">
                <c:v>0.64705596156946243</c:v>
              </c:pt>
              <c:pt idx="399">
                <c:v>0.61785961309033821</c:v>
              </c:pt>
              <c:pt idx="400">
                <c:v>0.58778525229248468</c:v>
              </c:pt>
              <c:pt idx="401">
                <c:v>0.55687561648820771</c:v>
              </c:pt>
              <c:pt idx="402">
                <c:v>0.52517462996132391</c:v>
              </c:pt>
              <c:pt idx="403">
                <c:v>0.49272734154830394</c:v>
              </c:pt>
              <c:pt idx="404">
                <c:v>0.45957986062150885</c:v>
              </c:pt>
              <c:pt idx="405">
                <c:v>0.42577929156510264</c:v>
              </c:pt>
              <c:pt idx="406">
                <c:v>0.39137366683721547</c:v>
              </c:pt>
              <c:pt idx="407">
                <c:v>0.35641187871327279</c:v>
              </c:pt>
              <c:pt idx="408">
                <c:v>0.32094360980724079</c:v>
              </c:pt>
              <c:pt idx="409">
                <c:v>0.28501926247001691</c:v>
              </c:pt>
              <c:pt idx="410">
                <c:v>0.24868988716487764</c:v>
              </c:pt>
              <c:pt idx="411">
                <c:v>0.21200710992208693</c:v>
              </c:pt>
              <c:pt idx="412">
                <c:v>0.17502305897531786</c:v>
              </c:pt>
              <c:pt idx="413">
                <c:v>0.13779029068466134</c:v>
              </c:pt>
              <c:pt idx="414">
                <c:v>0.10036171485124766</c:v>
              </c:pt>
              <c:pt idx="415">
                <c:v>6.2790519529327321E-2</c:v>
              </c:pt>
              <c:pt idx="416">
                <c:v>2.5130095443360895E-2</c:v>
              </c:pt>
              <c:pt idx="417">
                <c:v>-1.2566039883319734E-2</c:v>
              </c:pt>
              <c:pt idx="418">
                <c:v>-5.0244318179755672E-2</c:v>
              </c:pt>
              <c:pt idx="419">
                <c:v>-8.7851196550719907E-2</c:v>
              </c:pt>
              <c:pt idx="420">
                <c:v>-0.1253332335642717</c:v>
              </c:pt>
              <c:pt idx="421">
                <c:v>-0.16263716519486995</c:v>
              </c:pt>
              <c:pt idx="422">
                <c:v>-0.19970998051438418</c:v>
              </c:pt>
              <c:pt idx="423">
                <c:v>-0.23649899702369287</c:v>
              </c:pt>
              <c:pt idx="424">
                <c:v>-0.27295193551728464</c:v>
              </c:pt>
              <c:pt idx="425">
                <c:v>-0.30901699437492536</c:v>
              </c:pt>
              <c:pt idx="426">
                <c:v>-0.34464292317448636</c:v>
              </c:pt>
              <c:pt idx="427">
                <c:v>-0.37977909552176214</c:v>
              </c:pt>
              <c:pt idx="428">
                <c:v>-0.41437558099323718</c:v>
              </c:pt>
              <c:pt idx="429">
                <c:v>-0.44838321609000314</c:v>
              </c:pt>
              <c:pt idx="430">
                <c:v>-0.48175367410170333</c:v>
              </c:pt>
              <c:pt idx="431">
                <c:v>-0.51443953378148666</c:v>
              </c:pt>
              <c:pt idx="432">
                <c:v>-0.54639434673426568</c:v>
              </c:pt>
              <c:pt idx="433">
                <c:v>-0.57757270342225653</c:v>
              </c:pt>
              <c:pt idx="434">
                <c:v>-0.60793029769458706</c:v>
              </c:pt>
              <c:pt idx="435">
                <c:v>-0.63742398974866465</c:v>
              </c:pt>
              <c:pt idx="436">
                <c:v>-0.66601186743424157</c:v>
              </c:pt>
              <c:pt idx="437">
                <c:v>-0.69365330581278839</c:v>
              </c:pt>
              <c:pt idx="438">
                <c:v>-0.7203090248878844</c:v>
              </c:pt>
              <c:pt idx="439">
                <c:v>-0.74594114542415424</c:v>
              </c:pt>
              <c:pt idx="440">
                <c:v>-0.7705132427757746</c:v>
              </c:pt>
              <c:pt idx="441">
                <c:v>-0.79399039864781562</c:v>
              </c:pt>
              <c:pt idx="442">
                <c:v>-0.81633925071715996</c:v>
              </c:pt>
              <c:pt idx="443">
                <c:v>-0.83752804004212922</c:v>
              </c:pt>
              <c:pt idx="444">
                <c:v>-0.85752665619363555</c:v>
              </c:pt>
              <c:pt idx="445">
                <c:v>-0.8763066800438436</c:v>
              </c:pt>
              <c:pt idx="446">
                <c:v>-0.89384142415125356</c:v>
              </c:pt>
              <c:pt idx="447">
                <c:v>-0.91010597068498222</c:v>
              </c:pt>
              <c:pt idx="448">
                <c:v>-0.92507720683445305</c:v>
              </c:pt>
              <c:pt idx="449">
                <c:v>-0.9387338576538663</c:v>
              </c:pt>
              <c:pt idx="450">
                <c:v>-0.95105651629514376</c:v>
              </c:pt>
              <c:pt idx="451">
                <c:v>-0.96202767158608227</c:v>
              </c:pt>
              <c:pt idx="452">
                <c:v>-0.97163173291466853</c:v>
              </c:pt>
              <c:pt idx="453">
                <c:v>-0.97985505238424042</c:v>
              </c:pt>
              <c:pt idx="454">
                <c:v>-0.98668594420786127</c:v>
              </c:pt>
              <c:pt idx="455">
                <c:v>-0.99211470131447499</c:v>
              </c:pt>
              <c:pt idx="456">
                <c:v>-0.99613360914316962</c:v>
              </c:pt>
              <c:pt idx="457">
                <c:v>-0.99873695660601547</c:v>
              </c:pt>
              <c:pt idx="458">
                <c:v>-0.99992104420381589</c:v>
              </c:pt>
              <c:pt idx="459">
                <c:v>-0.99968418928330083</c:v>
              </c:pt>
              <c:pt idx="460">
                <c:v>-0.998026728428274</c:v>
              </c:pt>
              <c:pt idx="461">
                <c:v>-0.99495101698130239</c:v>
              </c:pt>
              <c:pt idx="462">
                <c:v>-0.99046142569665563</c:v>
              </c:pt>
              <c:pt idx="463">
                <c:v>-0.98456433452920755</c:v>
              </c:pt>
              <c:pt idx="464">
                <c:v>-0.97726812356819814</c:v>
              </c:pt>
              <c:pt idx="465">
                <c:v>-0.96858316112863896</c:v>
              </c:pt>
              <c:pt idx="466">
                <c:v>-0.9585217890173795</c:v>
              </c:pt>
              <c:pt idx="467">
                <c:v>-0.94709830499475145</c:v>
              </c:pt>
              <c:pt idx="468">
                <c:v>-0.93432894245662335</c:v>
              </c:pt>
              <c:pt idx="469">
                <c:v>-0.92023184736587549</c:v>
              </c:pt>
              <c:pt idx="470">
                <c:v>-0.90482705246602901</c:v>
              </c:pt>
              <c:pt idx="471">
                <c:v>-0.88813644881355902</c:v>
              </c:pt>
              <c:pt idx="472">
                <c:v>-0.87018375466954589</c:v>
              </c:pt>
              <c:pt idx="473">
                <c:v>-0.85099448179470349</c:v>
              </c:pt>
              <c:pt idx="474">
                <c:v>-0.83059589919583032</c:v>
              </c:pt>
              <c:pt idx="475">
                <c:v>-0.80901699437497154</c:v>
              </c:pt>
              <c:pt idx="476">
                <c:v>-0.78628843213665012</c:v>
              </c:pt>
              <c:pt idx="477">
                <c:v>-0.76244251101146832</c:v>
              </c:pt>
              <c:pt idx="478">
                <c:v>-0.73751311735820158</c:v>
              </c:pt>
              <c:pt idx="479">
                <c:v>-0.71153567720930089</c:v>
              </c:pt>
              <c:pt idx="480">
                <c:v>-0.68454710592869095</c:v>
              </c:pt>
              <c:pt idx="481">
                <c:v>-0.65658575575296585</c:v>
              </c:pt>
              <c:pt idx="482">
                <c:v>-0.62769136129071756</c:v>
              </c:pt>
              <c:pt idx="483">
                <c:v>-0.59790498305754403</c:v>
              </c:pt>
              <c:pt idx="484">
                <c:v>-0.56726894912676673</c:v>
              </c:pt>
              <c:pt idx="485">
                <c:v>-0.53582679497901509</c:v>
              </c:pt>
              <c:pt idx="486">
                <c:v>-0.50362320163578789</c:v>
              </c:pt>
              <c:pt idx="487">
                <c:v>-0.47070393216536854</c:v>
              </c:pt>
              <c:pt idx="488">
                <c:v>-0.43711576665095253</c:v>
              </c:pt>
              <c:pt idx="489">
                <c:v>-0.40290643571369128</c:v>
              </c:pt>
              <c:pt idx="490">
                <c:v>-0.36812455268471583</c:v>
              </c:pt>
              <c:pt idx="491">
                <c:v>-0.33281954452303397</c:v>
              </c:pt>
              <c:pt idx="492">
                <c:v>-0.29704158157706473</c:v>
              </c:pt>
              <c:pt idx="493">
                <c:v>-0.26084150628993619</c:v>
              </c:pt>
              <c:pt idx="494">
                <c:v>-0.22427076094940235</c:v>
              </c:pt>
              <c:pt idx="495">
                <c:v>-0.18738131458575522</c:v>
              </c:pt>
              <c:pt idx="496">
                <c:v>-0.15022558912076908</c:v>
              </c:pt>
              <c:pt idx="497">
                <c:v>-0.11285638487350316</c:v>
              </c:pt>
              <c:pt idx="498">
                <c:v>-7.5326805527963711E-2</c:v>
              </c:pt>
              <c:pt idx="499">
                <c:v>-3.7690182669946636E-2</c:v>
              </c:pt>
              <c:pt idx="500">
                <c:v>-2.1558735510086122E-14</c:v>
              </c:pt>
            </c:numLit>
          </c:yVal>
          <c:smooth val="1"/>
          <c:extLst>
            <c:ext xmlns:c16="http://schemas.microsoft.com/office/drawing/2014/chart" uri="{C3380CC4-5D6E-409C-BE32-E72D297353CC}">
              <c16:uniqueId val="{00000000-7689-47C5-AC5A-2E1057D282EB}"/>
            </c:ext>
          </c:extLst>
        </c:ser>
        <c:ser>
          <c:idx val="1"/>
          <c:order val="1"/>
          <c:tx>
            <c:v>Output x / static x at 1g</c:v>
          </c:tx>
          <c:spPr>
            <a:ln w="24765">
              <a:solidFill>
                <a:srgbClr val="245B9B"/>
              </a:solidFill>
              <a:prstDash val="solid"/>
            </a:ln>
          </c:spPr>
          <c:marker>
            <c:symbol val="none"/>
          </c:marker>
          <c:xVal>
            <c:numLit>
              <c:formatCode>General</c:formatCode>
              <c:ptCount val="501"/>
              <c:pt idx="0">
                <c:v>0</c:v>
              </c:pt>
              <c:pt idx="1">
                <c:v>5.9999999999990616E-3</c:v>
              </c:pt>
              <c:pt idx="2">
                <c:v>1.1999999999998123E-2</c:v>
              </c:pt>
              <c:pt idx="3">
                <c:v>1.8000000000000654E-2</c:v>
              </c:pt>
              <c:pt idx="4">
                <c:v>2.3999999999999716E-2</c:v>
              </c:pt>
              <c:pt idx="5">
                <c:v>2.9999999999998778E-2</c:v>
              </c:pt>
              <c:pt idx="6">
                <c:v>3.5999999999997839E-2</c:v>
              </c:pt>
              <c:pt idx="7">
                <c:v>4.200000000000037E-2</c:v>
              </c:pt>
              <c:pt idx="8">
                <c:v>4.7999999999999432E-2</c:v>
              </c:pt>
              <c:pt idx="9">
                <c:v>5.3999999999998494E-2</c:v>
              </c:pt>
              <c:pt idx="10">
                <c:v>5.9999999999997555E-2</c:v>
              </c:pt>
              <c:pt idx="11">
                <c:v>6.6000000000000086E-2</c:v>
              </c:pt>
              <c:pt idx="12">
                <c:v>7.1999999999999148E-2</c:v>
              </c:pt>
              <c:pt idx="13">
                <c:v>7.799999999999821E-2</c:v>
              </c:pt>
              <c:pt idx="14">
                <c:v>8.4000000000000741E-2</c:v>
              </c:pt>
              <c:pt idx="15">
                <c:v>8.9999999999999802E-2</c:v>
              </c:pt>
              <c:pt idx="16">
                <c:v>9.5999999999998864E-2</c:v>
              </c:pt>
              <c:pt idx="17">
                <c:v>0.10199999999999793</c:v>
              </c:pt>
              <c:pt idx="18">
                <c:v>0.10800000000000046</c:v>
              </c:pt>
              <c:pt idx="19">
                <c:v>0.11399999999999952</c:v>
              </c:pt>
              <c:pt idx="20">
                <c:v>0.11999999999999858</c:v>
              </c:pt>
              <c:pt idx="21">
                <c:v>0.12599999999999764</c:v>
              </c:pt>
              <c:pt idx="22">
                <c:v>0.13200000000000017</c:v>
              </c:pt>
              <c:pt idx="23">
                <c:v>0.13799999999999923</c:v>
              </c:pt>
              <c:pt idx="24">
                <c:v>0.1439999999999983</c:v>
              </c:pt>
              <c:pt idx="25">
                <c:v>0.14999999999999736</c:v>
              </c:pt>
              <c:pt idx="26">
                <c:v>0.15599999999999989</c:v>
              </c:pt>
              <c:pt idx="27">
                <c:v>0.16199999999999895</c:v>
              </c:pt>
              <c:pt idx="28">
                <c:v>0.16799999999999801</c:v>
              </c:pt>
              <c:pt idx="29">
                <c:v>0.17400000000000054</c:v>
              </c:pt>
              <c:pt idx="30">
                <c:v>0.1799999999999996</c:v>
              </c:pt>
              <c:pt idx="31">
                <c:v>0.18599999999999867</c:v>
              </c:pt>
              <c:pt idx="32">
                <c:v>0.19199999999999773</c:v>
              </c:pt>
              <c:pt idx="33">
                <c:v>0.19800000000000026</c:v>
              </c:pt>
              <c:pt idx="34">
                <c:v>0.20399999999999932</c:v>
              </c:pt>
              <c:pt idx="35">
                <c:v>0.20999999999999838</c:v>
              </c:pt>
              <c:pt idx="36">
                <c:v>0.21599999999999744</c:v>
              </c:pt>
              <c:pt idx="37">
                <c:v>0.22199999999999998</c:v>
              </c:pt>
              <c:pt idx="38">
                <c:v>0.22799999999999904</c:v>
              </c:pt>
              <c:pt idx="39">
                <c:v>0.2339999999999981</c:v>
              </c:pt>
              <c:pt idx="40">
                <c:v>0.24000000000000063</c:v>
              </c:pt>
              <c:pt idx="41">
                <c:v>0.24599999999999969</c:v>
              </c:pt>
              <c:pt idx="42">
                <c:v>0.25199999999999878</c:v>
              </c:pt>
              <c:pt idx="43">
                <c:v>0.25799999999999779</c:v>
              </c:pt>
              <c:pt idx="44">
                <c:v>0.26400000000000035</c:v>
              </c:pt>
              <c:pt idx="45">
                <c:v>0.26999999999999941</c:v>
              </c:pt>
              <c:pt idx="46">
                <c:v>0.27599999999999847</c:v>
              </c:pt>
              <c:pt idx="47">
                <c:v>0.28199999999999753</c:v>
              </c:pt>
              <c:pt idx="48">
                <c:v>0.28800000000000003</c:v>
              </c:pt>
              <c:pt idx="49">
                <c:v>0.29399999999999915</c:v>
              </c:pt>
              <c:pt idx="50">
                <c:v>0.29999999999999816</c:v>
              </c:pt>
              <c:pt idx="51">
                <c:v>0.30600000000000072</c:v>
              </c:pt>
              <c:pt idx="52">
                <c:v>0.31199999999999978</c:v>
              </c:pt>
              <c:pt idx="53">
                <c:v>0.31799999999999884</c:v>
              </c:pt>
              <c:pt idx="54">
                <c:v>0.3239999999999979</c:v>
              </c:pt>
              <c:pt idx="55">
                <c:v>0.3300000000000004</c:v>
              </c:pt>
              <c:pt idx="56">
                <c:v>0.33599999999999952</c:v>
              </c:pt>
              <c:pt idx="57">
                <c:v>0.34199999999999853</c:v>
              </c:pt>
              <c:pt idx="58">
                <c:v>0.34799999999999764</c:v>
              </c:pt>
              <c:pt idx="59">
                <c:v>0.35400000000000015</c:v>
              </c:pt>
              <c:pt idx="60">
                <c:v>0.35999999999999921</c:v>
              </c:pt>
              <c:pt idx="61">
                <c:v>0.36599999999999827</c:v>
              </c:pt>
              <c:pt idx="62">
                <c:v>0.37199999999999733</c:v>
              </c:pt>
              <c:pt idx="63">
                <c:v>0.37799999999999989</c:v>
              </c:pt>
              <c:pt idx="64">
                <c:v>0.3839999999999989</c:v>
              </c:pt>
              <c:pt idx="65">
                <c:v>0.38999999999999801</c:v>
              </c:pt>
              <c:pt idx="66">
                <c:v>0.39600000000000052</c:v>
              </c:pt>
              <c:pt idx="67">
                <c:v>0.40199999999999958</c:v>
              </c:pt>
              <c:pt idx="68">
                <c:v>0.40799999999999864</c:v>
              </c:pt>
              <c:pt idx="69">
                <c:v>0.4139999999999977</c:v>
              </c:pt>
              <c:pt idx="70">
                <c:v>0.42000000000000026</c:v>
              </c:pt>
              <c:pt idx="71">
                <c:v>0.42599999999999927</c:v>
              </c:pt>
              <c:pt idx="72">
                <c:v>0.43199999999999839</c:v>
              </c:pt>
              <c:pt idx="73">
                <c:v>0.43799999999999739</c:v>
              </c:pt>
              <c:pt idx="74">
                <c:v>0.44399999999999995</c:v>
              </c:pt>
              <c:pt idx="75">
                <c:v>0.44999999999999901</c:v>
              </c:pt>
              <c:pt idx="76">
                <c:v>0.45599999999999807</c:v>
              </c:pt>
              <c:pt idx="77">
                <c:v>0.46200000000000063</c:v>
              </c:pt>
              <c:pt idx="78">
                <c:v>0.46799999999999964</c:v>
              </c:pt>
              <c:pt idx="79">
                <c:v>0.47399999999999876</c:v>
              </c:pt>
              <c:pt idx="80">
                <c:v>0.47999999999999776</c:v>
              </c:pt>
              <c:pt idx="81">
                <c:v>0.48600000000000032</c:v>
              </c:pt>
              <c:pt idx="82">
                <c:v>0.49199999999999938</c:v>
              </c:pt>
              <c:pt idx="83">
                <c:v>0.49799999999999844</c:v>
              </c:pt>
              <c:pt idx="84">
                <c:v>0.50399999999999756</c:v>
              </c:pt>
              <c:pt idx="85">
                <c:v>0.51</c:v>
              </c:pt>
              <c:pt idx="86">
                <c:v>0.51599999999999913</c:v>
              </c:pt>
              <c:pt idx="87">
                <c:v>0.52199999999999813</c:v>
              </c:pt>
              <c:pt idx="88">
                <c:v>0.52800000000000069</c:v>
              </c:pt>
              <c:pt idx="89">
                <c:v>0.53399999999999981</c:v>
              </c:pt>
              <c:pt idx="90">
                <c:v>0.53999999999999881</c:v>
              </c:pt>
              <c:pt idx="91">
                <c:v>0.54599999999999782</c:v>
              </c:pt>
              <c:pt idx="92">
                <c:v>0.55200000000000038</c:v>
              </c:pt>
              <c:pt idx="93">
                <c:v>0.5579999999999995</c:v>
              </c:pt>
              <c:pt idx="94">
                <c:v>0.5639999999999985</c:v>
              </c:pt>
              <c:pt idx="95">
                <c:v>0.56999999999999762</c:v>
              </c:pt>
              <c:pt idx="96">
                <c:v>0.57600000000000007</c:v>
              </c:pt>
              <c:pt idx="97">
                <c:v>0.58199999999999918</c:v>
              </c:pt>
              <c:pt idx="98">
                <c:v>0.5879999999999983</c:v>
              </c:pt>
              <c:pt idx="99">
                <c:v>0.59400000000000075</c:v>
              </c:pt>
              <c:pt idx="100">
                <c:v>0.59999999999999987</c:v>
              </c:pt>
              <c:pt idx="101">
                <c:v>0.60599999999999887</c:v>
              </c:pt>
              <c:pt idx="102">
                <c:v>0.61199999999999799</c:v>
              </c:pt>
              <c:pt idx="103">
                <c:v>0.61800000000000055</c:v>
              </c:pt>
              <c:pt idx="104">
                <c:v>0.62399999999999956</c:v>
              </c:pt>
              <c:pt idx="105">
                <c:v>0.62999999999999856</c:v>
              </c:pt>
              <c:pt idx="106">
                <c:v>0.63599999999999768</c:v>
              </c:pt>
              <c:pt idx="107">
                <c:v>0.64200000000000024</c:v>
              </c:pt>
              <c:pt idx="108">
                <c:v>0.64799999999999924</c:v>
              </c:pt>
              <c:pt idx="109">
                <c:v>0.65399999999999836</c:v>
              </c:pt>
              <c:pt idx="110">
                <c:v>0.65999999999999737</c:v>
              </c:pt>
              <c:pt idx="111">
                <c:v>0.66599999999999993</c:v>
              </c:pt>
              <c:pt idx="112">
                <c:v>0.67199999999999904</c:v>
              </c:pt>
              <c:pt idx="113">
                <c:v>0.67799999999999805</c:v>
              </c:pt>
              <c:pt idx="114">
                <c:v>0.68400000000000061</c:v>
              </c:pt>
              <c:pt idx="115">
                <c:v>0.68999999999999961</c:v>
              </c:pt>
              <c:pt idx="116">
                <c:v>0.69599999999999873</c:v>
              </c:pt>
              <c:pt idx="117">
                <c:v>0.70199999999999774</c:v>
              </c:pt>
              <c:pt idx="118">
                <c:v>0.7080000000000003</c:v>
              </c:pt>
              <c:pt idx="119">
                <c:v>0.7139999999999993</c:v>
              </c:pt>
              <c:pt idx="120">
                <c:v>0.71999999999999842</c:v>
              </c:pt>
              <c:pt idx="121">
                <c:v>0.72599999999999754</c:v>
              </c:pt>
              <c:pt idx="122">
                <c:v>0.73199999999999998</c:v>
              </c:pt>
              <c:pt idx="123">
                <c:v>0.7379999999999991</c:v>
              </c:pt>
              <c:pt idx="124">
                <c:v>0.74399999999999811</c:v>
              </c:pt>
              <c:pt idx="125">
                <c:v>0.75000000000000067</c:v>
              </c:pt>
              <c:pt idx="126">
                <c:v>0.75599999999999978</c:v>
              </c:pt>
              <c:pt idx="127">
                <c:v>0.76199999999999879</c:v>
              </c:pt>
              <c:pt idx="128">
                <c:v>0.7679999999999978</c:v>
              </c:pt>
              <c:pt idx="129">
                <c:v>0.77400000000000035</c:v>
              </c:pt>
              <c:pt idx="130">
                <c:v>0.77999999999999947</c:v>
              </c:pt>
              <c:pt idx="131">
                <c:v>0.78599999999999848</c:v>
              </c:pt>
              <c:pt idx="132">
                <c:v>0.79199999999999759</c:v>
              </c:pt>
              <c:pt idx="133">
                <c:v>0.79800000000000004</c:v>
              </c:pt>
              <c:pt idx="134">
                <c:v>0.80399999999999916</c:v>
              </c:pt>
              <c:pt idx="135">
                <c:v>0.80999999999999828</c:v>
              </c:pt>
              <c:pt idx="136">
                <c:v>0.81600000000000072</c:v>
              </c:pt>
              <c:pt idx="137">
                <c:v>0.82199999999999984</c:v>
              </c:pt>
              <c:pt idx="138">
                <c:v>0.82799999999999885</c:v>
              </c:pt>
              <c:pt idx="139">
                <c:v>0.83399999999999797</c:v>
              </c:pt>
              <c:pt idx="140">
                <c:v>0.84000000000000052</c:v>
              </c:pt>
              <c:pt idx="141">
                <c:v>0.84599999999999953</c:v>
              </c:pt>
              <c:pt idx="142">
                <c:v>0.85199999999999854</c:v>
              </c:pt>
              <c:pt idx="143">
                <c:v>0.85799999999999765</c:v>
              </c:pt>
              <c:pt idx="144">
                <c:v>0.86400000000000021</c:v>
              </c:pt>
              <c:pt idx="145">
                <c:v>0.86999999999999922</c:v>
              </c:pt>
              <c:pt idx="146">
                <c:v>0.87599999999999834</c:v>
              </c:pt>
              <c:pt idx="147">
                <c:v>0.88199999999999734</c:v>
              </c:pt>
              <c:pt idx="148">
                <c:v>0.8879999999999999</c:v>
              </c:pt>
              <c:pt idx="149">
                <c:v>0.89399999999999902</c:v>
              </c:pt>
              <c:pt idx="150">
                <c:v>0.89999999999999802</c:v>
              </c:pt>
              <c:pt idx="151">
                <c:v>0.90600000000000058</c:v>
              </c:pt>
              <c:pt idx="152">
                <c:v>0.91199999999999959</c:v>
              </c:pt>
              <c:pt idx="153">
                <c:v>0.91799999999999871</c:v>
              </c:pt>
              <c:pt idx="154">
                <c:v>0.92399999999999771</c:v>
              </c:pt>
              <c:pt idx="155">
                <c:v>0.93000000000000027</c:v>
              </c:pt>
              <c:pt idx="156">
                <c:v>0.93599999999999928</c:v>
              </c:pt>
              <c:pt idx="157">
                <c:v>0.94199999999999839</c:v>
              </c:pt>
              <c:pt idx="158">
                <c:v>0.94799999999999751</c:v>
              </c:pt>
              <c:pt idx="159">
                <c:v>0.95399999999999996</c:v>
              </c:pt>
              <c:pt idx="160">
                <c:v>0.95999999999999908</c:v>
              </c:pt>
              <c:pt idx="161">
                <c:v>0.96599999999999808</c:v>
              </c:pt>
              <c:pt idx="162">
                <c:v>0.97200000000000064</c:v>
              </c:pt>
              <c:pt idx="163">
                <c:v>0.97799999999999976</c:v>
              </c:pt>
              <c:pt idx="164">
                <c:v>0.98399999999999876</c:v>
              </c:pt>
              <c:pt idx="165">
                <c:v>0.98999999999999777</c:v>
              </c:pt>
              <c:pt idx="166">
                <c:v>0.99600000000000033</c:v>
              </c:pt>
              <c:pt idx="167">
                <c:v>1.0019999999999993</c:v>
              </c:pt>
              <c:pt idx="168">
                <c:v>1.0079999999999985</c:v>
              </c:pt>
              <c:pt idx="169">
                <c:v>1.0139999999999976</c:v>
              </c:pt>
              <c:pt idx="170">
                <c:v>1.02</c:v>
              </c:pt>
              <c:pt idx="171">
                <c:v>1.0259999999999991</c:v>
              </c:pt>
              <c:pt idx="172">
                <c:v>1.0319999999999983</c:v>
              </c:pt>
              <c:pt idx="173">
                <c:v>1.0380000000000007</c:v>
              </c:pt>
              <c:pt idx="174">
                <c:v>1.0439999999999998</c:v>
              </c:pt>
              <c:pt idx="175">
                <c:v>1.0499999999999989</c:v>
              </c:pt>
              <c:pt idx="176">
                <c:v>1.0559999999999978</c:v>
              </c:pt>
              <c:pt idx="177">
                <c:v>1.0620000000000005</c:v>
              </c:pt>
              <c:pt idx="178">
                <c:v>1.0679999999999996</c:v>
              </c:pt>
              <c:pt idx="179">
                <c:v>1.0739999999999985</c:v>
              </c:pt>
              <c:pt idx="180">
                <c:v>1.0799999999999976</c:v>
              </c:pt>
              <c:pt idx="181">
                <c:v>1.0860000000000001</c:v>
              </c:pt>
              <c:pt idx="182">
                <c:v>1.0919999999999992</c:v>
              </c:pt>
              <c:pt idx="183">
                <c:v>1.0979999999999983</c:v>
              </c:pt>
              <c:pt idx="184">
                <c:v>1.1039999999999974</c:v>
              </c:pt>
              <c:pt idx="185">
                <c:v>1.1099999999999999</c:v>
              </c:pt>
              <c:pt idx="186">
                <c:v>1.115999999999999</c:v>
              </c:pt>
              <c:pt idx="187">
                <c:v>1.1219999999999981</c:v>
              </c:pt>
              <c:pt idx="188">
                <c:v>1.1280000000000006</c:v>
              </c:pt>
              <c:pt idx="189">
                <c:v>1.1339999999999997</c:v>
              </c:pt>
              <c:pt idx="190">
                <c:v>1.1399999999999986</c:v>
              </c:pt>
              <c:pt idx="191">
                <c:v>1.1459999999999977</c:v>
              </c:pt>
              <c:pt idx="192">
                <c:v>1.1520000000000001</c:v>
              </c:pt>
              <c:pt idx="193">
                <c:v>1.1579999999999993</c:v>
              </c:pt>
              <c:pt idx="194">
                <c:v>1.1639999999999984</c:v>
              </c:pt>
              <c:pt idx="195">
                <c:v>1.1699999999999975</c:v>
              </c:pt>
              <c:pt idx="196">
                <c:v>1.1759999999999999</c:v>
              </c:pt>
              <c:pt idx="197">
                <c:v>1.1819999999999991</c:v>
              </c:pt>
              <c:pt idx="198">
                <c:v>1.1879999999999982</c:v>
              </c:pt>
              <c:pt idx="199">
                <c:v>1.1940000000000006</c:v>
              </c:pt>
              <c:pt idx="200">
                <c:v>1.1999999999999997</c:v>
              </c:pt>
              <c:pt idx="201">
                <c:v>1.2059999999999986</c:v>
              </c:pt>
              <c:pt idx="202">
                <c:v>1.2119999999999977</c:v>
              </c:pt>
              <c:pt idx="203">
                <c:v>1.2180000000000004</c:v>
              </c:pt>
              <c:pt idx="204">
                <c:v>1.2239999999999993</c:v>
              </c:pt>
              <c:pt idx="205">
                <c:v>1.2299999999999984</c:v>
              </c:pt>
              <c:pt idx="206">
                <c:v>1.2359999999999975</c:v>
              </c:pt>
              <c:pt idx="207">
                <c:v>1.242</c:v>
              </c:pt>
              <c:pt idx="208">
                <c:v>1.2479999999999991</c:v>
              </c:pt>
              <c:pt idx="209">
                <c:v>1.2539999999999982</c:v>
              </c:pt>
              <c:pt idx="210">
                <c:v>1.2600000000000007</c:v>
              </c:pt>
              <c:pt idx="211">
                <c:v>1.2659999999999998</c:v>
              </c:pt>
              <c:pt idx="212">
                <c:v>1.2719999999999989</c:v>
              </c:pt>
              <c:pt idx="213">
                <c:v>1.2779999999999978</c:v>
              </c:pt>
              <c:pt idx="214">
                <c:v>1.2840000000000005</c:v>
              </c:pt>
              <c:pt idx="215">
                <c:v>1.2899999999999996</c:v>
              </c:pt>
              <c:pt idx="216">
                <c:v>1.2959999999999985</c:v>
              </c:pt>
              <c:pt idx="217">
                <c:v>1.3019999999999976</c:v>
              </c:pt>
              <c:pt idx="218">
                <c:v>1.3080000000000001</c:v>
              </c:pt>
              <c:pt idx="219">
                <c:v>1.3139999999999992</c:v>
              </c:pt>
              <c:pt idx="220">
                <c:v>1.3199999999999983</c:v>
              </c:pt>
              <c:pt idx="221">
                <c:v>1.3259999999999974</c:v>
              </c:pt>
              <c:pt idx="222">
                <c:v>1.3319999999999999</c:v>
              </c:pt>
              <c:pt idx="223">
                <c:v>1.337999999999999</c:v>
              </c:pt>
              <c:pt idx="224">
                <c:v>1.3439999999999981</c:v>
              </c:pt>
              <c:pt idx="225">
                <c:v>1.3500000000000005</c:v>
              </c:pt>
              <c:pt idx="226">
                <c:v>1.3559999999999997</c:v>
              </c:pt>
              <c:pt idx="227">
                <c:v>1.3619999999999985</c:v>
              </c:pt>
              <c:pt idx="228">
                <c:v>1.3679999999999977</c:v>
              </c:pt>
              <c:pt idx="229">
                <c:v>1.3740000000000001</c:v>
              </c:pt>
              <c:pt idx="230">
                <c:v>1.3799999999999992</c:v>
              </c:pt>
              <c:pt idx="231">
                <c:v>1.3859999999999983</c:v>
              </c:pt>
              <c:pt idx="232">
                <c:v>1.3919999999999975</c:v>
              </c:pt>
              <c:pt idx="233">
                <c:v>1.3979999999999999</c:v>
              </c:pt>
              <c:pt idx="234">
                <c:v>1.403999999999999</c:v>
              </c:pt>
              <c:pt idx="235">
                <c:v>1.4099999999999981</c:v>
              </c:pt>
              <c:pt idx="236">
                <c:v>1.4160000000000006</c:v>
              </c:pt>
              <c:pt idx="237">
                <c:v>1.4219999999999997</c:v>
              </c:pt>
              <c:pt idx="238">
                <c:v>1.4279999999999986</c:v>
              </c:pt>
              <c:pt idx="239">
                <c:v>1.4339999999999977</c:v>
              </c:pt>
              <c:pt idx="240">
                <c:v>1.4400000000000004</c:v>
              </c:pt>
              <c:pt idx="241">
                <c:v>1.4459999999999993</c:v>
              </c:pt>
              <c:pt idx="242">
                <c:v>1.4519999999999984</c:v>
              </c:pt>
              <c:pt idx="243">
                <c:v>1.4579999999999975</c:v>
              </c:pt>
              <c:pt idx="244">
                <c:v>1.464</c:v>
              </c:pt>
              <c:pt idx="245">
                <c:v>1.4699999999999991</c:v>
              </c:pt>
              <c:pt idx="246">
                <c:v>1.4759999999999982</c:v>
              </c:pt>
              <c:pt idx="247">
                <c:v>1.4820000000000007</c:v>
              </c:pt>
              <c:pt idx="248">
                <c:v>1.4879999999999998</c:v>
              </c:pt>
              <c:pt idx="249">
                <c:v>1.4939999999999989</c:v>
              </c:pt>
              <c:pt idx="250">
                <c:v>1.4999999999999978</c:v>
              </c:pt>
              <c:pt idx="251">
                <c:v>1.5060000000000004</c:v>
              </c:pt>
              <c:pt idx="252">
                <c:v>1.5119999999999996</c:v>
              </c:pt>
              <c:pt idx="253">
                <c:v>1.5179999999999985</c:v>
              </c:pt>
              <c:pt idx="254">
                <c:v>1.5239999999999976</c:v>
              </c:pt>
              <c:pt idx="255">
                <c:v>1.53</c:v>
              </c:pt>
              <c:pt idx="256">
                <c:v>1.5359999999999991</c:v>
              </c:pt>
              <c:pt idx="257">
                <c:v>1.5419999999999983</c:v>
              </c:pt>
              <c:pt idx="258">
                <c:v>1.5479999999999974</c:v>
              </c:pt>
              <c:pt idx="259">
                <c:v>1.5539999999999998</c:v>
              </c:pt>
              <c:pt idx="260">
                <c:v>1.5599999999999989</c:v>
              </c:pt>
              <c:pt idx="261">
                <c:v>1.5659999999999981</c:v>
              </c:pt>
              <c:pt idx="262">
                <c:v>1.5720000000000005</c:v>
              </c:pt>
              <c:pt idx="263">
                <c:v>1.5779999999999996</c:v>
              </c:pt>
              <c:pt idx="264">
                <c:v>1.5839999999999985</c:v>
              </c:pt>
              <c:pt idx="265">
                <c:v>1.5899999999999976</c:v>
              </c:pt>
              <c:pt idx="266">
                <c:v>1.5960000000000001</c:v>
              </c:pt>
              <c:pt idx="267">
                <c:v>1.6019999999999992</c:v>
              </c:pt>
              <c:pt idx="268">
                <c:v>1.6079999999999983</c:v>
              </c:pt>
              <c:pt idx="269">
                <c:v>1.6139999999999974</c:v>
              </c:pt>
              <c:pt idx="270">
                <c:v>1.6199999999999999</c:v>
              </c:pt>
              <c:pt idx="271">
                <c:v>1.625999999999999</c:v>
              </c:pt>
              <c:pt idx="272">
                <c:v>1.6319999999999981</c:v>
              </c:pt>
              <c:pt idx="273">
                <c:v>1.6380000000000006</c:v>
              </c:pt>
              <c:pt idx="274">
                <c:v>1.6439999999999997</c:v>
              </c:pt>
              <c:pt idx="275">
                <c:v>1.6499999999999986</c:v>
              </c:pt>
              <c:pt idx="276">
                <c:v>1.6559999999999977</c:v>
              </c:pt>
              <c:pt idx="277">
                <c:v>1.6620000000000004</c:v>
              </c:pt>
              <c:pt idx="278">
                <c:v>1.6679999999999993</c:v>
              </c:pt>
              <c:pt idx="279">
                <c:v>1.6739999999999984</c:v>
              </c:pt>
              <c:pt idx="280">
                <c:v>1.6799999999999975</c:v>
              </c:pt>
              <c:pt idx="281">
                <c:v>1.6859999999999999</c:v>
              </c:pt>
              <c:pt idx="282">
                <c:v>1.6919999999999991</c:v>
              </c:pt>
              <c:pt idx="283">
                <c:v>1.6979999999999982</c:v>
              </c:pt>
              <c:pt idx="284">
                <c:v>1.7040000000000006</c:v>
              </c:pt>
              <c:pt idx="285">
                <c:v>1.7099999999999997</c:v>
              </c:pt>
              <c:pt idx="286">
                <c:v>1.7159999999999989</c:v>
              </c:pt>
              <c:pt idx="287">
                <c:v>1.7219999999999978</c:v>
              </c:pt>
              <c:pt idx="288">
                <c:v>1.7280000000000004</c:v>
              </c:pt>
              <c:pt idx="289">
                <c:v>1.7339999999999995</c:v>
              </c:pt>
              <c:pt idx="290">
                <c:v>1.7399999999999984</c:v>
              </c:pt>
              <c:pt idx="291">
                <c:v>1.7459999999999976</c:v>
              </c:pt>
              <c:pt idx="292">
                <c:v>1.752</c:v>
              </c:pt>
              <c:pt idx="293">
                <c:v>1.7579999999999991</c:v>
              </c:pt>
              <c:pt idx="294">
                <c:v>1.7639999999999982</c:v>
              </c:pt>
              <c:pt idx="295">
                <c:v>1.7699999999999974</c:v>
              </c:pt>
              <c:pt idx="296">
                <c:v>1.7759999999999998</c:v>
              </c:pt>
              <c:pt idx="297">
                <c:v>1.7819999999999989</c:v>
              </c:pt>
              <c:pt idx="298">
                <c:v>1.787999999999998</c:v>
              </c:pt>
              <c:pt idx="299">
                <c:v>1.7940000000000005</c:v>
              </c:pt>
              <c:pt idx="300">
                <c:v>1.7999999999999996</c:v>
              </c:pt>
              <c:pt idx="301">
                <c:v>1.8059999999999985</c:v>
              </c:pt>
              <c:pt idx="302">
                <c:v>1.8119999999999976</c:v>
              </c:pt>
              <c:pt idx="303">
                <c:v>1.8180000000000001</c:v>
              </c:pt>
              <c:pt idx="304">
                <c:v>1.8239999999999992</c:v>
              </c:pt>
              <c:pt idx="305">
                <c:v>1.8299999999999983</c:v>
              </c:pt>
              <c:pt idx="306">
                <c:v>1.8359999999999974</c:v>
              </c:pt>
              <c:pt idx="307">
                <c:v>1.8419999999999999</c:v>
              </c:pt>
              <c:pt idx="308">
                <c:v>1.847999999999999</c:v>
              </c:pt>
              <c:pt idx="309">
                <c:v>1.8539999999999981</c:v>
              </c:pt>
              <c:pt idx="310">
                <c:v>1.8600000000000005</c:v>
              </c:pt>
              <c:pt idx="311">
                <c:v>1.8659999999999997</c:v>
              </c:pt>
              <c:pt idx="312">
                <c:v>1.8719999999999986</c:v>
              </c:pt>
              <c:pt idx="313">
                <c:v>1.8779999999999977</c:v>
              </c:pt>
              <c:pt idx="314">
                <c:v>1.8840000000000003</c:v>
              </c:pt>
              <c:pt idx="315">
                <c:v>1.8899999999999992</c:v>
              </c:pt>
              <c:pt idx="316">
                <c:v>1.8959999999999984</c:v>
              </c:pt>
              <c:pt idx="317">
                <c:v>1.9019999999999975</c:v>
              </c:pt>
              <c:pt idx="318">
                <c:v>1.9079999999999999</c:v>
              </c:pt>
              <c:pt idx="319">
                <c:v>1.913999999999999</c:v>
              </c:pt>
              <c:pt idx="320">
                <c:v>1.9199999999999982</c:v>
              </c:pt>
              <c:pt idx="321">
                <c:v>1.9260000000000006</c:v>
              </c:pt>
              <c:pt idx="322">
                <c:v>1.9319999999999997</c:v>
              </c:pt>
              <c:pt idx="323">
                <c:v>1.9379999999999988</c:v>
              </c:pt>
              <c:pt idx="324">
                <c:v>1.9439999999999977</c:v>
              </c:pt>
              <c:pt idx="325">
                <c:v>1.9500000000000004</c:v>
              </c:pt>
              <c:pt idx="326">
                <c:v>1.9559999999999995</c:v>
              </c:pt>
              <c:pt idx="327">
                <c:v>1.9619999999999984</c:v>
              </c:pt>
              <c:pt idx="328">
                <c:v>1.9679999999999975</c:v>
              </c:pt>
              <c:pt idx="329">
                <c:v>1.974</c:v>
              </c:pt>
              <c:pt idx="330">
                <c:v>1.9799999999999991</c:v>
              </c:pt>
              <c:pt idx="331">
                <c:v>1.9859999999999982</c:v>
              </c:pt>
              <c:pt idx="332">
                <c:v>1.9920000000000007</c:v>
              </c:pt>
              <c:pt idx="333">
                <c:v>1.9979999999999998</c:v>
              </c:pt>
              <c:pt idx="334">
                <c:v>2.0039999999999987</c:v>
              </c:pt>
              <c:pt idx="335">
                <c:v>2.009999999999998</c:v>
              </c:pt>
              <c:pt idx="336">
                <c:v>2.0160000000000005</c:v>
              </c:pt>
              <c:pt idx="337">
                <c:v>2.0219999999999994</c:v>
              </c:pt>
              <c:pt idx="338">
                <c:v>2.0279999999999987</c:v>
              </c:pt>
              <c:pt idx="339">
                <c:v>2.0339999999999976</c:v>
              </c:pt>
              <c:pt idx="340">
                <c:v>2.04</c:v>
              </c:pt>
              <c:pt idx="341">
                <c:v>2.0459999999999994</c:v>
              </c:pt>
              <c:pt idx="342">
                <c:v>2.0519999999999983</c:v>
              </c:pt>
              <c:pt idx="343">
                <c:v>2.0579999999999972</c:v>
              </c:pt>
              <c:pt idx="344">
                <c:v>2.0640000000000001</c:v>
              </c:pt>
              <c:pt idx="345">
                <c:v>2.069999999999999</c:v>
              </c:pt>
              <c:pt idx="346">
                <c:v>2.0759999999999978</c:v>
              </c:pt>
              <c:pt idx="347">
                <c:v>2.0820000000000007</c:v>
              </c:pt>
              <c:pt idx="348">
                <c:v>2.0879999999999996</c:v>
              </c:pt>
              <c:pt idx="349">
                <c:v>2.0939999999999985</c:v>
              </c:pt>
              <c:pt idx="350">
                <c:v>2.0999999999999979</c:v>
              </c:pt>
              <c:pt idx="351">
                <c:v>2.1060000000000003</c:v>
              </c:pt>
              <c:pt idx="352">
                <c:v>2.1119999999999992</c:v>
              </c:pt>
              <c:pt idx="353">
                <c:v>2.1179999999999986</c:v>
              </c:pt>
              <c:pt idx="354">
                <c:v>2.1239999999999974</c:v>
              </c:pt>
              <c:pt idx="355">
                <c:v>2.13</c:v>
              </c:pt>
              <c:pt idx="356">
                <c:v>2.1359999999999992</c:v>
              </c:pt>
              <c:pt idx="357">
                <c:v>2.1419999999999981</c:v>
              </c:pt>
              <c:pt idx="358">
                <c:v>2.1480000000000006</c:v>
              </c:pt>
              <c:pt idx="359">
                <c:v>2.1539999999999995</c:v>
              </c:pt>
              <c:pt idx="360">
                <c:v>2.1599999999999988</c:v>
              </c:pt>
              <c:pt idx="361">
                <c:v>2.1659999999999977</c:v>
              </c:pt>
              <c:pt idx="362">
                <c:v>2.1720000000000002</c:v>
              </c:pt>
              <c:pt idx="363">
                <c:v>2.1779999999999995</c:v>
              </c:pt>
              <c:pt idx="364">
                <c:v>2.1839999999999984</c:v>
              </c:pt>
              <c:pt idx="365">
                <c:v>2.1899999999999977</c:v>
              </c:pt>
              <c:pt idx="366">
                <c:v>2.1960000000000002</c:v>
              </c:pt>
              <c:pt idx="367">
                <c:v>2.2019999999999991</c:v>
              </c:pt>
              <c:pt idx="368">
                <c:v>2.207999999999998</c:v>
              </c:pt>
              <c:pt idx="369">
                <c:v>2.2140000000000009</c:v>
              </c:pt>
              <c:pt idx="370">
                <c:v>2.2199999999999998</c:v>
              </c:pt>
              <c:pt idx="371">
                <c:v>2.2259999999999986</c:v>
              </c:pt>
              <c:pt idx="372">
                <c:v>2.231999999999998</c:v>
              </c:pt>
              <c:pt idx="373">
                <c:v>2.2380000000000004</c:v>
              </c:pt>
              <c:pt idx="374">
                <c:v>2.2439999999999993</c:v>
              </c:pt>
              <c:pt idx="375">
                <c:v>2.2499999999999987</c:v>
              </c:pt>
              <c:pt idx="376">
                <c:v>2.2559999999999976</c:v>
              </c:pt>
              <c:pt idx="377">
                <c:v>2.262</c:v>
              </c:pt>
              <c:pt idx="378">
                <c:v>2.2679999999999993</c:v>
              </c:pt>
              <c:pt idx="379">
                <c:v>2.2739999999999982</c:v>
              </c:pt>
              <c:pt idx="380">
                <c:v>2.2799999999999971</c:v>
              </c:pt>
              <c:pt idx="381">
                <c:v>2.286</c:v>
              </c:pt>
              <c:pt idx="382">
                <c:v>2.2919999999999989</c:v>
              </c:pt>
              <c:pt idx="383">
                <c:v>2.2979999999999978</c:v>
              </c:pt>
              <c:pt idx="384">
                <c:v>2.3040000000000003</c:v>
              </c:pt>
              <c:pt idx="385">
                <c:v>2.3099999999999996</c:v>
              </c:pt>
              <c:pt idx="386">
                <c:v>2.3159999999999985</c:v>
              </c:pt>
              <c:pt idx="387">
                <c:v>2.3219999999999978</c:v>
              </c:pt>
              <c:pt idx="388">
                <c:v>2.3280000000000003</c:v>
              </c:pt>
              <c:pt idx="389">
                <c:v>2.3339999999999992</c:v>
              </c:pt>
              <c:pt idx="390">
                <c:v>2.3399999999999985</c:v>
              </c:pt>
              <c:pt idx="391">
                <c:v>2.3459999999999974</c:v>
              </c:pt>
              <c:pt idx="392">
                <c:v>2.3519999999999999</c:v>
              </c:pt>
              <c:pt idx="393">
                <c:v>2.3579999999999988</c:v>
              </c:pt>
              <c:pt idx="394">
                <c:v>2.3639999999999981</c:v>
              </c:pt>
              <c:pt idx="395">
                <c:v>2.3700000000000006</c:v>
              </c:pt>
              <c:pt idx="396">
                <c:v>2.3759999999999994</c:v>
              </c:pt>
              <c:pt idx="397">
                <c:v>2.3819999999999988</c:v>
              </c:pt>
              <c:pt idx="398">
                <c:v>2.3879999999999977</c:v>
              </c:pt>
              <c:pt idx="399">
                <c:v>2.3940000000000001</c:v>
              </c:pt>
              <c:pt idx="400">
                <c:v>2.3999999999999995</c:v>
              </c:pt>
              <c:pt idx="401">
                <c:v>2.4059999999999984</c:v>
              </c:pt>
              <c:pt idx="402">
                <c:v>2.4119999999999973</c:v>
              </c:pt>
              <c:pt idx="403">
                <c:v>2.4180000000000001</c:v>
              </c:pt>
              <c:pt idx="404">
                <c:v>2.423999999999999</c:v>
              </c:pt>
              <c:pt idx="405">
                <c:v>2.4299999999999979</c:v>
              </c:pt>
              <c:pt idx="406">
                <c:v>2.4360000000000008</c:v>
              </c:pt>
              <c:pt idx="407">
                <c:v>2.4419999999999997</c:v>
              </c:pt>
              <c:pt idx="408">
                <c:v>2.4479999999999986</c:v>
              </c:pt>
              <c:pt idx="409">
                <c:v>2.453999999999998</c:v>
              </c:pt>
              <c:pt idx="410">
                <c:v>2.4600000000000004</c:v>
              </c:pt>
              <c:pt idx="411">
                <c:v>2.4659999999999993</c:v>
              </c:pt>
              <c:pt idx="412">
                <c:v>2.4719999999999986</c:v>
              </c:pt>
              <c:pt idx="413">
                <c:v>2.4779999999999975</c:v>
              </c:pt>
              <c:pt idx="414">
                <c:v>2.484</c:v>
              </c:pt>
              <c:pt idx="415">
                <c:v>2.4899999999999993</c:v>
              </c:pt>
              <c:pt idx="416">
                <c:v>2.4959999999999982</c:v>
              </c:pt>
              <c:pt idx="417">
                <c:v>2.5019999999999971</c:v>
              </c:pt>
              <c:pt idx="418">
                <c:v>2.508</c:v>
              </c:pt>
              <c:pt idx="419">
                <c:v>2.5139999999999989</c:v>
              </c:pt>
              <c:pt idx="420">
                <c:v>2.5199999999999978</c:v>
              </c:pt>
              <c:pt idx="421">
                <c:v>2.5260000000000007</c:v>
              </c:pt>
              <c:pt idx="422">
                <c:v>2.5319999999999996</c:v>
              </c:pt>
              <c:pt idx="423">
                <c:v>2.5379999999999985</c:v>
              </c:pt>
              <c:pt idx="424">
                <c:v>2.5439999999999978</c:v>
              </c:pt>
              <c:pt idx="425">
                <c:v>2.5500000000000003</c:v>
              </c:pt>
              <c:pt idx="426">
                <c:v>2.5559999999999992</c:v>
              </c:pt>
              <c:pt idx="427">
                <c:v>2.5619999999999985</c:v>
              </c:pt>
              <c:pt idx="428">
                <c:v>2.5679999999999974</c:v>
              </c:pt>
              <c:pt idx="429">
                <c:v>2.5739999999999998</c:v>
              </c:pt>
              <c:pt idx="430">
                <c:v>2.5799999999999992</c:v>
              </c:pt>
              <c:pt idx="431">
                <c:v>2.5859999999999981</c:v>
              </c:pt>
              <c:pt idx="432">
                <c:v>2.5920000000000005</c:v>
              </c:pt>
              <c:pt idx="433">
                <c:v>2.5979999999999994</c:v>
              </c:pt>
              <c:pt idx="434">
                <c:v>2.6039999999999988</c:v>
              </c:pt>
              <c:pt idx="435">
                <c:v>2.6099999999999977</c:v>
              </c:pt>
              <c:pt idx="436">
                <c:v>2.6160000000000001</c:v>
              </c:pt>
              <c:pt idx="437">
                <c:v>2.6219999999999994</c:v>
              </c:pt>
              <c:pt idx="438">
                <c:v>2.6279999999999983</c:v>
              </c:pt>
              <c:pt idx="439">
                <c:v>2.6339999999999977</c:v>
              </c:pt>
              <c:pt idx="440">
                <c:v>2.64</c:v>
              </c:pt>
              <c:pt idx="441">
                <c:v>2.645999999999999</c:v>
              </c:pt>
              <c:pt idx="442">
                <c:v>2.6519999999999979</c:v>
              </c:pt>
              <c:pt idx="443">
                <c:v>2.6580000000000008</c:v>
              </c:pt>
              <c:pt idx="444">
                <c:v>2.6639999999999997</c:v>
              </c:pt>
              <c:pt idx="445">
                <c:v>2.6699999999999986</c:v>
              </c:pt>
              <c:pt idx="446">
                <c:v>2.6759999999999979</c:v>
              </c:pt>
              <c:pt idx="447">
                <c:v>2.6820000000000004</c:v>
              </c:pt>
              <c:pt idx="448">
                <c:v>2.6879999999999993</c:v>
              </c:pt>
              <c:pt idx="449">
                <c:v>2.6939999999999986</c:v>
              </c:pt>
              <c:pt idx="450">
                <c:v>2.6999999999999975</c:v>
              </c:pt>
              <c:pt idx="451">
                <c:v>2.706</c:v>
              </c:pt>
              <c:pt idx="452">
                <c:v>2.7119999999999993</c:v>
              </c:pt>
              <c:pt idx="453">
                <c:v>2.7179999999999982</c:v>
              </c:pt>
              <c:pt idx="454">
                <c:v>2.7239999999999971</c:v>
              </c:pt>
              <c:pt idx="455">
                <c:v>2.73</c:v>
              </c:pt>
              <c:pt idx="456">
                <c:v>2.7359999999999989</c:v>
              </c:pt>
              <c:pt idx="457">
                <c:v>2.7419999999999978</c:v>
              </c:pt>
              <c:pt idx="458">
                <c:v>2.7480000000000002</c:v>
              </c:pt>
              <c:pt idx="459">
                <c:v>2.7539999999999996</c:v>
              </c:pt>
              <c:pt idx="460">
                <c:v>2.7599999999999985</c:v>
              </c:pt>
              <c:pt idx="461">
                <c:v>2.7659999999999978</c:v>
              </c:pt>
              <c:pt idx="462">
                <c:v>2.7720000000000002</c:v>
              </c:pt>
              <c:pt idx="463">
                <c:v>2.7779999999999991</c:v>
              </c:pt>
              <c:pt idx="464">
                <c:v>2.7839999999999985</c:v>
              </c:pt>
              <c:pt idx="465">
                <c:v>2.7899999999999974</c:v>
              </c:pt>
              <c:pt idx="466">
                <c:v>2.7959999999999998</c:v>
              </c:pt>
              <c:pt idx="467">
                <c:v>2.8019999999999987</c:v>
              </c:pt>
              <c:pt idx="468">
                <c:v>2.8079999999999981</c:v>
              </c:pt>
              <c:pt idx="469">
                <c:v>2.8140000000000005</c:v>
              </c:pt>
              <c:pt idx="470">
                <c:v>2.8199999999999994</c:v>
              </c:pt>
              <c:pt idx="471">
                <c:v>2.8259999999999987</c:v>
              </c:pt>
              <c:pt idx="472">
                <c:v>2.8319999999999976</c:v>
              </c:pt>
              <c:pt idx="473">
                <c:v>2.8380000000000001</c:v>
              </c:pt>
              <c:pt idx="474">
                <c:v>2.8439999999999994</c:v>
              </c:pt>
              <c:pt idx="475">
                <c:v>2.8499999999999983</c:v>
              </c:pt>
              <c:pt idx="476">
                <c:v>2.8559999999999972</c:v>
              </c:pt>
              <c:pt idx="477">
                <c:v>2.8620000000000001</c:v>
              </c:pt>
              <c:pt idx="478">
                <c:v>2.867999999999999</c:v>
              </c:pt>
              <c:pt idx="479">
                <c:v>2.8739999999999979</c:v>
              </c:pt>
              <c:pt idx="480">
                <c:v>2.8800000000000008</c:v>
              </c:pt>
              <c:pt idx="481">
                <c:v>2.8859999999999997</c:v>
              </c:pt>
              <c:pt idx="482">
                <c:v>2.8919999999999986</c:v>
              </c:pt>
              <c:pt idx="483">
                <c:v>2.8979999999999979</c:v>
              </c:pt>
              <c:pt idx="484">
                <c:v>2.9040000000000004</c:v>
              </c:pt>
              <c:pt idx="485">
                <c:v>2.9099999999999993</c:v>
              </c:pt>
              <c:pt idx="486">
                <c:v>2.9159999999999986</c:v>
              </c:pt>
              <c:pt idx="487">
                <c:v>2.9219999999999975</c:v>
              </c:pt>
              <c:pt idx="488">
                <c:v>2.9279999999999999</c:v>
              </c:pt>
              <c:pt idx="489">
                <c:v>2.9339999999999993</c:v>
              </c:pt>
              <c:pt idx="490">
                <c:v>2.9399999999999982</c:v>
              </c:pt>
              <c:pt idx="491">
                <c:v>2.9459999999999971</c:v>
              </c:pt>
              <c:pt idx="492">
                <c:v>2.952</c:v>
              </c:pt>
              <c:pt idx="493">
                <c:v>2.9579999999999989</c:v>
              </c:pt>
              <c:pt idx="494">
                <c:v>2.9639999999999977</c:v>
              </c:pt>
              <c:pt idx="495">
                <c:v>2.9700000000000006</c:v>
              </c:pt>
              <c:pt idx="496">
                <c:v>2.9759999999999995</c:v>
              </c:pt>
              <c:pt idx="497">
                <c:v>2.9819999999999984</c:v>
              </c:pt>
              <c:pt idx="498">
                <c:v>2.9879999999999978</c:v>
              </c:pt>
              <c:pt idx="499">
                <c:v>2.9940000000000002</c:v>
              </c:pt>
              <c:pt idx="500">
                <c:v>2.9999999999999991</c:v>
              </c:pt>
            </c:numLit>
          </c:xVal>
          <c:yVal>
            <c:numLit>
              <c:formatCode>0.0</c:formatCode>
              <c:ptCount val="501"/>
              <c:pt idx="0">
                <c:v>-0.71428571430547805</c:v>
              </c:pt>
              <c:pt idx="1">
                <c:v>-0.71377819476291837</c:v>
              </c:pt>
              <c:pt idx="2">
                <c:v>-0.7122563573484989</c:v>
              </c:pt>
              <c:pt idx="3">
                <c:v>-0.70972236467645877</c:v>
              </c:pt>
              <c:pt idx="4">
                <c:v>-0.70617981768904203</c:v>
              </c:pt>
              <c:pt idx="5">
                <c:v>-0.70163375053936183</c:v>
              </c:pt>
              <c:pt idx="6">
                <c:v>-0.69609062343759309</c:v>
              </c:pt>
              <c:pt idx="7">
                <c:v>-0.68955831347066088</c:v>
              </c:pt>
              <c:pt idx="8">
                <c:v>-0.68204610340846861</c:v>
              </c:pt>
              <c:pt idx="9">
                <c:v>-0.67356466851257413</c:v>
              </c:pt>
              <c:pt idx="10">
                <c:v>-0.66412606136605834</c:v>
              </c:pt>
              <c:pt idx="11">
                <c:v>-0.65374369474614591</c:v>
              </c:pt>
              <c:pt idx="12">
                <c:v>-0.6424323225639148</c:v>
              </c:pt>
              <c:pt idx="13">
                <c:v>-0.63020801889818079</c:v>
              </c:pt>
              <c:pt idx="14">
                <c:v>-0.61708815515335214</c:v>
              </c:pt>
              <c:pt idx="15">
                <c:v>-0.60309137537371416</c:v>
              </c:pt>
              <c:pt idx="16">
                <c:v>-0.58823756974922081</c:v>
              </c:pt>
              <c:pt idx="17">
                <c:v>-0.57254784635044709</c:v>
              </c:pt>
              <c:pt idx="18">
                <c:v>-0.55604450113286596</c:v>
              </c:pt>
              <c:pt idx="19">
                <c:v>-0.53875098625307538</c:v>
              </c:pt>
              <c:pt idx="20">
                <c:v>-0.5206918767419999</c:v>
              </c:pt>
              <c:pt idx="21">
                <c:v>-0.50189283558242836</c:v>
              </c:pt>
              <c:pt idx="22">
                <c:v>-0.48238057724050964</c:v>
              </c:pt>
              <c:pt idx="23">
                <c:v>-0.46218282970303548</c:v>
              </c:pt>
              <c:pt idx="24">
                <c:v>-0.44132829507445354</c:v>
              </c:pt>
              <c:pt idx="25">
                <c:v>-0.41984660878960656</c:v>
              </c:pt>
              <c:pt idx="26">
                <c:v>-0.39776829750015791</c:v>
              </c:pt>
              <c:pt idx="27">
                <c:v>-0.37512473569454907</c:v>
              </c:pt>
              <c:pt idx="28">
                <c:v>-0.35194810111313479</c:v>
              </c:pt>
              <c:pt idx="29">
                <c:v>-0.32827132902185352</c:v>
              </c:pt>
              <c:pt idx="30">
                <c:v>-0.3041280654094119</c:v>
              </c:pt>
              <c:pt idx="31">
                <c:v>-0.2795526191744942</c:v>
              </c:pt>
              <c:pt idx="32">
                <c:v>-0.2545799133709396</c:v>
              </c:pt>
              <c:pt idx="33">
                <c:v>-0.2292454355801721</c:v>
              </c:pt>
              <c:pt idx="34">
                <c:v>-0.20358518748140511</c:v>
              </c:pt>
              <c:pt idx="35">
                <c:v>-0.17763563369128557</c:v>
              </c:pt>
              <c:pt idx="36">
                <c:v>-0.15143364994567815</c:v>
              </c:pt>
              <c:pt idx="37">
                <c:v>-0.12501647069722704</c:v>
              </c:pt>
              <c:pt idx="38">
                <c:v>-9.8421636203161203E-2</c:v>
              </c:pt>
              <c:pt idx="39">
                <c:v>-7.1686939178534775E-2</c:v>
              </c:pt>
              <c:pt idx="40">
                <c:v>-4.4850371090710807E-2</c:v>
              </c:pt>
              <c:pt idx="41">
                <c:v>-1.7950068171407495E-2</c:v>
              </c:pt>
              <c:pt idx="42">
                <c:v>8.9757427769739696E-3</c:v>
              </c:pt>
              <c:pt idx="43">
                <c:v>3.5888798703727284E-2</c:v>
              </c:pt>
              <c:pt idx="44">
                <c:v>6.2750854683729831E-2</c:v>
              </c:pt>
              <c:pt idx="45">
                <c:v>8.9523738265573999E-2</c:v>
              </c:pt>
              <c:pt idx="46">
                <c:v>0.11616940371670932</c:v>
              </c:pt>
              <c:pt idx="47">
                <c:v>0.14264998608851032</c:v>
              </c:pt>
              <c:pt idx="48">
                <c:v>0.16892785502444044</c:v>
              </c:pt>
              <c:pt idx="49">
                <c:v>0.19496566823484768</c:v>
              </c:pt>
              <c:pt idx="50">
                <c:v>0.2207264245624016</c:v>
              </c:pt>
              <c:pt idx="51">
                <c:v>0.24617351656276254</c:v>
              </c:pt>
              <c:pt idx="52">
                <c:v>0.27127078252576303</c:v>
              </c:pt>
              <c:pt idx="53">
                <c:v>0.2959825578631769</c:v>
              </c:pt>
              <c:pt idx="54">
                <c:v>0.32027372579005048</c:v>
              </c:pt>
              <c:pt idx="55">
                <c:v>0.34410976722757558</c:v>
              </c:pt>
              <c:pt idx="56">
                <c:v>0.36745680985658935</c:v>
              </c:pt>
              <c:pt idx="57">
                <c:v>0.39028167625199328</c:v>
              </c:pt>
              <c:pt idx="58">
                <c:v>0.41255193102968973</c:v>
              </c:pt>
              <c:pt idx="59">
                <c:v>0.43423592693903756</c:v>
              </c:pt>
              <c:pt idx="60">
                <c:v>0.45530284983532682</c:v>
              </c:pt>
              <c:pt idx="61">
                <c:v>0.4757227624683647</c:v>
              </c:pt>
              <c:pt idx="62">
                <c:v>0.49546664702494608</c:v>
              </c:pt>
              <c:pt idx="63">
                <c:v>0.51450644636475407</c:v>
              </c:pt>
              <c:pt idx="64">
                <c:v>0.5328151038910911</c:v>
              </c:pt>
              <c:pt idx="65">
                <c:v>0.5503666019997846</c:v>
              </c:pt>
              <c:pt idx="66">
                <c:v>0.56713599905162448</c:v>
              </c:pt>
              <c:pt idx="67">
                <c:v>0.58309946481579844</c:v>
              </c:pt>
              <c:pt idx="68">
                <c:v>0.5982343143339538</c:v>
              </c:pt>
              <c:pt idx="69">
                <c:v>0.61251904015676384</c:v>
              </c:pt>
              <c:pt idx="70">
                <c:v>0.62593334290719116</c:v>
              </c:pt>
              <c:pt idx="71">
                <c:v>0.6384581601270124</c:v>
              </c:pt>
              <c:pt idx="72">
                <c:v>0.65007569336561521</c:v>
              </c:pt>
              <c:pt idx="73">
                <c:v>0.66076943347256945</c:v>
              </c:pt>
              <c:pt idx="74">
                <c:v>0.6705241840580346</c:v>
              </c:pt>
              <c:pt idx="75">
                <c:v>0.67932608308766007</c:v>
              </c:pt>
              <c:pt idx="76">
                <c:v>0.68716262258129546</c:v>
              </c:pt>
              <c:pt idx="77">
                <c:v>0.69402266638751364</c:v>
              </c:pt>
              <c:pt idx="78">
                <c:v>0.69989646600869304</c:v>
              </c:pt>
              <c:pt idx="79">
                <c:v>0.70477567445416411</c:v>
              </c:pt>
              <c:pt idx="80">
                <c:v>0.70865335810174157</c:v>
              </c:pt>
              <c:pt idx="81">
                <c:v>0.71152400655077974</c:v>
              </c:pt>
              <c:pt idx="82">
                <c:v>0.71338354045275421</c:v>
              </c:pt>
              <c:pt idx="83">
                <c:v>0.71422931730823858</c:v>
              </c:pt>
              <c:pt idx="84">
                <c:v>0.71406013522204148</c:v>
              </c:pt>
              <c:pt idx="85">
                <c:v>0.71287623461116489</c:v>
              </c:pt>
              <c:pt idx="86">
                <c:v>0.71067929786315831</c:v>
              </c:pt>
              <c:pt idx="87">
                <c:v>0.7074724469453546</c:v>
              </c:pt>
              <c:pt idx="88">
                <c:v>0.70326023896838308</c:v>
              </c:pt>
              <c:pt idx="89">
                <c:v>0.69804865971026586</c:v>
              </c:pt>
              <c:pt idx="90">
                <c:v>0.69184511511030033</c:v>
              </c:pt>
              <c:pt idx="91">
                <c:v>0.68465842074481364</c:v>
              </c:pt>
              <c:pt idx="92">
                <c:v>0.67649878929974672</c:v>
              </c:pt>
              <c:pt idx="93">
                <c:v>0.66737781605786839</c:v>
              </c:pt>
              <c:pt idx="94">
                <c:v>0.6573084624212443</c:v>
              </c:pt>
              <c:pt idx="95">
                <c:v>0.64630503749237511</c:v>
              </c:pt>
              <c:pt idx="96">
                <c:v>0.63438317774017938</c:v>
              </c:pt>
              <c:pt idx="97">
                <c:v>0.62155982477971494</c:v>
              </c:pt>
              <c:pt idx="98">
                <c:v>0.60785320129721732</c:v>
              </c:pt>
              <c:pt idx="99">
                <c:v>0.5932827851546657</c:v>
              </c:pt>
              <c:pt idx="100">
                <c:v>0.57786928171067442</c:v>
              </c:pt>
              <c:pt idx="101">
                <c:v>0.56163459439704611</c:v>
              </c:pt>
              <c:pt idx="102">
                <c:v>0.54460179359279648</c:v>
              </c:pt>
              <c:pt idx="103">
                <c:v>0.52679508383988305</c:v>
              </c:pt>
              <c:pt idx="104">
                <c:v>0.50823976944722715</c:v>
              </c:pt>
              <c:pt idx="105">
                <c:v>0.48896221853190541</c:v>
              </c:pt>
              <c:pt idx="106">
                <c:v>0.46898982554861351</c:v>
              </c:pt>
              <c:pt idx="107">
                <c:v>0.44835097236064653</c:v>
              </c:pt>
              <c:pt idx="108">
                <c:v>0.4270749879077182</c:v>
              </c:pt>
              <c:pt idx="109">
                <c:v>0.40519210652793292</c:v>
              </c:pt>
              <c:pt idx="110">
                <c:v>0.38273342499313701</c:v>
              </c:pt>
              <c:pt idx="111">
                <c:v>0.35973085831870377</c:v>
              </c:pt>
              <c:pt idx="112">
                <c:v>0.33621709441055103</c:v>
              </c:pt>
              <c:pt idx="113">
                <c:v>0.31222554761383781</c:v>
              </c:pt>
              <c:pt idx="114">
                <c:v>0.28779031122935128</c:v>
              </c:pt>
              <c:pt idx="115">
                <c:v>0.26294610906506116</c:v>
              </c:pt>
              <c:pt idx="116">
                <c:v>0.23772824609168836</c:v>
              </c:pt>
              <c:pt idx="117">
                <c:v>0.21217255827240983</c:v>
              </c:pt>
              <c:pt idx="118">
                <c:v>0.18631536163799392</c:v>
              </c:pt>
              <c:pt idx="119">
                <c:v>0.16019340067973339</c:v>
              </c:pt>
              <c:pt idx="120">
                <c:v>0.13384379613351283</c:v>
              </c:pt>
              <c:pt idx="121">
                <c:v>0.10730399222921175</c:v>
              </c:pt>
              <c:pt idx="122">
                <c:v>8.0611703480404973E-2</c:v>
              </c:pt>
              <c:pt idx="123">
                <c:v>5.3804861089975148E-2</c:v>
              </c:pt>
              <c:pt idx="124">
                <c:v>2.6921559047797868E-2</c:v>
              </c:pt>
              <c:pt idx="125">
                <c:v>-2.9023199943769709E-12</c:v>
              </c:pt>
              <c:pt idx="126">
                <c:v>-2.6921559053598384E-2</c:v>
              </c:pt>
              <c:pt idx="127">
                <c:v>-5.3804861095763289E-2</c:v>
              </c:pt>
              <c:pt idx="128">
                <c:v>-8.0611703486172526E-2</c:v>
              </c:pt>
              <c:pt idx="129">
                <c:v>-0.1073039922349505</c:v>
              </c:pt>
              <c:pt idx="130">
                <c:v>-0.13384379613921463</c:v>
              </c:pt>
              <c:pt idx="131">
                <c:v>-0.16019340068539017</c:v>
              </c:pt>
              <c:pt idx="132">
                <c:v>-0.18631536164359763</c:v>
              </c:pt>
              <c:pt idx="133">
                <c:v>-0.21217255827795256</c:v>
              </c:pt>
              <c:pt idx="134">
                <c:v>-0.23772824609716214</c:v>
              </c:pt>
              <c:pt idx="135">
                <c:v>-0.26294610907045823</c:v>
              </c:pt>
              <c:pt idx="136">
                <c:v>-0.28779031123466398</c:v>
              </c:pt>
              <c:pt idx="137">
                <c:v>-0.31222554761905857</c:v>
              </c:pt>
              <c:pt idx="138">
                <c:v>-0.33621709441567249</c:v>
              </c:pt>
              <c:pt idx="139">
                <c:v>-0.35973085832371854</c:v>
              </c:pt>
              <c:pt idx="140">
                <c:v>-0.38273342499803797</c:v>
              </c:pt>
              <c:pt idx="141">
                <c:v>-0.4051921065327132</c:v>
              </c:pt>
              <c:pt idx="142">
                <c:v>-0.42707498791237092</c:v>
              </c:pt>
              <c:pt idx="143">
                <c:v>-0.44835097236516519</c:v>
              </c:pt>
              <c:pt idx="144">
                <c:v>-0.46898982555299162</c:v>
              </c:pt>
              <c:pt idx="145">
                <c:v>-0.48896221853613675</c:v>
              </c:pt>
              <c:pt idx="146">
                <c:v>-0.50823976945130567</c:v>
              </c:pt>
              <c:pt idx="147">
                <c:v>-0.52679508384380291</c:v>
              </c:pt>
              <c:pt idx="148">
                <c:v>-0.54460179359655214</c:v>
              </c:pt>
              <c:pt idx="149">
                <c:v>-0.56163459440063224</c:v>
              </c:pt>
              <c:pt idx="150">
                <c:v>-0.5778692817140858</c:v>
              </c:pt>
              <c:pt idx="151">
                <c:v>-0.59328278515789779</c:v>
              </c:pt>
              <c:pt idx="152">
                <c:v>-0.60785320130026554</c:v>
              </c:pt>
              <c:pt idx="153">
                <c:v>-0.62155982478257488</c:v>
              </c:pt>
              <c:pt idx="154">
                <c:v>-0.63438317774284703</c:v>
              </c:pt>
              <c:pt idx="155">
                <c:v>-0.64630503749484669</c:v>
              </c:pt>
              <c:pt idx="156">
                <c:v>-0.65730846242351615</c:v>
              </c:pt>
              <c:pt idx="157">
                <c:v>-0.6673778160599374</c:v>
              </c:pt>
              <c:pt idx="158">
                <c:v>-0.67649878930160989</c:v>
              </c:pt>
              <c:pt idx="159">
                <c:v>-0.68465842074646832</c:v>
              </c:pt>
              <c:pt idx="160">
                <c:v>-0.69184511511174407</c:v>
              </c:pt>
              <c:pt idx="161">
                <c:v>-0.69804865971149666</c:v>
              </c:pt>
              <c:pt idx="162">
                <c:v>-0.70326023896939927</c:v>
              </c:pt>
              <c:pt idx="163">
                <c:v>-0.70747244694615474</c:v>
              </c:pt>
              <c:pt idx="164">
                <c:v>-0.71067929786374118</c:v>
              </c:pt>
              <c:pt idx="165">
                <c:v>-0.7128762346115296</c:v>
              </c:pt>
              <c:pt idx="166">
                <c:v>-0.7140601352221877</c:v>
              </c:pt>
              <c:pt idx="167">
                <c:v>-0.71422931730816575</c:v>
              </c:pt>
              <c:pt idx="168">
                <c:v>-0.71338354045246266</c:v>
              </c:pt>
              <c:pt idx="169">
                <c:v>-0.71152400655026982</c:v>
              </c:pt>
              <c:pt idx="170">
                <c:v>-0.70865335810101404</c:v>
              </c:pt>
              <c:pt idx="171">
                <c:v>-0.7047756744532202</c:v>
              </c:pt>
              <c:pt idx="172">
                <c:v>-0.69989646600753397</c:v>
              </c:pt>
              <c:pt idx="173">
                <c:v>-0.69402266638614118</c:v>
              </c:pt>
              <c:pt idx="174">
                <c:v>-0.68716262257971128</c:v>
              </c:pt>
              <c:pt idx="175">
                <c:v>-0.67932608308586673</c:v>
              </c:pt>
              <c:pt idx="176">
                <c:v>-0.67052418405603442</c:v>
              </c:pt>
              <c:pt idx="177">
                <c:v>-0.66076943347036532</c:v>
              </c:pt>
              <c:pt idx="178">
                <c:v>-0.65007569336321025</c:v>
              </c:pt>
              <c:pt idx="179">
                <c:v>-0.63845816012441026</c:v>
              </c:pt>
              <c:pt idx="180">
                <c:v>-0.62593334290439528</c:v>
              </c:pt>
              <c:pt idx="181">
                <c:v>-0.61251904015377834</c:v>
              </c:pt>
              <c:pt idx="182">
                <c:v>-0.59823431433078289</c:v>
              </c:pt>
              <c:pt idx="183">
                <c:v>-0.58309946481244657</c:v>
              </c:pt>
              <c:pt idx="184">
                <c:v>-0.56713599904809642</c:v>
              </c:pt>
              <c:pt idx="185">
                <c:v>-0.55036660199608523</c:v>
              </c:pt>
              <c:pt idx="186">
                <c:v>-0.53281510388722597</c:v>
              </c:pt>
              <c:pt idx="187">
                <c:v>-0.51450644636072818</c:v>
              </c:pt>
              <c:pt idx="188">
                <c:v>-0.49546664702076537</c:v>
              </c:pt>
              <c:pt idx="189">
                <c:v>-0.47572276246403516</c:v>
              </c:pt>
              <c:pt idx="190">
                <c:v>-0.45530284983085467</c:v>
              </c:pt>
              <c:pt idx="191">
                <c:v>-0.43423592693442908</c:v>
              </c:pt>
              <c:pt idx="192">
                <c:v>-0.41255193102495147</c:v>
              </c:pt>
              <c:pt idx="193">
                <c:v>-0.39028167624713206</c:v>
              </c:pt>
              <c:pt idx="194">
                <c:v>-0.36745680985161194</c:v>
              </c:pt>
              <c:pt idx="195">
                <c:v>-0.34410976722248915</c:v>
              </c:pt>
              <c:pt idx="196">
                <c:v>-0.32027372578486224</c:v>
              </c:pt>
              <c:pt idx="197">
                <c:v>-0.29598255785789429</c:v>
              </c:pt>
              <c:pt idx="198">
                <c:v>-0.27127078252039344</c:v>
              </c:pt>
              <c:pt idx="199">
                <c:v>-0.24617351655731365</c:v>
              </c:pt>
              <c:pt idx="200">
                <c:v>-0.22072642455688116</c:v>
              </c:pt>
              <c:pt idx="201">
                <c:v>-0.19496566822926356</c:v>
              </c:pt>
              <c:pt idx="202">
                <c:v>-0.16892785501880062</c:v>
              </c:pt>
              <c:pt idx="203">
                <c:v>-0.14264998608282276</c:v>
              </c:pt>
              <c:pt idx="204">
                <c:v>-0.1161694037109821</c:v>
              </c:pt>
              <c:pt idx="205">
                <c:v>-8.9523738259815244E-2</c:v>
              </c:pt>
              <c:pt idx="206">
                <c:v>-6.2750854677947748E-2</c:v>
              </c:pt>
              <c:pt idx="207">
                <c:v>-3.5888798697930074E-2</c:v>
              </c:pt>
              <c:pt idx="208">
                <c:v>-8.9757427711698728E-3</c:v>
              </c:pt>
              <c:pt idx="209">
                <c:v>1.7950068177210222E-2</c:v>
              </c:pt>
              <c:pt idx="210">
                <c:v>4.4850371096503923E-2</c:v>
              </c:pt>
              <c:pt idx="211">
                <c:v>7.1686939184310045E-2</c:v>
              </c:pt>
              <c:pt idx="212">
                <c:v>9.8421636208910424E-2</c:v>
              </c:pt>
              <c:pt idx="213">
                <c:v>0.125016470702942</c:v>
              </c:pt>
              <c:pt idx="214">
                <c:v>0.15143364995135078</c:v>
              </c:pt>
              <c:pt idx="215">
                <c:v>0.1776356336969078</c:v>
              </c:pt>
              <c:pt idx="216">
                <c:v>0.20358518748696902</c:v>
              </c:pt>
              <c:pt idx="217">
                <c:v>0.2292454355856697</c:v>
              </c:pt>
              <c:pt idx="218">
                <c:v>0.2545799133763631</c:v>
              </c:pt>
              <c:pt idx="219">
                <c:v>0.27955261917983582</c:v>
              </c:pt>
              <c:pt idx="220">
                <c:v>0.30412806541466414</c:v>
              </c:pt>
              <c:pt idx="221">
                <c:v>0.3282713290270089</c:v>
              </c:pt>
              <c:pt idx="222">
                <c:v>0.35194810111818597</c:v>
              </c:pt>
              <c:pt idx="223">
                <c:v>0.37512473569948884</c:v>
              </c:pt>
              <c:pt idx="224">
                <c:v>0.39776829750497927</c:v>
              </c:pt>
              <c:pt idx="225">
                <c:v>0.41984660879430252</c:v>
              </c:pt>
              <c:pt idx="226">
                <c:v>0.44132829507901755</c:v>
              </c:pt>
              <c:pt idx="227">
                <c:v>0.46218282970746111</c:v>
              </c:pt>
              <c:pt idx="228">
                <c:v>0.48238057724479055</c:v>
              </c:pt>
              <c:pt idx="229">
                <c:v>0.50189283558655839</c:v>
              </c:pt>
              <c:pt idx="230">
                <c:v>0.52069187674597317</c:v>
              </c:pt>
              <c:pt idx="231">
                <c:v>0.53875098625688622</c:v>
              </c:pt>
              <c:pt idx="232">
                <c:v>0.55604450113650905</c:v>
              </c:pt>
              <c:pt idx="233">
                <c:v>0.5725478463539172</c:v>
              </c:pt>
              <c:pt idx="234">
                <c:v>0.58823756975251307</c:v>
              </c:pt>
              <c:pt idx="235">
                <c:v>0.60309137537682411</c:v>
              </c:pt>
              <c:pt idx="236">
                <c:v>0.61708815515627524</c:v>
              </c:pt>
              <c:pt idx="237">
                <c:v>0.63020801890091271</c:v>
              </c:pt>
              <c:pt idx="238">
                <c:v>0.64243232256645189</c:v>
              </c:pt>
              <c:pt idx="239">
                <c:v>0.65374369474848459</c:v>
              </c:pt>
              <c:pt idx="240">
                <c:v>0.66412606136819508</c:v>
              </c:pt>
              <c:pt idx="241">
                <c:v>0.67356466851450603</c:v>
              </c:pt>
              <c:pt idx="242">
                <c:v>0.68204610341019301</c:v>
              </c:pt>
              <c:pt idx="243">
                <c:v>0.68955831347217511</c:v>
              </c:pt>
              <c:pt idx="244">
                <c:v>0.69609062343889483</c:v>
              </c:pt>
              <c:pt idx="245">
                <c:v>0.70163375054044941</c:v>
              </c:pt>
              <c:pt idx="246">
                <c:v>0.706179817689914</c:v>
              </c:pt>
              <c:pt idx="247">
                <c:v>0.70972236467711391</c:v>
              </c:pt>
              <c:pt idx="248">
                <c:v>0.71225635734893622</c:v>
              </c:pt>
              <c:pt idx="249">
                <c:v>0.7137781947631372</c:v>
              </c:pt>
              <c:pt idx="250">
                <c:v>0.71428571430547794</c:v>
              </c:pt>
              <c:pt idx="251">
                <c:v>0.71377819476291826</c:v>
              </c:pt>
              <c:pt idx="252">
                <c:v>0.7122563573484989</c:v>
              </c:pt>
              <c:pt idx="253">
                <c:v>0.70972236467645888</c:v>
              </c:pt>
              <c:pt idx="254">
                <c:v>0.70617981768904214</c:v>
              </c:pt>
              <c:pt idx="255">
                <c:v>0.70163375053936194</c:v>
              </c:pt>
              <c:pt idx="256">
                <c:v>0.69609062343759343</c:v>
              </c:pt>
              <c:pt idx="257">
                <c:v>0.68955831347066132</c:v>
              </c:pt>
              <c:pt idx="258">
                <c:v>0.68204610340846916</c:v>
              </c:pt>
              <c:pt idx="259">
                <c:v>0.67356466851257468</c:v>
              </c:pt>
              <c:pt idx="260">
                <c:v>0.6641260613660589</c:v>
              </c:pt>
              <c:pt idx="261">
                <c:v>0.65374369474614646</c:v>
              </c:pt>
              <c:pt idx="262">
                <c:v>0.64243232256391525</c:v>
              </c:pt>
              <c:pt idx="263">
                <c:v>0.63020801889818134</c:v>
              </c:pt>
              <c:pt idx="264">
                <c:v>0.61708815515335269</c:v>
              </c:pt>
              <c:pt idx="265">
                <c:v>0.60309137537371471</c:v>
              </c:pt>
              <c:pt idx="266">
                <c:v>0.58823756974922126</c:v>
              </c:pt>
              <c:pt idx="267">
                <c:v>0.57254784635044775</c:v>
              </c:pt>
              <c:pt idx="268">
                <c:v>0.55604450113286663</c:v>
              </c:pt>
              <c:pt idx="269">
                <c:v>0.53875098625307594</c:v>
              </c:pt>
              <c:pt idx="270">
                <c:v>0.52069187674200057</c:v>
              </c:pt>
              <c:pt idx="271">
                <c:v>0.50189283558242903</c:v>
              </c:pt>
              <c:pt idx="272">
                <c:v>0.48238057724051026</c:v>
              </c:pt>
              <c:pt idx="273">
                <c:v>0.46218282970303615</c:v>
              </c:pt>
              <c:pt idx="274">
                <c:v>0.44132829507445426</c:v>
              </c:pt>
              <c:pt idx="275">
                <c:v>0.41984660878960728</c:v>
              </c:pt>
              <c:pt idx="276">
                <c:v>0.39776829750015869</c:v>
              </c:pt>
              <c:pt idx="277">
                <c:v>0.3751247356945499</c:v>
              </c:pt>
              <c:pt idx="278">
                <c:v>0.35194810111313568</c:v>
              </c:pt>
              <c:pt idx="279">
                <c:v>0.32827132902185435</c:v>
              </c:pt>
              <c:pt idx="280">
                <c:v>0.30412806540941273</c:v>
              </c:pt>
              <c:pt idx="281">
                <c:v>0.27955261917449503</c:v>
              </c:pt>
              <c:pt idx="282">
                <c:v>0.25457991337094044</c:v>
              </c:pt>
              <c:pt idx="283">
                <c:v>0.22924543558017302</c:v>
              </c:pt>
              <c:pt idx="284">
                <c:v>0.20358518748140605</c:v>
              </c:pt>
              <c:pt idx="285">
                <c:v>0.17763563369128649</c:v>
              </c:pt>
              <c:pt idx="286">
                <c:v>0.15143364994567907</c:v>
              </c:pt>
              <c:pt idx="287">
                <c:v>0.12501647069722799</c:v>
              </c:pt>
              <c:pt idx="288">
                <c:v>9.8421636203162147E-2</c:v>
              </c:pt>
              <c:pt idx="289">
                <c:v>7.1686939178535719E-2</c:v>
              </c:pt>
              <c:pt idx="290">
                <c:v>4.4850371090711764E-2</c:v>
              </c:pt>
              <c:pt idx="291">
                <c:v>1.795006817140845E-2</c:v>
              </c:pt>
              <c:pt idx="292">
                <c:v>-8.9757427769730173E-3</c:v>
              </c:pt>
              <c:pt idx="293">
                <c:v>-3.5888798703726341E-2</c:v>
              </c:pt>
              <c:pt idx="294">
                <c:v>-6.2750854683728888E-2</c:v>
              </c:pt>
              <c:pt idx="295">
                <c:v>-8.9523738265573055E-2</c:v>
              </c:pt>
              <c:pt idx="296">
                <c:v>-0.11616940371670838</c:v>
              </c:pt>
              <c:pt idx="297">
                <c:v>-0.1426499860885094</c:v>
              </c:pt>
              <c:pt idx="298">
                <c:v>-0.16892785502443952</c:v>
              </c:pt>
              <c:pt idx="299">
                <c:v>-0.19496566823484676</c:v>
              </c:pt>
              <c:pt idx="300">
                <c:v>-0.22072642456240071</c:v>
              </c:pt>
              <c:pt idx="301">
                <c:v>-0.24617351656276168</c:v>
              </c:pt>
              <c:pt idx="302">
                <c:v>-0.2712707825257622</c:v>
              </c:pt>
              <c:pt idx="303">
                <c:v>-0.29598255786317612</c:v>
              </c:pt>
              <c:pt idx="304">
                <c:v>-0.3202737257900497</c:v>
              </c:pt>
              <c:pt idx="305">
                <c:v>-0.3441097672275748</c:v>
              </c:pt>
              <c:pt idx="306">
                <c:v>-0.36745680985658857</c:v>
              </c:pt>
              <c:pt idx="307">
                <c:v>-0.39028167625199256</c:v>
              </c:pt>
              <c:pt idx="308">
                <c:v>-0.41255193102968901</c:v>
              </c:pt>
              <c:pt idx="309">
                <c:v>-0.43423592693903684</c:v>
              </c:pt>
              <c:pt idx="310">
                <c:v>-0.45530284983532621</c:v>
              </c:pt>
              <c:pt idx="311">
                <c:v>-0.47572276246836409</c:v>
              </c:pt>
              <c:pt idx="312">
                <c:v>-0.49546664702494542</c:v>
              </c:pt>
              <c:pt idx="313">
                <c:v>-0.5145064463647534</c:v>
              </c:pt>
              <c:pt idx="314">
                <c:v>-0.53281510389109055</c:v>
              </c:pt>
              <c:pt idx="315">
                <c:v>-0.55036660199978404</c:v>
              </c:pt>
              <c:pt idx="316">
                <c:v>-0.56713599905162382</c:v>
              </c:pt>
              <c:pt idx="317">
                <c:v>-0.58309946481579789</c:v>
              </c:pt>
              <c:pt idx="318">
                <c:v>-0.59823431433395324</c:v>
              </c:pt>
              <c:pt idx="319">
                <c:v>-0.61251904015676328</c:v>
              </c:pt>
              <c:pt idx="320">
                <c:v>-0.6259333429071906</c:v>
              </c:pt>
              <c:pt idx="321">
                <c:v>-0.63845816012701184</c:v>
              </c:pt>
              <c:pt idx="322">
                <c:v>-0.65007569336561466</c:v>
              </c:pt>
              <c:pt idx="323">
                <c:v>-0.66076943347256889</c:v>
              </c:pt>
              <c:pt idx="324">
                <c:v>-0.67052418405803405</c:v>
              </c:pt>
              <c:pt idx="325">
                <c:v>-0.67932608308765952</c:v>
              </c:pt>
              <c:pt idx="326">
                <c:v>-0.68716262258129501</c:v>
              </c:pt>
              <c:pt idx="327">
                <c:v>-0.6940226663875132</c:v>
              </c:pt>
              <c:pt idx="328">
                <c:v>-0.6998964660086926</c:v>
              </c:pt>
              <c:pt idx="329">
                <c:v>-0.70477567445416378</c:v>
              </c:pt>
              <c:pt idx="330">
                <c:v>-0.70865335810174124</c:v>
              </c:pt>
              <c:pt idx="331">
                <c:v>-0.71152400655077952</c:v>
              </c:pt>
              <c:pt idx="332">
                <c:v>-0.71338354045275398</c:v>
              </c:pt>
              <c:pt idx="333">
                <c:v>-0.71422931730823835</c:v>
              </c:pt>
              <c:pt idx="334">
                <c:v>-0.71406013522204137</c:v>
              </c:pt>
              <c:pt idx="335">
                <c:v>-0.71287623461116478</c:v>
              </c:pt>
              <c:pt idx="336">
                <c:v>-0.71067929786315831</c:v>
              </c:pt>
              <c:pt idx="337">
                <c:v>-0.7074724469453546</c:v>
              </c:pt>
              <c:pt idx="338">
                <c:v>-0.70326023896838308</c:v>
              </c:pt>
              <c:pt idx="339">
                <c:v>-0.69804865971026608</c:v>
              </c:pt>
              <c:pt idx="340">
                <c:v>-0.69184511511030056</c:v>
              </c:pt>
              <c:pt idx="341">
                <c:v>-0.68465842074481398</c:v>
              </c:pt>
              <c:pt idx="342">
                <c:v>-0.67649878929974705</c:v>
              </c:pt>
              <c:pt idx="343">
                <c:v>-0.66737781605786872</c:v>
              </c:pt>
              <c:pt idx="344">
                <c:v>-0.65730846242124463</c:v>
              </c:pt>
              <c:pt idx="345">
                <c:v>-0.64630503749237544</c:v>
              </c:pt>
              <c:pt idx="346">
                <c:v>-0.63438317774017972</c:v>
              </c:pt>
              <c:pt idx="347">
                <c:v>-0.62155982477971528</c:v>
              </c:pt>
              <c:pt idx="348">
                <c:v>-0.60785320129721765</c:v>
              </c:pt>
              <c:pt idx="349">
                <c:v>-0.59328278515466604</c:v>
              </c:pt>
              <c:pt idx="350">
                <c:v>-0.57786928171067475</c:v>
              </c:pt>
              <c:pt idx="351">
                <c:v>-0.56163459439704655</c:v>
              </c:pt>
              <c:pt idx="352">
                <c:v>-0.54460179359279703</c:v>
              </c:pt>
              <c:pt idx="353">
                <c:v>-0.5267950838398836</c:v>
              </c:pt>
              <c:pt idx="354">
                <c:v>-0.5082397694472276</c:v>
              </c:pt>
              <c:pt idx="355">
                <c:v>-0.48896221853190608</c:v>
              </c:pt>
              <c:pt idx="356">
                <c:v>-0.46898982554861413</c:v>
              </c:pt>
              <c:pt idx="357">
                <c:v>-0.44835097236064719</c:v>
              </c:pt>
              <c:pt idx="358">
                <c:v>-0.42707498790771881</c:v>
              </c:pt>
              <c:pt idx="359">
                <c:v>-0.40519210652793369</c:v>
              </c:pt>
              <c:pt idx="360">
                <c:v>-0.38273342499313778</c:v>
              </c:pt>
              <c:pt idx="361">
                <c:v>-0.35973085831870455</c:v>
              </c:pt>
              <c:pt idx="362">
                <c:v>-0.33621709441055192</c:v>
              </c:pt>
              <c:pt idx="363">
                <c:v>-0.31222554761383864</c:v>
              </c:pt>
              <c:pt idx="364">
                <c:v>-0.28779031122935211</c:v>
              </c:pt>
              <c:pt idx="365">
                <c:v>-0.26294610906506205</c:v>
              </c:pt>
              <c:pt idx="366">
                <c:v>-0.2377282460916893</c:v>
              </c:pt>
              <c:pt idx="367">
                <c:v>-0.2121725582724108</c:v>
              </c:pt>
              <c:pt idx="368">
                <c:v>-0.18631536163799486</c:v>
              </c:pt>
              <c:pt idx="369">
                <c:v>-0.16019340067973434</c:v>
              </c:pt>
              <c:pt idx="370">
                <c:v>-0.1338437961335138</c:v>
              </c:pt>
              <c:pt idx="371">
                <c:v>-0.10730399222921275</c:v>
              </c:pt>
              <c:pt idx="372">
                <c:v>-8.0611703480405986E-2</c:v>
              </c:pt>
              <c:pt idx="373">
                <c:v>-5.3804861089976161E-2</c:v>
              </c:pt>
              <c:pt idx="374">
                <c:v>-2.6921559047798888E-2</c:v>
              </c:pt>
              <c:pt idx="375">
                <c:v>2.9012943657728877E-12</c:v>
              </c:pt>
              <c:pt idx="376">
                <c:v>2.6921559053597357E-2</c:v>
              </c:pt>
              <c:pt idx="377">
                <c:v>5.3804861095762269E-2</c:v>
              </c:pt>
              <c:pt idx="378">
                <c:v>8.0611703486171513E-2</c:v>
              </c:pt>
              <c:pt idx="379">
                <c:v>0.10730399223494949</c:v>
              </c:pt>
              <c:pt idx="380">
                <c:v>0.13384379613921363</c:v>
              </c:pt>
              <c:pt idx="381">
                <c:v>0.16019340068538915</c:v>
              </c:pt>
              <c:pt idx="382">
                <c:v>0.18631536164359661</c:v>
              </c:pt>
              <c:pt idx="383">
                <c:v>0.21217255827795153</c:v>
              </c:pt>
              <c:pt idx="384">
                <c:v>0.23772824609716112</c:v>
              </c:pt>
              <c:pt idx="385">
                <c:v>0.26294610907045723</c:v>
              </c:pt>
              <c:pt idx="386">
                <c:v>0.28779031123466298</c:v>
              </c:pt>
              <c:pt idx="387">
                <c:v>0.31222554761905763</c:v>
              </c:pt>
              <c:pt idx="388">
                <c:v>0.33621709441567149</c:v>
              </c:pt>
              <c:pt idx="389">
                <c:v>0.35973085832371759</c:v>
              </c:pt>
              <c:pt idx="390">
                <c:v>0.38273342499803709</c:v>
              </c:pt>
              <c:pt idx="391">
                <c:v>0.40519210653271232</c:v>
              </c:pt>
              <c:pt idx="392">
                <c:v>0.42707498791237009</c:v>
              </c:pt>
              <c:pt idx="393">
                <c:v>0.4483509723651643</c:v>
              </c:pt>
              <c:pt idx="394">
                <c:v>0.46898982555299079</c:v>
              </c:pt>
              <c:pt idx="395">
                <c:v>0.48896221853613592</c:v>
              </c:pt>
              <c:pt idx="396">
                <c:v>0.50823976945130478</c:v>
              </c:pt>
              <c:pt idx="397">
                <c:v>0.52679508384380214</c:v>
              </c:pt>
              <c:pt idx="398">
                <c:v>0.54460179359655125</c:v>
              </c:pt>
              <c:pt idx="399">
                <c:v>0.56163459440063135</c:v>
              </c:pt>
              <c:pt idx="400">
                <c:v>0.57786928171408503</c:v>
              </c:pt>
              <c:pt idx="401">
                <c:v>0.59328278515789701</c:v>
              </c:pt>
              <c:pt idx="402">
                <c:v>0.60785320130026477</c:v>
              </c:pt>
              <c:pt idx="403">
                <c:v>0.6215598247825741</c:v>
              </c:pt>
              <c:pt idx="404">
                <c:v>0.63438317774284625</c:v>
              </c:pt>
              <c:pt idx="405">
                <c:v>0.64630503749484602</c:v>
              </c:pt>
              <c:pt idx="406">
                <c:v>0.65730846242351548</c:v>
              </c:pt>
              <c:pt idx="407">
                <c:v>0.66737781605993673</c:v>
              </c:pt>
              <c:pt idx="408">
                <c:v>0.67649878930160923</c:v>
              </c:pt>
              <c:pt idx="409">
                <c:v>0.68465842074646777</c:v>
              </c:pt>
              <c:pt idx="410">
                <c:v>0.69184511511174362</c:v>
              </c:pt>
              <c:pt idx="411">
                <c:v>0.6980486597114961</c:v>
              </c:pt>
              <c:pt idx="412">
                <c:v>0.70326023896939882</c:v>
              </c:pt>
              <c:pt idx="413">
                <c:v>0.7074724469461543</c:v>
              </c:pt>
              <c:pt idx="414">
                <c:v>0.71067929786374084</c:v>
              </c:pt>
              <c:pt idx="415">
                <c:v>0.71287623461152927</c:v>
              </c:pt>
              <c:pt idx="416">
                <c:v>0.71406013522218725</c:v>
              </c:pt>
              <c:pt idx="417">
                <c:v>0.71422931730816541</c:v>
              </c:pt>
              <c:pt idx="418">
                <c:v>0.71338354045246233</c:v>
              </c:pt>
              <c:pt idx="419">
                <c:v>0.71152400655026959</c:v>
              </c:pt>
              <c:pt idx="420">
                <c:v>0.70865335810101382</c:v>
              </c:pt>
              <c:pt idx="421">
                <c:v>0.70477567445321998</c:v>
              </c:pt>
              <c:pt idx="422">
                <c:v>0.69989646600753375</c:v>
              </c:pt>
              <c:pt idx="423">
                <c:v>0.69402266638614107</c:v>
              </c:pt>
              <c:pt idx="424">
                <c:v>0.68716262257971117</c:v>
              </c:pt>
              <c:pt idx="425">
                <c:v>0.67932608308586662</c:v>
              </c:pt>
              <c:pt idx="426">
                <c:v>0.67052418405603431</c:v>
              </c:pt>
              <c:pt idx="427">
                <c:v>0.66076943347036521</c:v>
              </c:pt>
              <c:pt idx="428">
                <c:v>0.65007569336321014</c:v>
              </c:pt>
              <c:pt idx="429">
                <c:v>0.63845816012441015</c:v>
              </c:pt>
              <c:pt idx="430">
                <c:v>0.62593334290439517</c:v>
              </c:pt>
              <c:pt idx="431">
                <c:v>0.61251904015377823</c:v>
              </c:pt>
              <c:pt idx="432">
                <c:v>0.59823431433078289</c:v>
              </c:pt>
              <c:pt idx="433">
                <c:v>0.58309946481244668</c:v>
              </c:pt>
              <c:pt idx="434">
                <c:v>0.56713599904809653</c:v>
              </c:pt>
              <c:pt idx="435">
                <c:v>0.55036660199608545</c:v>
              </c:pt>
              <c:pt idx="436">
                <c:v>0.53281510388722619</c:v>
              </c:pt>
              <c:pt idx="437">
                <c:v>0.5145064463607284</c:v>
              </c:pt>
              <c:pt idx="438">
                <c:v>0.49546664702076565</c:v>
              </c:pt>
              <c:pt idx="439">
                <c:v>0.4757227624640355</c:v>
              </c:pt>
              <c:pt idx="440">
                <c:v>0.45530284983085495</c:v>
              </c:pt>
              <c:pt idx="441">
                <c:v>0.43423592693442947</c:v>
              </c:pt>
              <c:pt idx="442">
                <c:v>0.41255193102495197</c:v>
              </c:pt>
              <c:pt idx="443">
                <c:v>0.3902816762471325</c:v>
              </c:pt>
              <c:pt idx="444">
                <c:v>0.36745680985161244</c:v>
              </c:pt>
              <c:pt idx="445">
                <c:v>0.34410976722248976</c:v>
              </c:pt>
              <c:pt idx="446">
                <c:v>0.32027372578486291</c:v>
              </c:pt>
              <c:pt idx="447">
                <c:v>0.2959825578578949</c:v>
              </c:pt>
              <c:pt idx="448">
                <c:v>0.2712707825203941</c:v>
              </c:pt>
              <c:pt idx="449">
                <c:v>0.24617351655731429</c:v>
              </c:pt>
              <c:pt idx="450">
                <c:v>0.22072642455688185</c:v>
              </c:pt>
              <c:pt idx="451">
                <c:v>0.19496566822926426</c:v>
              </c:pt>
              <c:pt idx="452">
                <c:v>0.16892785501880131</c:v>
              </c:pt>
              <c:pt idx="453">
                <c:v>0.14264998608282345</c:v>
              </c:pt>
              <c:pt idx="454">
                <c:v>0.11616940371098279</c:v>
              </c:pt>
              <c:pt idx="455">
                <c:v>8.9523738259815938E-2</c:v>
              </c:pt>
              <c:pt idx="456">
                <c:v>6.275085467794847E-2</c:v>
              </c:pt>
              <c:pt idx="457">
                <c:v>3.5888798697930824E-2</c:v>
              </c:pt>
              <c:pt idx="458">
                <c:v>8.9757427711706327E-3</c:v>
              </c:pt>
              <c:pt idx="459">
                <c:v>-1.7950068177209458E-2</c:v>
              </c:pt>
              <c:pt idx="460">
                <c:v>-4.485037109650316E-2</c:v>
              </c:pt>
              <c:pt idx="461">
                <c:v>-7.1686939184309267E-2</c:v>
              </c:pt>
              <c:pt idx="462">
                <c:v>-9.842163620890966E-2</c:v>
              </c:pt>
              <c:pt idx="463">
                <c:v>-0.12501647070294122</c:v>
              </c:pt>
              <c:pt idx="464">
                <c:v>-0.15143364995135</c:v>
              </c:pt>
              <c:pt idx="465">
                <c:v>-0.17763563369690702</c:v>
              </c:pt>
              <c:pt idx="466">
                <c:v>-0.20358518748696827</c:v>
              </c:pt>
              <c:pt idx="467">
                <c:v>-0.22924543558566896</c:v>
              </c:pt>
              <c:pt idx="468">
                <c:v>-0.25457991337636232</c:v>
              </c:pt>
              <c:pt idx="469">
                <c:v>-0.27955261917983509</c:v>
              </c:pt>
              <c:pt idx="470">
                <c:v>-0.30412806541466342</c:v>
              </c:pt>
              <c:pt idx="471">
                <c:v>-0.32827132902700812</c:v>
              </c:pt>
              <c:pt idx="472">
                <c:v>-0.3519481011181852</c:v>
              </c:pt>
              <c:pt idx="473">
                <c:v>-0.37512473569948807</c:v>
              </c:pt>
              <c:pt idx="474">
                <c:v>-0.3977682975049785</c:v>
              </c:pt>
              <c:pt idx="475">
                <c:v>-0.41984660879430186</c:v>
              </c:pt>
              <c:pt idx="476">
                <c:v>-0.44132829507901689</c:v>
              </c:pt>
              <c:pt idx="477">
                <c:v>-0.46218282970746044</c:v>
              </c:pt>
              <c:pt idx="478">
                <c:v>-0.48238057724478989</c:v>
              </c:pt>
              <c:pt idx="479">
                <c:v>-0.50189283558655773</c:v>
              </c:pt>
              <c:pt idx="480">
                <c:v>-0.52069187674597261</c:v>
              </c:pt>
              <c:pt idx="481">
                <c:v>-0.53875098625688567</c:v>
              </c:pt>
              <c:pt idx="482">
                <c:v>-0.55604450113650861</c:v>
              </c:pt>
              <c:pt idx="483">
                <c:v>-0.57254784635391665</c:v>
              </c:pt>
              <c:pt idx="484">
                <c:v>-0.58823756975251273</c:v>
              </c:pt>
              <c:pt idx="485">
                <c:v>-0.60309137537682367</c:v>
              </c:pt>
              <c:pt idx="486">
                <c:v>-0.61708815515627491</c:v>
              </c:pt>
              <c:pt idx="487">
                <c:v>-0.63020801890091227</c:v>
              </c:pt>
              <c:pt idx="488">
                <c:v>-0.64243232256645155</c:v>
              </c:pt>
              <c:pt idx="489">
                <c:v>-0.65374369474848426</c:v>
              </c:pt>
              <c:pt idx="490">
                <c:v>-0.66412606136819474</c:v>
              </c:pt>
              <c:pt idx="491">
                <c:v>-0.67356466851450569</c:v>
              </c:pt>
              <c:pt idx="492">
                <c:v>-0.68204610341019267</c:v>
              </c:pt>
              <c:pt idx="493">
                <c:v>-0.68955831347217489</c:v>
              </c:pt>
              <c:pt idx="494">
                <c:v>-0.69609062343889461</c:v>
              </c:pt>
              <c:pt idx="495">
                <c:v>-0.7016337505404493</c:v>
              </c:pt>
              <c:pt idx="496">
                <c:v>-0.706179817689914</c:v>
              </c:pt>
              <c:pt idx="497">
                <c:v>-0.70972236467711391</c:v>
              </c:pt>
              <c:pt idx="498">
                <c:v>-0.71225635734893622</c:v>
              </c:pt>
              <c:pt idx="499">
                <c:v>-0.7137781947631372</c:v>
              </c:pt>
              <c:pt idx="500">
                <c:v>-0.71428571430547805</c:v>
              </c:pt>
            </c:numLit>
          </c:yVal>
          <c:smooth val="1"/>
          <c:extLst>
            <c:ext xmlns:c16="http://schemas.microsoft.com/office/drawing/2014/chart" uri="{C3380CC4-5D6E-409C-BE32-E72D297353CC}">
              <c16:uniqueId val="{00000001-7689-47C5-AC5A-2E1057D282EB}"/>
            </c:ext>
          </c:extLst>
        </c:ser>
        <c:dLbls>
          <c:showLegendKey val="0"/>
          <c:showVal val="0"/>
          <c:showCatName val="0"/>
          <c:showSerName val="0"/>
          <c:showPercent val="0"/>
          <c:showBubbleSize val="0"/>
        </c:dLbls>
        <c:axId val="48650112"/>
        <c:axId val="48672768"/>
      </c:scatterChart>
      <c:valAx>
        <c:axId val="48672768"/>
        <c:scaling>
          <c:orientation val="minMax"/>
          <c:max val="1.2"/>
          <c:min val="-1.2"/>
        </c:scaling>
        <c:delete val="0"/>
        <c:axPos val="l"/>
        <c:majorGridlines>
          <c:spPr>
            <a:ln w="9525">
              <a:solidFill>
                <a:srgbClr val="DFE6EE"/>
              </a:solidFill>
              <a:prstDash val="solid"/>
            </a:ln>
          </c:spPr>
        </c:majorGridlines>
        <c:title>
          <c:tx>
            <c:rich>
              <a:bodyPr/>
              <a:lstStyle/>
              <a:p>
                <a:r>
                  <a:rPr sz="1650">
                    <a:solidFill>
                      <a:srgbClr val="172F46"/>
                    </a:solidFill>
                    <a:latin typeface="Arial"/>
                    <a:ea typeface="Arial"/>
                    <a:cs typeface="Arial"/>
                  </a:rPr>
                  <a:t>Normalized amplitude</a:t>
                </a:r>
              </a:p>
            </c:rich>
          </c:tx>
          <c:overlay val="0"/>
        </c:title>
        <c:numFmt formatCode="0.0" sourceLinked="1"/>
        <c:majorTickMark val="none"/>
        <c:minorTickMark val="none"/>
        <c:tickLblPos val="nextTo"/>
        <c:spPr>
          <a:ln w="9525">
            <a:solidFill>
              <a:srgbClr val="D4D4D4"/>
            </a:solidFill>
            <a:prstDash val="solid"/>
          </a:ln>
        </c:spPr>
        <c:txPr>
          <a:bodyPr anchorCtr="1"/>
          <a:lstStyle/>
          <a:p>
            <a:pPr>
              <a:defRPr sz="1650">
                <a:solidFill>
                  <a:srgbClr val="172F46"/>
                </a:solidFill>
                <a:latin typeface="Arial"/>
                <a:ea typeface="Arial"/>
                <a:cs typeface="Arial"/>
              </a:defRPr>
            </a:pPr>
            <a:endParaRPr lang="zh-CN"/>
          </a:p>
        </c:txPr>
        <c:crossAx val="48650112"/>
        <c:crosses val="autoZero"/>
        <c:crossBetween val="midCat"/>
        <c:majorUnit val="0.4"/>
      </c:valAx>
      <c:valAx>
        <c:axId val="48650112"/>
        <c:scaling>
          <c:orientation val="minMax"/>
          <c:max val="3"/>
          <c:min val="0"/>
        </c:scaling>
        <c:delete val="0"/>
        <c:axPos val="b"/>
        <c:majorGridlines>
          <c:spPr>
            <a:ln w="9525">
              <a:solidFill>
                <a:srgbClr val="DFE6EE"/>
              </a:solidFill>
              <a:prstDash val="solid"/>
            </a:ln>
          </c:spPr>
        </c:majorGridlines>
        <c:title>
          <c:tx>
            <c:rich>
              <a:bodyPr/>
              <a:lstStyle/>
              <a:p>
                <a:r>
                  <a:rPr sz="1650">
                    <a:solidFill>
                      <a:srgbClr val="172F46"/>
                    </a:solidFill>
                    <a:latin typeface="Arial"/>
                    <a:ea typeface="Arial"/>
                    <a:cs typeface="Arial"/>
                  </a:rPr>
                  <a:t>Time within the final three cycles (ms)</a:t>
                </a:r>
              </a:p>
            </c:rich>
          </c:tx>
          <c:overlay val="0"/>
        </c:title>
        <c:numFmt formatCode="General" sourceLinked="1"/>
        <c:majorTickMark val="none"/>
        <c:minorTickMark val="none"/>
        <c:tickLblPos val="low"/>
        <c:spPr>
          <a:ln w="9525">
            <a:solidFill>
              <a:srgbClr val="D4D4D4"/>
            </a:solidFill>
            <a:prstDash val="solid"/>
          </a:ln>
        </c:spPr>
        <c:txPr>
          <a:bodyPr anchorCtr="1"/>
          <a:lstStyle/>
          <a:p>
            <a:pPr>
              <a:defRPr sz="1650">
                <a:solidFill>
                  <a:srgbClr val="172F46"/>
                </a:solidFill>
                <a:latin typeface="Arial"/>
                <a:ea typeface="Arial"/>
                <a:cs typeface="Arial"/>
              </a:defRPr>
            </a:pPr>
            <a:endParaRPr lang="zh-CN"/>
          </a:p>
        </c:txPr>
        <c:crossAx val="48672768"/>
        <c:crosses val="autoZero"/>
        <c:crossBetween val="midCat"/>
      </c:valAx>
      <c:spPr>
        <a:solidFill>
          <a:srgbClr val="FFFFFF"/>
        </a:solidFill>
      </c:spPr>
    </c:plotArea>
    <c:legend>
      <c:legendPos val="b"/>
      <c:overlay val="0"/>
      <c:txPr>
        <a:bodyPr anchorCtr="1"/>
        <a:lstStyle/>
        <a:p>
          <a:pPr>
            <a:defRPr sz="1650">
              <a:solidFill>
                <a:srgbClr val="172F46"/>
              </a:solidFill>
              <a:latin typeface="Arial"/>
              <a:ea typeface="Arial"/>
              <a:cs typeface="Arial"/>
            </a:defRPr>
          </a:pPr>
          <a:endParaRPr lang="zh-CN"/>
        </a:p>
      </c:txPr>
    </c:legend>
    <c:plotVisOnly val="1"/>
    <c:dispBlanksAs val="zero"/>
    <c:showDLblsOverMax val="1"/>
  </c:chart>
  <c:spPr>
    <a:solidFill>
      <a:srgbClr val="FFFFFF"/>
    </a:solidFill>
  </c:spPr>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0"/>
        <c:ser>
          <c:idx val="0"/>
          <c:order val="0"/>
          <c:tx>
            <c:v>Input a / 1g</c:v>
          </c:tx>
          <c:spPr>
            <a:ln w="24765">
              <a:solidFill>
                <a:srgbClr val="4A5968"/>
              </a:solidFill>
              <a:prstDash val="dash"/>
            </a:ln>
          </c:spPr>
          <c:marker>
            <c:symbol val="none"/>
          </c:marker>
          <c:xVal>
            <c:numLit>
              <c:formatCode>General</c:formatCode>
              <c:ptCount val="601"/>
              <c:pt idx="0">
                <c:v>0</c:v>
              </c:pt>
              <c:pt idx="1">
                <c:v>1.0000000000010001E-3</c:v>
              </c:pt>
              <c:pt idx="2">
                <c:v>1.9999999999985307E-3</c:v>
              </c:pt>
              <c:pt idx="3">
                <c:v>2.9999999999995308E-3</c:v>
              </c:pt>
              <c:pt idx="4">
                <c:v>4.0000000000005309E-3</c:v>
              </c:pt>
              <c:pt idx="5">
                <c:v>4.9999999999980616E-3</c:v>
              </c:pt>
              <c:pt idx="6">
                <c:v>5.9999999999990616E-3</c:v>
              </c:pt>
              <c:pt idx="7">
                <c:v>7.0000000000000617E-3</c:v>
              </c:pt>
              <c:pt idx="8">
                <c:v>8.0000000000010618E-3</c:v>
              </c:pt>
              <c:pt idx="9">
                <c:v>8.9999999999985925E-3</c:v>
              </c:pt>
              <c:pt idx="10">
                <c:v>9.9999999999995925E-3</c:v>
              </c:pt>
              <c:pt idx="11">
                <c:v>1.1000000000000593E-2</c:v>
              </c:pt>
              <c:pt idx="12">
                <c:v>1.1999999999998123E-2</c:v>
              </c:pt>
              <c:pt idx="13">
                <c:v>1.2999999999999123E-2</c:v>
              </c:pt>
              <c:pt idx="14">
                <c:v>1.4000000000000123E-2</c:v>
              </c:pt>
              <c:pt idx="15">
                <c:v>1.5000000000001124E-2</c:v>
              </c:pt>
              <c:pt idx="16">
                <c:v>1.5999999999998654E-2</c:v>
              </c:pt>
              <c:pt idx="17">
                <c:v>1.6999999999999654E-2</c:v>
              </c:pt>
              <c:pt idx="18">
                <c:v>1.8000000000000654E-2</c:v>
              </c:pt>
              <c:pt idx="19">
                <c:v>1.8999999999998185E-2</c:v>
              </c:pt>
              <c:pt idx="20">
                <c:v>1.9999999999999185E-2</c:v>
              </c:pt>
              <c:pt idx="21">
                <c:v>2.1000000000000185E-2</c:v>
              </c:pt>
              <c:pt idx="22">
                <c:v>2.2000000000001185E-2</c:v>
              </c:pt>
              <c:pt idx="23">
                <c:v>2.2999999999998716E-2</c:v>
              </c:pt>
              <c:pt idx="24">
                <c:v>2.3999999999999716E-2</c:v>
              </c:pt>
              <c:pt idx="25">
                <c:v>2.5000000000000716E-2</c:v>
              </c:pt>
              <c:pt idx="26">
                <c:v>2.5999999999998247E-2</c:v>
              </c:pt>
              <c:pt idx="27">
                <c:v>2.6999999999999247E-2</c:v>
              </c:pt>
              <c:pt idx="28">
                <c:v>2.8000000000000247E-2</c:v>
              </c:pt>
              <c:pt idx="29">
                <c:v>2.9000000000001247E-2</c:v>
              </c:pt>
              <c:pt idx="30">
                <c:v>2.9999999999998778E-2</c:v>
              </c:pt>
              <c:pt idx="31">
                <c:v>3.0999999999999778E-2</c:v>
              </c:pt>
              <c:pt idx="32">
                <c:v>3.2000000000000778E-2</c:v>
              </c:pt>
              <c:pt idx="33">
                <c:v>3.2999999999998308E-2</c:v>
              </c:pt>
              <c:pt idx="34">
                <c:v>3.3999999999999309E-2</c:v>
              </c:pt>
              <c:pt idx="35">
                <c:v>3.5000000000000309E-2</c:v>
              </c:pt>
              <c:pt idx="36">
                <c:v>3.6000000000001309E-2</c:v>
              </c:pt>
              <c:pt idx="37">
                <c:v>3.6999999999998839E-2</c:v>
              </c:pt>
              <c:pt idx="38">
                <c:v>3.7999999999999839E-2</c:v>
              </c:pt>
              <c:pt idx="39">
                <c:v>3.900000000000084E-2</c:v>
              </c:pt>
              <c:pt idx="40">
                <c:v>3.999999999999837E-2</c:v>
              </c:pt>
              <c:pt idx="41">
                <c:v>4.099999999999937E-2</c:v>
              </c:pt>
              <c:pt idx="42">
                <c:v>4.200000000000037E-2</c:v>
              </c:pt>
              <c:pt idx="43">
                <c:v>4.2999999999997901E-2</c:v>
              </c:pt>
              <c:pt idx="44">
                <c:v>4.3999999999998901E-2</c:v>
              </c:pt>
              <c:pt idx="45">
                <c:v>4.4999999999999901E-2</c:v>
              </c:pt>
              <c:pt idx="46">
                <c:v>4.6000000000000901E-2</c:v>
              </c:pt>
              <c:pt idx="47">
                <c:v>4.6999999999998432E-2</c:v>
              </c:pt>
              <c:pt idx="48">
                <c:v>4.7999999999999432E-2</c:v>
              </c:pt>
              <c:pt idx="49">
                <c:v>4.9000000000000432E-2</c:v>
              </c:pt>
              <c:pt idx="50">
                <c:v>4.9999999999997963E-2</c:v>
              </c:pt>
              <c:pt idx="51">
                <c:v>5.0999999999998963E-2</c:v>
              </c:pt>
              <c:pt idx="52">
                <c:v>5.1999999999999963E-2</c:v>
              </c:pt>
              <c:pt idx="53">
                <c:v>5.3000000000000963E-2</c:v>
              </c:pt>
              <c:pt idx="54">
                <c:v>5.3999999999998494E-2</c:v>
              </c:pt>
              <c:pt idx="55">
                <c:v>5.4999999999999494E-2</c:v>
              </c:pt>
              <c:pt idx="56">
                <c:v>5.6000000000000494E-2</c:v>
              </c:pt>
              <c:pt idx="57">
                <c:v>5.6999999999998024E-2</c:v>
              </c:pt>
              <c:pt idx="58">
                <c:v>5.7999999999999025E-2</c:v>
              </c:pt>
              <c:pt idx="59">
                <c:v>5.9000000000000025E-2</c:v>
              </c:pt>
              <c:pt idx="60">
                <c:v>6.0000000000001025E-2</c:v>
              </c:pt>
              <c:pt idx="61">
                <c:v>6.0999999999998555E-2</c:v>
              </c:pt>
              <c:pt idx="62">
                <c:v>6.1999999999999555E-2</c:v>
              </c:pt>
              <c:pt idx="63">
                <c:v>6.3000000000000556E-2</c:v>
              </c:pt>
              <c:pt idx="64">
                <c:v>6.3999999999998086E-2</c:v>
              </c:pt>
              <c:pt idx="65">
                <c:v>6.4999999999999086E-2</c:v>
              </c:pt>
              <c:pt idx="66">
                <c:v>6.6000000000000086E-2</c:v>
              </c:pt>
              <c:pt idx="67">
                <c:v>6.7000000000001086E-2</c:v>
              </c:pt>
              <c:pt idx="68">
                <c:v>6.7999999999998617E-2</c:v>
              </c:pt>
              <c:pt idx="69">
                <c:v>6.8999999999999617E-2</c:v>
              </c:pt>
              <c:pt idx="70">
                <c:v>7.0000000000000617E-2</c:v>
              </c:pt>
              <c:pt idx="71">
                <c:v>7.0999999999998148E-2</c:v>
              </c:pt>
              <c:pt idx="72">
                <c:v>7.1999999999999148E-2</c:v>
              </c:pt>
              <c:pt idx="73">
                <c:v>7.3000000000000148E-2</c:v>
              </c:pt>
              <c:pt idx="74">
                <c:v>7.4000000000001148E-2</c:v>
              </c:pt>
              <c:pt idx="75">
                <c:v>7.4999999999998679E-2</c:v>
              </c:pt>
              <c:pt idx="76">
                <c:v>7.5999999999999679E-2</c:v>
              </c:pt>
              <c:pt idx="77">
                <c:v>7.7000000000000679E-2</c:v>
              </c:pt>
              <c:pt idx="78">
                <c:v>7.799999999999821E-2</c:v>
              </c:pt>
              <c:pt idx="79">
                <c:v>7.899999999999921E-2</c:v>
              </c:pt>
              <c:pt idx="80">
                <c:v>8.000000000000021E-2</c:v>
              </c:pt>
              <c:pt idx="81">
                <c:v>8.100000000000121E-2</c:v>
              </c:pt>
              <c:pt idx="82">
                <c:v>8.1999999999998741E-2</c:v>
              </c:pt>
              <c:pt idx="83">
                <c:v>8.2999999999999741E-2</c:v>
              </c:pt>
              <c:pt idx="84">
                <c:v>8.4000000000000741E-2</c:v>
              </c:pt>
              <c:pt idx="85">
                <c:v>8.4999999999998271E-2</c:v>
              </c:pt>
              <c:pt idx="86">
                <c:v>8.5999999999999271E-2</c:v>
              </c:pt>
              <c:pt idx="87">
                <c:v>8.7000000000000272E-2</c:v>
              </c:pt>
              <c:pt idx="88">
                <c:v>8.8000000000001272E-2</c:v>
              </c:pt>
              <c:pt idx="89">
                <c:v>8.8999999999998802E-2</c:v>
              </c:pt>
              <c:pt idx="90">
                <c:v>8.9999999999999802E-2</c:v>
              </c:pt>
              <c:pt idx="91">
                <c:v>9.1000000000000802E-2</c:v>
              </c:pt>
              <c:pt idx="92">
                <c:v>9.1999999999998333E-2</c:v>
              </c:pt>
              <c:pt idx="93">
                <c:v>9.2999999999999333E-2</c:v>
              </c:pt>
              <c:pt idx="94">
                <c:v>9.4000000000000333E-2</c:v>
              </c:pt>
              <c:pt idx="95">
                <c:v>9.5000000000001333E-2</c:v>
              </c:pt>
              <c:pt idx="96">
                <c:v>9.5999999999998864E-2</c:v>
              </c:pt>
              <c:pt idx="97">
                <c:v>9.6999999999999864E-2</c:v>
              </c:pt>
              <c:pt idx="98">
                <c:v>9.8000000000000864E-2</c:v>
              </c:pt>
              <c:pt idx="99">
                <c:v>9.8999999999998395E-2</c:v>
              </c:pt>
              <c:pt idx="100">
                <c:v>9.9999999999999395E-2</c:v>
              </c:pt>
              <c:pt idx="101">
                <c:v>0.1010000000000004</c:v>
              </c:pt>
              <c:pt idx="102">
                <c:v>0.10199999999999793</c:v>
              </c:pt>
              <c:pt idx="103">
                <c:v>0.10299999999999893</c:v>
              </c:pt>
              <c:pt idx="104">
                <c:v>0.10399999999999993</c:v>
              </c:pt>
              <c:pt idx="105">
                <c:v>0.10500000000000093</c:v>
              </c:pt>
              <c:pt idx="106">
                <c:v>0.10599999999999846</c:v>
              </c:pt>
              <c:pt idx="107">
                <c:v>0.10699999999999946</c:v>
              </c:pt>
              <c:pt idx="108">
                <c:v>0.10800000000000046</c:v>
              </c:pt>
              <c:pt idx="109">
                <c:v>0.10899999999999799</c:v>
              </c:pt>
              <c:pt idx="110">
                <c:v>0.10999999999999899</c:v>
              </c:pt>
              <c:pt idx="111">
                <c:v>0.11099999999999999</c:v>
              </c:pt>
              <c:pt idx="112">
                <c:v>0.11200000000000099</c:v>
              </c:pt>
              <c:pt idx="113">
                <c:v>0.11299999999999852</c:v>
              </c:pt>
              <c:pt idx="114">
                <c:v>0.11399999999999952</c:v>
              </c:pt>
              <c:pt idx="115">
                <c:v>0.11500000000000052</c:v>
              </c:pt>
              <c:pt idx="116">
                <c:v>0.11599999999999805</c:v>
              </c:pt>
              <c:pt idx="117">
                <c:v>0.11699999999999905</c:v>
              </c:pt>
              <c:pt idx="118">
                <c:v>0.11800000000000005</c:v>
              </c:pt>
              <c:pt idx="119">
                <c:v>0.11900000000000105</c:v>
              </c:pt>
              <c:pt idx="120">
                <c:v>0.11999999999999858</c:v>
              </c:pt>
              <c:pt idx="121">
                <c:v>0.12099999999999958</c:v>
              </c:pt>
              <c:pt idx="122">
                <c:v>0.12200000000000058</c:v>
              </c:pt>
              <c:pt idx="123">
                <c:v>0.12299999999999811</c:v>
              </c:pt>
              <c:pt idx="124">
                <c:v>0.12399999999999911</c:v>
              </c:pt>
              <c:pt idx="125">
                <c:v>0.12500000000000011</c:v>
              </c:pt>
              <c:pt idx="126">
                <c:v>0.12600000000000111</c:v>
              </c:pt>
              <c:pt idx="127">
                <c:v>0.12699999999999864</c:v>
              </c:pt>
              <c:pt idx="128">
                <c:v>0.12799999999999964</c:v>
              </c:pt>
              <c:pt idx="129">
                <c:v>0.12900000000000064</c:v>
              </c:pt>
              <c:pt idx="130">
                <c:v>0.12999999999999817</c:v>
              </c:pt>
              <c:pt idx="131">
                <c:v>0.13099999999999917</c:v>
              </c:pt>
              <c:pt idx="132">
                <c:v>0.13200000000000017</c:v>
              </c:pt>
              <c:pt idx="133">
                <c:v>0.13300000000000117</c:v>
              </c:pt>
              <c:pt idx="134">
                <c:v>0.1339999999999987</c:v>
              </c:pt>
              <c:pt idx="135">
                <c:v>0.1349999999999997</c:v>
              </c:pt>
              <c:pt idx="136">
                <c:v>0.1360000000000007</c:v>
              </c:pt>
              <c:pt idx="137">
                <c:v>0.13699999999999823</c:v>
              </c:pt>
              <c:pt idx="138">
                <c:v>0.13799999999999923</c:v>
              </c:pt>
              <c:pt idx="139">
                <c:v>0.13900000000000023</c:v>
              </c:pt>
              <c:pt idx="140">
                <c:v>0.14000000000000123</c:v>
              </c:pt>
              <c:pt idx="141">
                <c:v>0.14099999999999877</c:v>
              </c:pt>
              <c:pt idx="142">
                <c:v>0.14199999999999977</c:v>
              </c:pt>
              <c:pt idx="143">
                <c:v>0.14300000000000077</c:v>
              </c:pt>
              <c:pt idx="144">
                <c:v>0.1439999999999983</c:v>
              </c:pt>
              <c:pt idx="145">
                <c:v>0.1449999999999993</c:v>
              </c:pt>
              <c:pt idx="146">
                <c:v>0.1460000000000003</c:v>
              </c:pt>
              <c:pt idx="147">
                <c:v>0.1470000000000013</c:v>
              </c:pt>
              <c:pt idx="148">
                <c:v>0.14799999999999883</c:v>
              </c:pt>
              <c:pt idx="149">
                <c:v>0.14899999999999983</c:v>
              </c:pt>
              <c:pt idx="150">
                <c:v>0.15000000000000083</c:v>
              </c:pt>
              <c:pt idx="151">
                <c:v>0.15099999999999836</c:v>
              </c:pt>
              <c:pt idx="152">
                <c:v>0.15199999999999936</c:v>
              </c:pt>
              <c:pt idx="153">
                <c:v>0.15300000000000036</c:v>
              </c:pt>
              <c:pt idx="154">
                <c:v>0.15399999999999789</c:v>
              </c:pt>
              <c:pt idx="155">
                <c:v>0.15499999999999889</c:v>
              </c:pt>
              <c:pt idx="156">
                <c:v>0.15599999999999989</c:v>
              </c:pt>
              <c:pt idx="157">
                <c:v>0.15700000000000089</c:v>
              </c:pt>
              <c:pt idx="158">
                <c:v>0.15799999999999842</c:v>
              </c:pt>
              <c:pt idx="159">
                <c:v>0.15899999999999942</c:v>
              </c:pt>
              <c:pt idx="160">
                <c:v>0.16000000000000042</c:v>
              </c:pt>
              <c:pt idx="161">
                <c:v>0.16099999999999795</c:v>
              </c:pt>
              <c:pt idx="162">
                <c:v>0.16199999999999895</c:v>
              </c:pt>
              <c:pt idx="163">
                <c:v>0.16299999999999995</c:v>
              </c:pt>
              <c:pt idx="164">
                <c:v>0.16400000000000095</c:v>
              </c:pt>
              <c:pt idx="165">
                <c:v>0.16499999999999848</c:v>
              </c:pt>
              <c:pt idx="166">
                <c:v>0.16599999999999948</c:v>
              </c:pt>
              <c:pt idx="167">
                <c:v>0.16700000000000048</c:v>
              </c:pt>
              <c:pt idx="168">
                <c:v>0.16799999999999801</c:v>
              </c:pt>
              <c:pt idx="169">
                <c:v>0.16899999999999901</c:v>
              </c:pt>
              <c:pt idx="170">
                <c:v>0.17</c:v>
              </c:pt>
              <c:pt idx="171">
                <c:v>0.17100000000000101</c:v>
              </c:pt>
              <c:pt idx="172">
                <c:v>0.17199999999999854</c:v>
              </c:pt>
              <c:pt idx="173">
                <c:v>0.17299999999999954</c:v>
              </c:pt>
              <c:pt idx="174">
                <c:v>0.17400000000000054</c:v>
              </c:pt>
              <c:pt idx="175">
                <c:v>0.17499999999999807</c:v>
              </c:pt>
              <c:pt idx="176">
                <c:v>0.17599999999999907</c:v>
              </c:pt>
              <c:pt idx="177">
                <c:v>0.17700000000000007</c:v>
              </c:pt>
              <c:pt idx="178">
                <c:v>0.17800000000000107</c:v>
              </c:pt>
              <c:pt idx="179">
                <c:v>0.1789999999999986</c:v>
              </c:pt>
              <c:pt idx="180">
                <c:v>0.1799999999999996</c:v>
              </c:pt>
              <c:pt idx="181">
                <c:v>0.1810000000000006</c:v>
              </c:pt>
              <c:pt idx="182">
                <c:v>0.18199999999999814</c:v>
              </c:pt>
              <c:pt idx="183">
                <c:v>0.18299999999999914</c:v>
              </c:pt>
              <c:pt idx="184">
                <c:v>0.18400000000000014</c:v>
              </c:pt>
              <c:pt idx="185">
                <c:v>0.18500000000000114</c:v>
              </c:pt>
              <c:pt idx="186">
                <c:v>0.18599999999999867</c:v>
              </c:pt>
              <c:pt idx="187">
                <c:v>0.18699999999999967</c:v>
              </c:pt>
              <c:pt idx="188">
                <c:v>0.18800000000000067</c:v>
              </c:pt>
              <c:pt idx="189">
                <c:v>0.1889999999999982</c:v>
              </c:pt>
              <c:pt idx="190">
                <c:v>0.1899999999999992</c:v>
              </c:pt>
              <c:pt idx="191">
                <c:v>0.1910000000000002</c:v>
              </c:pt>
              <c:pt idx="192">
                <c:v>0.1920000000000012</c:v>
              </c:pt>
              <c:pt idx="193">
                <c:v>0.19299999999999873</c:v>
              </c:pt>
              <c:pt idx="194">
                <c:v>0.19399999999999973</c:v>
              </c:pt>
              <c:pt idx="195">
                <c:v>0.19500000000000073</c:v>
              </c:pt>
              <c:pt idx="196">
                <c:v>0.19599999999999826</c:v>
              </c:pt>
              <c:pt idx="197">
                <c:v>0.19699999999999926</c:v>
              </c:pt>
              <c:pt idx="198">
                <c:v>0.19800000000000026</c:v>
              </c:pt>
              <c:pt idx="199">
                <c:v>0.19900000000000126</c:v>
              </c:pt>
              <c:pt idx="200">
                <c:v>0.19999999999999879</c:v>
              </c:pt>
              <c:pt idx="201">
                <c:v>0.20099999999999979</c:v>
              </c:pt>
              <c:pt idx="202">
                <c:v>0.20200000000000079</c:v>
              </c:pt>
              <c:pt idx="203">
                <c:v>0.20299999999999832</c:v>
              </c:pt>
              <c:pt idx="204">
                <c:v>0.20399999999999932</c:v>
              </c:pt>
              <c:pt idx="205">
                <c:v>0.20500000000000032</c:v>
              </c:pt>
              <c:pt idx="206">
                <c:v>0.20600000000000132</c:v>
              </c:pt>
              <c:pt idx="207">
                <c:v>0.20699999999999885</c:v>
              </c:pt>
              <c:pt idx="208">
                <c:v>0.20799999999999985</c:v>
              </c:pt>
              <c:pt idx="209">
                <c:v>0.20900000000000085</c:v>
              </c:pt>
              <c:pt idx="210">
                <c:v>0.20999999999999838</c:v>
              </c:pt>
              <c:pt idx="211">
                <c:v>0.21099999999999938</c:v>
              </c:pt>
              <c:pt idx="212">
                <c:v>0.21200000000000038</c:v>
              </c:pt>
              <c:pt idx="213">
                <c:v>0.21299999999999791</c:v>
              </c:pt>
              <c:pt idx="214">
                <c:v>0.21399999999999891</c:v>
              </c:pt>
              <c:pt idx="215">
                <c:v>0.21499999999999991</c:v>
              </c:pt>
              <c:pt idx="216">
                <c:v>0.21600000000000091</c:v>
              </c:pt>
              <c:pt idx="217">
                <c:v>0.21699999999999844</c:v>
              </c:pt>
              <c:pt idx="218">
                <c:v>0.21799999999999944</c:v>
              </c:pt>
              <c:pt idx="219">
                <c:v>0.21900000000000044</c:v>
              </c:pt>
              <c:pt idx="220">
                <c:v>0.21999999999999797</c:v>
              </c:pt>
              <c:pt idx="221">
                <c:v>0.22099999999999898</c:v>
              </c:pt>
              <c:pt idx="222">
                <c:v>0.22199999999999998</c:v>
              </c:pt>
              <c:pt idx="223">
                <c:v>0.22300000000000098</c:v>
              </c:pt>
              <c:pt idx="224">
                <c:v>0.22399999999999851</c:v>
              </c:pt>
              <c:pt idx="225">
                <c:v>0.22499999999999951</c:v>
              </c:pt>
              <c:pt idx="226">
                <c:v>0.22600000000000051</c:v>
              </c:pt>
              <c:pt idx="227">
                <c:v>0.22699999999999804</c:v>
              </c:pt>
              <c:pt idx="228">
                <c:v>0.22799999999999904</c:v>
              </c:pt>
              <c:pt idx="229">
                <c:v>0.22900000000000004</c:v>
              </c:pt>
              <c:pt idx="230">
                <c:v>0.23000000000000104</c:v>
              </c:pt>
              <c:pt idx="231">
                <c:v>0.23099999999999857</c:v>
              </c:pt>
              <c:pt idx="232">
                <c:v>0.23199999999999957</c:v>
              </c:pt>
              <c:pt idx="233">
                <c:v>0.23300000000000057</c:v>
              </c:pt>
              <c:pt idx="234">
                <c:v>0.2339999999999981</c:v>
              </c:pt>
              <c:pt idx="235">
                <c:v>0.2349999999999991</c:v>
              </c:pt>
              <c:pt idx="236">
                <c:v>0.2360000000000001</c:v>
              </c:pt>
              <c:pt idx="237">
                <c:v>0.2370000000000011</c:v>
              </c:pt>
              <c:pt idx="238">
                <c:v>0.23799999999999863</c:v>
              </c:pt>
              <c:pt idx="239">
                <c:v>0.23899999999999963</c:v>
              </c:pt>
              <c:pt idx="240">
                <c:v>0.24000000000000063</c:v>
              </c:pt>
              <c:pt idx="241">
                <c:v>0.24099999999999816</c:v>
              </c:pt>
              <c:pt idx="242">
                <c:v>0.24199999999999916</c:v>
              </c:pt>
              <c:pt idx="243">
                <c:v>0.24300000000000016</c:v>
              </c:pt>
              <c:pt idx="244">
                <c:v>0.24400000000000116</c:v>
              </c:pt>
              <c:pt idx="245">
                <c:v>0.24499999999999869</c:v>
              </c:pt>
              <c:pt idx="246">
                <c:v>0.24599999999999969</c:v>
              </c:pt>
              <c:pt idx="247">
                <c:v>0.24700000000000069</c:v>
              </c:pt>
              <c:pt idx="248">
                <c:v>0.24799999999999822</c:v>
              </c:pt>
              <c:pt idx="249">
                <c:v>0.24899999999999922</c:v>
              </c:pt>
              <c:pt idx="250">
                <c:v>0.25000000000000022</c:v>
              </c:pt>
              <c:pt idx="251">
                <c:v>0.25100000000000122</c:v>
              </c:pt>
              <c:pt idx="252">
                <c:v>0.25199999999999878</c:v>
              </c:pt>
              <c:pt idx="253">
                <c:v>0.25299999999999978</c:v>
              </c:pt>
              <c:pt idx="254">
                <c:v>0.25400000000000078</c:v>
              </c:pt>
              <c:pt idx="255">
                <c:v>0.25499999999999828</c:v>
              </c:pt>
              <c:pt idx="256">
                <c:v>0.25599999999999928</c:v>
              </c:pt>
              <c:pt idx="257">
                <c:v>0.25700000000000028</c:v>
              </c:pt>
              <c:pt idx="258">
                <c:v>0.25800000000000128</c:v>
              </c:pt>
              <c:pt idx="259">
                <c:v>0.25899999999999879</c:v>
              </c:pt>
              <c:pt idx="260">
                <c:v>0.25999999999999979</c:v>
              </c:pt>
              <c:pt idx="261">
                <c:v>0.26100000000000079</c:v>
              </c:pt>
              <c:pt idx="262">
                <c:v>0.26199999999999835</c:v>
              </c:pt>
              <c:pt idx="263">
                <c:v>0.26299999999999935</c:v>
              </c:pt>
              <c:pt idx="264">
                <c:v>0.26400000000000035</c:v>
              </c:pt>
              <c:pt idx="265">
                <c:v>0.2649999999999979</c:v>
              </c:pt>
              <c:pt idx="266">
                <c:v>0.2659999999999989</c:v>
              </c:pt>
              <c:pt idx="267">
                <c:v>0.2669999999999999</c:v>
              </c:pt>
              <c:pt idx="268">
                <c:v>0.2680000000000009</c:v>
              </c:pt>
              <c:pt idx="269">
                <c:v>0.26899999999999841</c:v>
              </c:pt>
              <c:pt idx="270">
                <c:v>0.26999999999999941</c:v>
              </c:pt>
              <c:pt idx="271">
                <c:v>0.27100000000000041</c:v>
              </c:pt>
              <c:pt idx="272">
                <c:v>0.27199999999999791</c:v>
              </c:pt>
              <c:pt idx="273">
                <c:v>0.27299999999999891</c:v>
              </c:pt>
              <c:pt idx="274">
                <c:v>0.27399999999999991</c:v>
              </c:pt>
              <c:pt idx="275">
                <c:v>0.27500000000000091</c:v>
              </c:pt>
              <c:pt idx="276">
                <c:v>0.27599999999999847</c:v>
              </c:pt>
              <c:pt idx="277">
                <c:v>0.27699999999999947</c:v>
              </c:pt>
              <c:pt idx="278">
                <c:v>0.27800000000000047</c:v>
              </c:pt>
              <c:pt idx="279">
                <c:v>0.27899999999999803</c:v>
              </c:pt>
              <c:pt idx="280">
                <c:v>0.27999999999999903</c:v>
              </c:pt>
              <c:pt idx="281">
                <c:v>0.28100000000000003</c:v>
              </c:pt>
              <c:pt idx="282">
                <c:v>0.28200000000000103</c:v>
              </c:pt>
              <c:pt idx="283">
                <c:v>0.28299999999999853</c:v>
              </c:pt>
              <c:pt idx="284">
                <c:v>0.28399999999999953</c:v>
              </c:pt>
              <c:pt idx="285">
                <c:v>0.28500000000000053</c:v>
              </c:pt>
              <c:pt idx="286">
                <c:v>0.28599999999999803</c:v>
              </c:pt>
              <c:pt idx="287">
                <c:v>0.28699999999999903</c:v>
              </c:pt>
              <c:pt idx="288">
                <c:v>0.28800000000000003</c:v>
              </c:pt>
              <c:pt idx="289">
                <c:v>0.28900000000000103</c:v>
              </c:pt>
              <c:pt idx="290">
                <c:v>0.28999999999999859</c:v>
              </c:pt>
              <c:pt idx="291">
                <c:v>0.29099999999999959</c:v>
              </c:pt>
              <c:pt idx="292">
                <c:v>0.29200000000000059</c:v>
              </c:pt>
              <c:pt idx="293">
                <c:v>0.29299999999999815</c:v>
              </c:pt>
              <c:pt idx="294">
                <c:v>0.29399999999999915</c:v>
              </c:pt>
              <c:pt idx="295">
                <c:v>0.29500000000000015</c:v>
              </c:pt>
              <c:pt idx="296">
                <c:v>0.29600000000000115</c:v>
              </c:pt>
              <c:pt idx="297">
                <c:v>0.29699999999999865</c:v>
              </c:pt>
              <c:pt idx="298">
                <c:v>0.29799999999999965</c:v>
              </c:pt>
              <c:pt idx="299">
                <c:v>0.29900000000000065</c:v>
              </c:pt>
              <c:pt idx="300">
                <c:v>0.29999999999999816</c:v>
              </c:pt>
              <c:pt idx="301">
                <c:v>0.30099999999999916</c:v>
              </c:pt>
              <c:pt idx="302">
                <c:v>0.30200000000000016</c:v>
              </c:pt>
              <c:pt idx="303">
                <c:v>0.30300000000000116</c:v>
              </c:pt>
              <c:pt idx="304">
                <c:v>0.30399999999999872</c:v>
              </c:pt>
              <c:pt idx="305">
                <c:v>0.30499999999999972</c:v>
              </c:pt>
              <c:pt idx="306">
                <c:v>0.30600000000000072</c:v>
              </c:pt>
              <c:pt idx="307">
                <c:v>0.30699999999999827</c:v>
              </c:pt>
              <c:pt idx="308">
                <c:v>0.30799999999999927</c:v>
              </c:pt>
              <c:pt idx="309">
                <c:v>0.30900000000000027</c:v>
              </c:pt>
              <c:pt idx="310">
                <c:v>0.31000000000000127</c:v>
              </c:pt>
              <c:pt idx="311">
                <c:v>0.31099999999999878</c:v>
              </c:pt>
              <c:pt idx="312">
                <c:v>0.31199999999999978</c:v>
              </c:pt>
              <c:pt idx="313">
                <c:v>0.31300000000000078</c:v>
              </c:pt>
              <c:pt idx="314">
                <c:v>0.31399999999999828</c:v>
              </c:pt>
              <c:pt idx="315">
                <c:v>0.31499999999999928</c:v>
              </c:pt>
              <c:pt idx="316">
                <c:v>0.31600000000000028</c:v>
              </c:pt>
              <c:pt idx="317">
                <c:v>0.31700000000000128</c:v>
              </c:pt>
              <c:pt idx="318">
                <c:v>0.31799999999999884</c:v>
              </c:pt>
              <c:pt idx="319">
                <c:v>0.31899999999999984</c:v>
              </c:pt>
              <c:pt idx="320">
                <c:v>0.32000000000000084</c:v>
              </c:pt>
              <c:pt idx="321">
                <c:v>0.3209999999999984</c:v>
              </c:pt>
              <c:pt idx="322">
                <c:v>0.3219999999999994</c:v>
              </c:pt>
              <c:pt idx="323">
                <c:v>0.3230000000000004</c:v>
              </c:pt>
              <c:pt idx="324">
                <c:v>0.3239999999999979</c:v>
              </c:pt>
              <c:pt idx="325">
                <c:v>0.3249999999999989</c:v>
              </c:pt>
              <c:pt idx="326">
                <c:v>0.3259999999999999</c:v>
              </c:pt>
              <c:pt idx="327">
                <c:v>0.3270000000000009</c:v>
              </c:pt>
              <c:pt idx="328">
                <c:v>0.3279999999999984</c:v>
              </c:pt>
              <c:pt idx="329">
                <c:v>0.3289999999999994</c:v>
              </c:pt>
              <c:pt idx="330">
                <c:v>0.3300000000000004</c:v>
              </c:pt>
              <c:pt idx="331">
                <c:v>0.33099999999999796</c:v>
              </c:pt>
              <c:pt idx="332">
                <c:v>0.33199999999999896</c:v>
              </c:pt>
              <c:pt idx="333">
                <c:v>0.33299999999999996</c:v>
              </c:pt>
              <c:pt idx="334">
                <c:v>0.33400000000000096</c:v>
              </c:pt>
              <c:pt idx="335">
                <c:v>0.33499999999999852</c:v>
              </c:pt>
              <c:pt idx="336">
                <c:v>0.33599999999999952</c:v>
              </c:pt>
              <c:pt idx="337">
                <c:v>0.33700000000000052</c:v>
              </c:pt>
              <c:pt idx="338">
                <c:v>0.33799999999999802</c:v>
              </c:pt>
              <c:pt idx="339">
                <c:v>0.33899999999999902</c:v>
              </c:pt>
              <c:pt idx="340">
                <c:v>0.34</c:v>
              </c:pt>
              <c:pt idx="341">
                <c:v>0.34100000000000102</c:v>
              </c:pt>
              <c:pt idx="342">
                <c:v>0.34199999999999853</c:v>
              </c:pt>
              <c:pt idx="343">
                <c:v>0.34299999999999953</c:v>
              </c:pt>
              <c:pt idx="344">
                <c:v>0.34400000000000053</c:v>
              </c:pt>
              <c:pt idx="345">
                <c:v>0.34499999999999809</c:v>
              </c:pt>
              <c:pt idx="346">
                <c:v>0.34599999999999909</c:v>
              </c:pt>
              <c:pt idx="347">
                <c:v>0.34700000000000009</c:v>
              </c:pt>
              <c:pt idx="348">
                <c:v>0.34800000000000109</c:v>
              </c:pt>
              <c:pt idx="349">
                <c:v>0.34899999999999864</c:v>
              </c:pt>
              <c:pt idx="350">
                <c:v>0.34999999999999964</c:v>
              </c:pt>
              <c:pt idx="351">
                <c:v>0.35100000000000064</c:v>
              </c:pt>
              <c:pt idx="352">
                <c:v>0.35199999999999815</c:v>
              </c:pt>
              <c:pt idx="353">
                <c:v>0.35299999999999915</c:v>
              </c:pt>
              <c:pt idx="354">
                <c:v>0.35400000000000015</c:v>
              </c:pt>
              <c:pt idx="355">
                <c:v>0.35500000000000115</c:v>
              </c:pt>
              <c:pt idx="356">
                <c:v>0.35599999999999865</c:v>
              </c:pt>
              <c:pt idx="357">
                <c:v>0.35699999999999965</c:v>
              </c:pt>
              <c:pt idx="358">
                <c:v>0.35800000000000065</c:v>
              </c:pt>
              <c:pt idx="359">
                <c:v>0.35899999999999821</c:v>
              </c:pt>
              <c:pt idx="360">
                <c:v>0.35999999999999921</c:v>
              </c:pt>
              <c:pt idx="361">
                <c:v>0.36100000000000021</c:v>
              </c:pt>
              <c:pt idx="362">
                <c:v>0.36200000000000121</c:v>
              </c:pt>
              <c:pt idx="363">
                <c:v>0.36299999999999877</c:v>
              </c:pt>
              <c:pt idx="364">
                <c:v>0.36399999999999977</c:v>
              </c:pt>
              <c:pt idx="365">
                <c:v>0.36500000000000077</c:v>
              </c:pt>
              <c:pt idx="366">
                <c:v>0.36599999999999827</c:v>
              </c:pt>
              <c:pt idx="367">
                <c:v>0.36699999999999927</c:v>
              </c:pt>
              <c:pt idx="368">
                <c:v>0.36800000000000027</c:v>
              </c:pt>
              <c:pt idx="369">
                <c:v>0.36900000000000127</c:v>
              </c:pt>
              <c:pt idx="370">
                <c:v>0.36999999999999877</c:v>
              </c:pt>
              <c:pt idx="371">
                <c:v>0.37099999999999977</c:v>
              </c:pt>
              <c:pt idx="372">
                <c:v>0.37200000000000077</c:v>
              </c:pt>
              <c:pt idx="373">
                <c:v>0.37299999999999833</c:v>
              </c:pt>
              <c:pt idx="374">
                <c:v>0.37399999999999933</c:v>
              </c:pt>
              <c:pt idx="375">
                <c:v>0.37500000000000033</c:v>
              </c:pt>
              <c:pt idx="376">
                <c:v>0.37600000000000133</c:v>
              </c:pt>
              <c:pt idx="377">
                <c:v>0.37699999999999889</c:v>
              </c:pt>
              <c:pt idx="378">
                <c:v>0.37799999999999989</c:v>
              </c:pt>
              <c:pt idx="379">
                <c:v>0.37900000000000089</c:v>
              </c:pt>
              <c:pt idx="380">
                <c:v>0.37999999999999839</c:v>
              </c:pt>
              <c:pt idx="381">
                <c:v>0.38099999999999939</c:v>
              </c:pt>
              <c:pt idx="382">
                <c:v>0.38200000000000039</c:v>
              </c:pt>
              <c:pt idx="383">
                <c:v>0.3829999999999979</c:v>
              </c:pt>
              <c:pt idx="384">
                <c:v>0.3839999999999989</c:v>
              </c:pt>
              <c:pt idx="385">
                <c:v>0.3849999999999999</c:v>
              </c:pt>
              <c:pt idx="386">
                <c:v>0.3860000000000009</c:v>
              </c:pt>
              <c:pt idx="387">
                <c:v>0.38699999999999846</c:v>
              </c:pt>
              <c:pt idx="388">
                <c:v>0.38799999999999946</c:v>
              </c:pt>
              <c:pt idx="389">
                <c:v>0.38900000000000046</c:v>
              </c:pt>
              <c:pt idx="390">
                <c:v>0.38999999999999801</c:v>
              </c:pt>
              <c:pt idx="391">
                <c:v>0.39099999999999902</c:v>
              </c:pt>
              <c:pt idx="392">
                <c:v>0.39200000000000002</c:v>
              </c:pt>
              <c:pt idx="393">
                <c:v>0.39300000000000102</c:v>
              </c:pt>
              <c:pt idx="394">
                <c:v>0.39399999999999852</c:v>
              </c:pt>
              <c:pt idx="395">
                <c:v>0.39499999999999952</c:v>
              </c:pt>
              <c:pt idx="396">
                <c:v>0.39600000000000052</c:v>
              </c:pt>
              <c:pt idx="397">
                <c:v>0.39699999999999802</c:v>
              </c:pt>
              <c:pt idx="398">
                <c:v>0.39799999999999902</c:v>
              </c:pt>
              <c:pt idx="399">
                <c:v>0.39900000000000002</c:v>
              </c:pt>
              <c:pt idx="400">
                <c:v>0.40000000000000102</c:v>
              </c:pt>
              <c:pt idx="401">
                <c:v>0.40099999999999858</c:v>
              </c:pt>
              <c:pt idx="402">
                <c:v>0.40199999999999958</c:v>
              </c:pt>
              <c:pt idx="403">
                <c:v>0.40300000000000058</c:v>
              </c:pt>
              <c:pt idx="404">
                <c:v>0.40399999999999814</c:v>
              </c:pt>
              <c:pt idx="405">
                <c:v>0.40499999999999914</c:v>
              </c:pt>
              <c:pt idx="406">
                <c:v>0.40600000000000014</c:v>
              </c:pt>
              <c:pt idx="407">
                <c:v>0.40700000000000114</c:v>
              </c:pt>
              <c:pt idx="408">
                <c:v>0.40799999999999864</c:v>
              </c:pt>
              <c:pt idx="409">
                <c:v>0.40899999999999964</c:v>
              </c:pt>
              <c:pt idx="410">
                <c:v>0.41000000000000064</c:v>
              </c:pt>
              <c:pt idx="411">
                <c:v>0.41099999999999814</c:v>
              </c:pt>
              <c:pt idx="412">
                <c:v>0.41199999999999914</c:v>
              </c:pt>
              <c:pt idx="413">
                <c:v>0.41300000000000014</c:v>
              </c:pt>
              <c:pt idx="414">
                <c:v>0.41400000000000114</c:v>
              </c:pt>
              <c:pt idx="415">
                <c:v>0.4149999999999987</c:v>
              </c:pt>
              <c:pt idx="416">
                <c:v>0.4159999999999997</c:v>
              </c:pt>
              <c:pt idx="417">
                <c:v>0.4170000000000007</c:v>
              </c:pt>
              <c:pt idx="418">
                <c:v>0.41799999999999826</c:v>
              </c:pt>
              <c:pt idx="419">
                <c:v>0.41899999999999926</c:v>
              </c:pt>
              <c:pt idx="420">
                <c:v>0.42000000000000026</c:v>
              </c:pt>
              <c:pt idx="421">
                <c:v>0.42100000000000126</c:v>
              </c:pt>
              <c:pt idx="422">
                <c:v>0.42199999999999876</c:v>
              </c:pt>
              <c:pt idx="423">
                <c:v>0.42299999999999977</c:v>
              </c:pt>
              <c:pt idx="424">
                <c:v>0.42400000000000077</c:v>
              </c:pt>
              <c:pt idx="425">
                <c:v>0.42499999999999827</c:v>
              </c:pt>
              <c:pt idx="426">
                <c:v>0.42599999999999927</c:v>
              </c:pt>
              <c:pt idx="427">
                <c:v>0.42700000000000027</c:v>
              </c:pt>
              <c:pt idx="428">
                <c:v>0.42800000000000127</c:v>
              </c:pt>
              <c:pt idx="429">
                <c:v>0.42899999999999883</c:v>
              </c:pt>
              <c:pt idx="430">
                <c:v>0.42999999999999983</c:v>
              </c:pt>
              <c:pt idx="431">
                <c:v>0.43100000000000083</c:v>
              </c:pt>
              <c:pt idx="432">
                <c:v>0.43199999999999839</c:v>
              </c:pt>
              <c:pt idx="433">
                <c:v>0.43299999999999939</c:v>
              </c:pt>
              <c:pt idx="434">
                <c:v>0.43400000000000039</c:v>
              </c:pt>
              <c:pt idx="435">
                <c:v>0.43499999999999789</c:v>
              </c:pt>
              <c:pt idx="436">
                <c:v>0.43599999999999889</c:v>
              </c:pt>
              <c:pt idx="437">
                <c:v>0.43699999999999989</c:v>
              </c:pt>
              <c:pt idx="438">
                <c:v>0.43800000000000089</c:v>
              </c:pt>
              <c:pt idx="439">
                <c:v>0.43899999999999839</c:v>
              </c:pt>
              <c:pt idx="440">
                <c:v>0.43999999999999939</c:v>
              </c:pt>
              <c:pt idx="441">
                <c:v>0.44100000000000039</c:v>
              </c:pt>
              <c:pt idx="442">
                <c:v>0.44199999999999795</c:v>
              </c:pt>
              <c:pt idx="443">
                <c:v>0.44299999999999895</c:v>
              </c:pt>
              <c:pt idx="444">
                <c:v>0.44399999999999995</c:v>
              </c:pt>
              <c:pt idx="445">
                <c:v>0.44500000000000095</c:v>
              </c:pt>
              <c:pt idx="446">
                <c:v>0.44599999999999851</c:v>
              </c:pt>
              <c:pt idx="447">
                <c:v>0.44699999999999951</c:v>
              </c:pt>
              <c:pt idx="448">
                <c:v>0.44800000000000051</c:v>
              </c:pt>
              <c:pt idx="449">
                <c:v>0.44899999999999801</c:v>
              </c:pt>
              <c:pt idx="450">
                <c:v>0.44999999999999901</c:v>
              </c:pt>
              <c:pt idx="451">
                <c:v>0.45100000000000001</c:v>
              </c:pt>
              <c:pt idx="452">
                <c:v>0.45200000000000101</c:v>
              </c:pt>
              <c:pt idx="453">
                <c:v>0.45299999999999851</c:v>
              </c:pt>
              <c:pt idx="454">
                <c:v>0.45399999999999952</c:v>
              </c:pt>
              <c:pt idx="455">
                <c:v>0.45500000000000052</c:v>
              </c:pt>
              <c:pt idx="456">
                <c:v>0.45599999999999807</c:v>
              </c:pt>
              <c:pt idx="457">
                <c:v>0.45699999999999907</c:v>
              </c:pt>
              <c:pt idx="458">
                <c:v>0.45800000000000007</c:v>
              </c:pt>
              <c:pt idx="459">
                <c:v>0.45900000000000107</c:v>
              </c:pt>
              <c:pt idx="460">
                <c:v>0.45999999999999863</c:v>
              </c:pt>
              <c:pt idx="461">
                <c:v>0.46099999999999963</c:v>
              </c:pt>
              <c:pt idx="462">
                <c:v>0.46200000000000063</c:v>
              </c:pt>
              <c:pt idx="463">
                <c:v>0.46299999999999814</c:v>
              </c:pt>
              <c:pt idx="464">
                <c:v>0.46399999999999914</c:v>
              </c:pt>
              <c:pt idx="465">
                <c:v>0.46500000000000014</c:v>
              </c:pt>
              <c:pt idx="466">
                <c:v>0.46600000000000114</c:v>
              </c:pt>
              <c:pt idx="467">
                <c:v>0.46699999999999864</c:v>
              </c:pt>
              <c:pt idx="468">
                <c:v>0.46799999999999964</c:v>
              </c:pt>
              <c:pt idx="469">
                <c:v>0.46900000000000064</c:v>
              </c:pt>
              <c:pt idx="470">
                <c:v>0.4699999999999982</c:v>
              </c:pt>
              <c:pt idx="471">
                <c:v>0.4709999999999992</c:v>
              </c:pt>
              <c:pt idx="472">
                <c:v>0.4720000000000002</c:v>
              </c:pt>
              <c:pt idx="473">
                <c:v>0.4730000000000012</c:v>
              </c:pt>
              <c:pt idx="474">
                <c:v>0.47399999999999876</c:v>
              </c:pt>
              <c:pt idx="475">
                <c:v>0.47499999999999976</c:v>
              </c:pt>
              <c:pt idx="476">
                <c:v>0.47600000000000076</c:v>
              </c:pt>
              <c:pt idx="477">
                <c:v>0.47699999999999826</c:v>
              </c:pt>
              <c:pt idx="478">
                <c:v>0.47799999999999926</c:v>
              </c:pt>
              <c:pt idx="479">
                <c:v>0.47900000000000026</c:v>
              </c:pt>
              <c:pt idx="480">
                <c:v>0.48000000000000126</c:v>
              </c:pt>
              <c:pt idx="481">
                <c:v>0.48099999999999876</c:v>
              </c:pt>
              <c:pt idx="482">
                <c:v>0.48199999999999976</c:v>
              </c:pt>
              <c:pt idx="483">
                <c:v>0.48300000000000076</c:v>
              </c:pt>
              <c:pt idx="484">
                <c:v>0.48399999999999832</c:v>
              </c:pt>
              <c:pt idx="485">
                <c:v>0.48499999999999932</c:v>
              </c:pt>
              <c:pt idx="486">
                <c:v>0.48600000000000032</c:v>
              </c:pt>
              <c:pt idx="487">
                <c:v>0.48700000000000132</c:v>
              </c:pt>
              <c:pt idx="488">
                <c:v>0.48799999999999888</c:v>
              </c:pt>
              <c:pt idx="489">
                <c:v>0.48899999999999988</c:v>
              </c:pt>
              <c:pt idx="490">
                <c:v>0.49000000000000088</c:v>
              </c:pt>
              <c:pt idx="491">
                <c:v>0.49099999999999838</c:v>
              </c:pt>
              <c:pt idx="492">
                <c:v>0.49199999999999938</c:v>
              </c:pt>
              <c:pt idx="493">
                <c:v>0.49300000000000038</c:v>
              </c:pt>
              <c:pt idx="494">
                <c:v>0.49399999999999789</c:v>
              </c:pt>
              <c:pt idx="495">
                <c:v>0.49499999999999889</c:v>
              </c:pt>
              <c:pt idx="496">
                <c:v>0.49599999999999989</c:v>
              </c:pt>
              <c:pt idx="497">
                <c:v>0.49700000000000089</c:v>
              </c:pt>
              <c:pt idx="498">
                <c:v>0.49799999999999844</c:v>
              </c:pt>
              <c:pt idx="499">
                <c:v>0.49899999999999944</c:v>
              </c:pt>
              <c:pt idx="500">
                <c:v>0.50000000000000044</c:v>
              </c:pt>
              <c:pt idx="501">
                <c:v>0.500999999999998</c:v>
              </c:pt>
              <c:pt idx="502">
                <c:v>0.501999999999999</c:v>
              </c:pt>
              <c:pt idx="503">
                <c:v>0.503</c:v>
              </c:pt>
              <c:pt idx="504">
                <c:v>0.504000000000001</c:v>
              </c:pt>
              <c:pt idx="505">
                <c:v>0.50499999999999856</c:v>
              </c:pt>
              <c:pt idx="506">
                <c:v>0.50599999999999956</c:v>
              </c:pt>
              <c:pt idx="507">
                <c:v>0.50700000000000056</c:v>
              </c:pt>
              <c:pt idx="508">
                <c:v>0.50799999999999801</c:v>
              </c:pt>
              <c:pt idx="509">
                <c:v>0.50899999999999901</c:v>
              </c:pt>
              <c:pt idx="510">
                <c:v>0.51</c:v>
              </c:pt>
              <c:pt idx="511">
                <c:v>0.51100000000000101</c:v>
              </c:pt>
              <c:pt idx="512">
                <c:v>0.51199999999999857</c:v>
              </c:pt>
              <c:pt idx="513">
                <c:v>0.51299999999999957</c:v>
              </c:pt>
              <c:pt idx="514">
                <c:v>0.51400000000000057</c:v>
              </c:pt>
              <c:pt idx="515">
                <c:v>0.51499999999999813</c:v>
              </c:pt>
              <c:pt idx="516">
                <c:v>0.51599999999999913</c:v>
              </c:pt>
              <c:pt idx="517">
                <c:v>0.51700000000000013</c:v>
              </c:pt>
              <c:pt idx="518">
                <c:v>0.51800000000000113</c:v>
              </c:pt>
              <c:pt idx="519">
                <c:v>0.51899999999999857</c:v>
              </c:pt>
              <c:pt idx="520">
                <c:v>0.51999999999999957</c:v>
              </c:pt>
              <c:pt idx="521">
                <c:v>0.52100000000000057</c:v>
              </c:pt>
              <c:pt idx="522">
                <c:v>0.52199999999999813</c:v>
              </c:pt>
              <c:pt idx="523">
                <c:v>0.52299999999999913</c:v>
              </c:pt>
              <c:pt idx="524">
                <c:v>0.52400000000000013</c:v>
              </c:pt>
              <c:pt idx="525">
                <c:v>0.52500000000000113</c:v>
              </c:pt>
              <c:pt idx="526">
                <c:v>0.52599999999999869</c:v>
              </c:pt>
              <c:pt idx="527">
                <c:v>0.52699999999999969</c:v>
              </c:pt>
              <c:pt idx="528">
                <c:v>0.52800000000000069</c:v>
              </c:pt>
              <c:pt idx="529">
                <c:v>0.52899999999999825</c:v>
              </c:pt>
              <c:pt idx="530">
                <c:v>0.52999999999999925</c:v>
              </c:pt>
              <c:pt idx="531">
                <c:v>0.53100000000000025</c:v>
              </c:pt>
              <c:pt idx="532">
                <c:v>0.53200000000000125</c:v>
              </c:pt>
              <c:pt idx="533">
                <c:v>0.53299999999999881</c:v>
              </c:pt>
              <c:pt idx="534">
                <c:v>0.53399999999999981</c:v>
              </c:pt>
              <c:pt idx="535">
                <c:v>0.53500000000000081</c:v>
              </c:pt>
              <c:pt idx="536">
                <c:v>0.53599999999999826</c:v>
              </c:pt>
              <c:pt idx="537">
                <c:v>0.53699999999999926</c:v>
              </c:pt>
              <c:pt idx="538">
                <c:v>0.53800000000000026</c:v>
              </c:pt>
              <c:pt idx="539">
                <c:v>0.53900000000000126</c:v>
              </c:pt>
              <c:pt idx="540">
                <c:v>0.53999999999999881</c:v>
              </c:pt>
              <c:pt idx="541">
                <c:v>0.54099999999999981</c:v>
              </c:pt>
              <c:pt idx="542">
                <c:v>0.54200000000000081</c:v>
              </c:pt>
              <c:pt idx="543">
                <c:v>0.54299999999999837</c:v>
              </c:pt>
              <c:pt idx="544">
                <c:v>0.54399999999999937</c:v>
              </c:pt>
              <c:pt idx="545">
                <c:v>0.54500000000000037</c:v>
              </c:pt>
              <c:pt idx="546">
                <c:v>0.54599999999999782</c:v>
              </c:pt>
              <c:pt idx="547">
                <c:v>0.54699999999999882</c:v>
              </c:pt>
              <c:pt idx="548">
                <c:v>0.54799999999999982</c:v>
              </c:pt>
              <c:pt idx="549">
                <c:v>0.54900000000000082</c:v>
              </c:pt>
              <c:pt idx="550">
                <c:v>0.54999999999999838</c:v>
              </c:pt>
              <c:pt idx="551">
                <c:v>0.55099999999999938</c:v>
              </c:pt>
              <c:pt idx="552">
                <c:v>0.55200000000000038</c:v>
              </c:pt>
              <c:pt idx="553">
                <c:v>0.55299999999999794</c:v>
              </c:pt>
              <c:pt idx="554">
                <c:v>0.55399999999999894</c:v>
              </c:pt>
              <c:pt idx="555">
                <c:v>0.55499999999999994</c:v>
              </c:pt>
              <c:pt idx="556">
                <c:v>0.55600000000000094</c:v>
              </c:pt>
              <c:pt idx="557">
                <c:v>0.5569999999999985</c:v>
              </c:pt>
              <c:pt idx="558">
                <c:v>0.5579999999999995</c:v>
              </c:pt>
              <c:pt idx="559">
                <c:v>0.5590000000000005</c:v>
              </c:pt>
              <c:pt idx="560">
                <c:v>0.55999999999999805</c:v>
              </c:pt>
              <c:pt idx="561">
                <c:v>0.56099999999999905</c:v>
              </c:pt>
              <c:pt idx="562">
                <c:v>0.56200000000000006</c:v>
              </c:pt>
              <c:pt idx="563">
                <c:v>0.56300000000000106</c:v>
              </c:pt>
              <c:pt idx="564">
                <c:v>0.5639999999999985</c:v>
              </c:pt>
              <c:pt idx="565">
                <c:v>0.5649999999999995</c:v>
              </c:pt>
              <c:pt idx="566">
                <c:v>0.5660000000000005</c:v>
              </c:pt>
              <c:pt idx="567">
                <c:v>0.56699999999999806</c:v>
              </c:pt>
              <c:pt idx="568">
                <c:v>0.56799999999999906</c:v>
              </c:pt>
              <c:pt idx="569">
                <c:v>0.56900000000000006</c:v>
              </c:pt>
              <c:pt idx="570">
                <c:v>0.57000000000000106</c:v>
              </c:pt>
              <c:pt idx="571">
                <c:v>0.57099999999999862</c:v>
              </c:pt>
              <c:pt idx="572">
                <c:v>0.57199999999999962</c:v>
              </c:pt>
              <c:pt idx="573">
                <c:v>0.57300000000000062</c:v>
              </c:pt>
              <c:pt idx="574">
                <c:v>0.57399999999999807</c:v>
              </c:pt>
              <c:pt idx="575">
                <c:v>0.57499999999999907</c:v>
              </c:pt>
              <c:pt idx="576">
                <c:v>0.57600000000000007</c:v>
              </c:pt>
              <c:pt idx="577">
                <c:v>0.57700000000000107</c:v>
              </c:pt>
              <c:pt idx="578">
                <c:v>0.57799999999999863</c:v>
              </c:pt>
              <c:pt idx="579">
                <c:v>0.57899999999999963</c:v>
              </c:pt>
              <c:pt idx="580">
                <c:v>0.58000000000000063</c:v>
              </c:pt>
              <c:pt idx="581">
                <c:v>0.58099999999999818</c:v>
              </c:pt>
              <c:pt idx="582">
                <c:v>0.58199999999999918</c:v>
              </c:pt>
              <c:pt idx="583">
                <c:v>0.58300000000000018</c:v>
              </c:pt>
              <c:pt idx="584">
                <c:v>0.58400000000000118</c:v>
              </c:pt>
              <c:pt idx="585">
                <c:v>0.58499999999999874</c:v>
              </c:pt>
              <c:pt idx="586">
                <c:v>0.58599999999999974</c:v>
              </c:pt>
              <c:pt idx="587">
                <c:v>0.58700000000000074</c:v>
              </c:pt>
              <c:pt idx="588">
                <c:v>0.5879999999999983</c:v>
              </c:pt>
              <c:pt idx="589">
                <c:v>0.5889999999999993</c:v>
              </c:pt>
              <c:pt idx="590">
                <c:v>0.5900000000000003</c:v>
              </c:pt>
              <c:pt idx="591">
                <c:v>0.5910000000000013</c:v>
              </c:pt>
              <c:pt idx="592">
                <c:v>0.59199999999999875</c:v>
              </c:pt>
              <c:pt idx="593">
                <c:v>0.59299999999999975</c:v>
              </c:pt>
              <c:pt idx="594">
                <c:v>0.59400000000000075</c:v>
              </c:pt>
              <c:pt idx="595">
                <c:v>0.59499999999999831</c:v>
              </c:pt>
              <c:pt idx="596">
                <c:v>0.59599999999999931</c:v>
              </c:pt>
              <c:pt idx="597">
                <c:v>0.59700000000000031</c:v>
              </c:pt>
              <c:pt idx="598">
                <c:v>0.59800000000000131</c:v>
              </c:pt>
              <c:pt idx="599">
                <c:v>0.59899999999999887</c:v>
              </c:pt>
              <c:pt idx="600">
                <c:v>0.59999999999999987</c:v>
              </c:pt>
            </c:numLit>
          </c:xVal>
          <c:yVal>
            <c:numLit>
              <c:formatCode>0.0</c:formatCode>
              <c:ptCount val="601"/>
              <c:pt idx="0">
                <c:v>-9.9953462113341201E-14</c:v>
              </c:pt>
              <c:pt idx="1">
                <c:v>3.14107590780726E-2</c:v>
              </c:pt>
              <c:pt idx="2">
                <c:v>6.2790519529188446E-2</c:v>
              </c:pt>
              <c:pt idx="3">
                <c:v>9.4108313318433723E-2</c:v>
              </c:pt>
              <c:pt idx="4">
                <c:v>0.12533323356426782</c:v>
              </c:pt>
              <c:pt idx="5">
                <c:v>0.15643446504012601</c:v>
              </c:pt>
              <c:pt idx="6">
                <c:v>0.18738131458566379</c:v>
              </c:pt>
              <c:pt idx="7">
                <c:v>0.21814324139652524</c:v>
              </c:pt>
              <c:pt idx="8">
                <c:v>0.24868988716488047</c:v>
              </c:pt>
              <c:pt idx="9">
                <c:v>0.27899110603918803</c:v>
              </c:pt>
              <c:pt idx="10">
                <c:v>0.30901699437484054</c:v>
              </c:pt>
              <c:pt idx="11">
                <c:v>0.33873792024522725</c:v>
              </c:pt>
              <c:pt idx="12">
                <c:v>0.36812455268455002</c:v>
              </c:pt>
              <c:pt idx="13">
                <c:v>0.39714789063469491</c:v>
              </c:pt>
              <c:pt idx="14">
                <c:v>0.42577929156502808</c:v>
              </c:pt>
              <c:pt idx="15">
                <c:v>0.45399049973954236</c:v>
              </c:pt>
              <c:pt idx="16">
                <c:v>0.48175367410165004</c:v>
              </c:pt>
              <c:pt idx="17">
                <c:v>0.50904141575034534</c:v>
              </c:pt>
              <c:pt idx="18">
                <c:v>0.53582679497900854</c:v>
              </c:pt>
              <c:pt idx="19">
                <c:v>0.56208337785208484</c:v>
              </c:pt>
              <c:pt idx="20">
                <c:v>0.58778525229237211</c:v>
              </c:pt>
              <c:pt idx="21">
                <c:v>0.61290705365291276</c:v>
              </c:pt>
              <c:pt idx="22">
                <c:v>0.63742398974866166</c:v>
              </c:pt>
              <c:pt idx="23">
                <c:v>0.66131186532357245</c:v>
              </c:pt>
              <c:pt idx="24">
                <c:v>0.68454710592864376</c:v>
              </c:pt>
              <c:pt idx="25">
                <c:v>0.70710678118653525</c:v>
              </c:pt>
              <c:pt idx="26">
                <c:v>0.72896862742135204</c:v>
              </c:pt>
              <c:pt idx="27">
                <c:v>0.75011106963043139</c:v>
              </c:pt>
              <c:pt idx="28">
                <c:v>0.77051324277579025</c:v>
              </c:pt>
              <c:pt idx="29">
                <c:v>0.7901550123757185</c:v>
              </c:pt>
              <c:pt idx="30">
                <c:v>0.80901699437486674</c:v>
              </c:pt>
              <c:pt idx="31">
                <c:v>0.82708057427450954</c:v>
              </c:pt>
              <c:pt idx="32">
                <c:v>0.84432792550198887</c:v>
              </c:pt>
              <c:pt idx="33">
                <c:v>0.86074202700388325</c:v>
              </c:pt>
              <c:pt idx="34">
                <c:v>0.87630668004382795</c:v>
              </c:pt>
              <c:pt idx="35">
                <c:v>0.89100652418835435</c:v>
              </c:pt>
              <c:pt idx="36">
                <c:v>0.90482705246602568</c:v>
              </c:pt>
              <c:pt idx="37">
                <c:v>0.91775462568395938</c:v>
              </c:pt>
              <c:pt idx="38">
                <c:v>0.92977648588824735</c:v>
              </c:pt>
              <c:pt idx="39">
                <c:v>0.94088076895423678</c:v>
              </c:pt>
              <c:pt idx="40">
                <c:v>0.95105651629510735</c:v>
              </c:pt>
              <c:pt idx="41">
                <c:v>0.96029368567691364</c:v>
              </c:pt>
              <c:pt idx="42">
                <c:v>0.96858316112861587</c:v>
              </c:pt>
              <c:pt idx="43">
                <c:v>0.9759167619387189</c:v>
              </c:pt>
              <c:pt idx="44">
                <c:v>0.98228725072867251</c:v>
              </c:pt>
              <c:pt idx="45">
                <c:v>0.987688340595131</c:v>
              </c:pt>
              <c:pt idx="46">
                <c:v>0.9921147013144781</c:v>
              </c:pt>
              <c:pt idx="47">
                <c:v>0.99556196460307356</c:v>
              </c:pt>
              <c:pt idx="48">
                <c:v>0.99802672842827012</c:v>
              </c:pt>
              <c:pt idx="49">
                <c:v>0.99950656036573227</c:v>
              </c:pt>
              <c:pt idx="50">
                <c:v>1</c:v>
              </c:pt>
              <c:pt idx="51">
                <c:v>0.99950656036573526</c:v>
              </c:pt>
              <c:pt idx="52">
                <c:v>0.99802672842827622</c:v>
              </c:pt>
              <c:pt idx="53">
                <c:v>0.99556196460308288</c:v>
              </c:pt>
              <c:pt idx="54">
                <c:v>0.9921147013144902</c:v>
              </c:pt>
              <c:pt idx="55">
                <c:v>0.98768834059514621</c:v>
              </c:pt>
              <c:pt idx="56">
                <c:v>0.98228725072869061</c:v>
              </c:pt>
              <c:pt idx="57">
                <c:v>0.97591676193876498</c:v>
              </c:pt>
              <c:pt idx="58">
                <c:v>0.96858316112863996</c:v>
              </c:pt>
              <c:pt idx="59">
                <c:v>0.96029368567694062</c:v>
              </c:pt>
              <c:pt idx="60">
                <c:v>0.95105651629517229</c:v>
              </c:pt>
              <c:pt idx="61">
                <c:v>0.94088076895426953</c:v>
              </c:pt>
              <c:pt idx="62">
                <c:v>0.9297764858882831</c:v>
              </c:pt>
              <c:pt idx="63">
                <c:v>0.91775462568399779</c:v>
              </c:pt>
              <c:pt idx="64">
                <c:v>0.90482705246606698</c:v>
              </c:pt>
              <c:pt idx="65">
                <c:v>0.89100652418839821</c:v>
              </c:pt>
              <c:pt idx="66">
                <c:v>0.87630668004387469</c:v>
              </c:pt>
              <c:pt idx="67">
                <c:v>0.86074202700393276</c:v>
              </c:pt>
              <c:pt idx="68">
                <c:v>0.84432792550204083</c:v>
              </c:pt>
              <c:pt idx="69">
                <c:v>0.82708057427456405</c:v>
              </c:pt>
              <c:pt idx="70">
                <c:v>0.80901699437499053</c:v>
              </c:pt>
              <c:pt idx="71">
                <c:v>0.7901550123757779</c:v>
              </c:pt>
              <c:pt idx="72">
                <c:v>0.77051324277585209</c:v>
              </c:pt>
              <c:pt idx="73">
                <c:v>0.75011106963049556</c:v>
              </c:pt>
              <c:pt idx="74">
                <c:v>0.72896862742141844</c:v>
              </c:pt>
              <c:pt idx="75">
                <c:v>0.70710678118660386</c:v>
              </c:pt>
              <c:pt idx="76">
                <c:v>0.68454710592871448</c:v>
              </c:pt>
              <c:pt idx="77">
                <c:v>0.66131186532364528</c:v>
              </c:pt>
              <c:pt idx="78">
                <c:v>0.63742398974873637</c:v>
              </c:pt>
              <c:pt idx="79">
                <c:v>0.61290705365298948</c:v>
              </c:pt>
              <c:pt idx="80">
                <c:v>0.58778525229254253</c:v>
              </c:pt>
              <c:pt idx="81">
                <c:v>0.562083377852165</c:v>
              </c:pt>
              <c:pt idx="82">
                <c:v>0.53582679497909036</c:v>
              </c:pt>
              <c:pt idx="83">
                <c:v>0.50904141575042883</c:v>
              </c:pt>
              <c:pt idx="84">
                <c:v>0.48175367410173509</c:v>
              </c:pt>
              <c:pt idx="85">
                <c:v>0.45399049973962879</c:v>
              </c:pt>
              <c:pt idx="86">
                <c:v>0.42577929156511596</c:v>
              </c:pt>
              <c:pt idx="87">
                <c:v>0.3971478906347839</c:v>
              </c:pt>
              <c:pt idx="88">
                <c:v>0.36812455268464017</c:v>
              </c:pt>
              <c:pt idx="89">
                <c:v>0.33873792024531851</c:v>
              </c:pt>
              <c:pt idx="90">
                <c:v>0.30901699437504088</c:v>
              </c:pt>
              <c:pt idx="91">
                <c:v>0.27899110603928118</c:v>
              </c:pt>
              <c:pt idx="92">
                <c:v>0.24868988716497439</c:v>
              </c:pt>
              <c:pt idx="93">
                <c:v>0.21814324139661989</c:v>
              </c:pt>
              <c:pt idx="94">
                <c:v>0.18738131458575907</c:v>
              </c:pt>
              <c:pt idx="95">
                <c:v>0.15643446504022179</c:v>
              </c:pt>
              <c:pt idx="96">
                <c:v>0.12533323356436404</c:v>
              </c:pt>
              <c:pt idx="97">
                <c:v>9.4108313318530298E-2</c:v>
              </c:pt>
              <c:pt idx="98">
                <c:v>6.2790519529285257E-2</c:v>
              </c:pt>
              <c:pt idx="99">
                <c:v>3.1410759078169551E-2</c:v>
              </c:pt>
              <c:pt idx="100">
                <c:v>1.1073406782965744E-13</c:v>
              </c:pt>
              <c:pt idx="101">
                <c:v>-3.1410759078061824E-2</c:v>
              </c:pt>
              <c:pt idx="102">
                <c:v>-6.2790519529177677E-2</c:v>
              </c:pt>
              <c:pt idx="103">
                <c:v>-9.4108313318422995E-2</c:v>
              </c:pt>
              <c:pt idx="104">
                <c:v>-0.12533323356425713</c:v>
              </c:pt>
              <c:pt idx="105">
                <c:v>-0.15643446504022765</c:v>
              </c:pt>
              <c:pt idx="106">
                <c:v>-0.18738131458565319</c:v>
              </c:pt>
              <c:pt idx="107">
                <c:v>-0.21814324139651475</c:v>
              </c:pt>
              <c:pt idx="108">
                <c:v>-0.24868988716487003</c:v>
              </c:pt>
              <c:pt idx="109">
                <c:v>-0.27899110603917765</c:v>
              </c:pt>
              <c:pt idx="110">
                <c:v>-0.30901699437483027</c:v>
              </c:pt>
              <c:pt idx="111">
                <c:v>-0.33873792024521709</c:v>
              </c:pt>
              <c:pt idx="112">
                <c:v>-0.36812455268464567</c:v>
              </c:pt>
              <c:pt idx="113">
                <c:v>-0.39714789063468503</c:v>
              </c:pt>
              <c:pt idx="114">
                <c:v>-0.42577929156501843</c:v>
              </c:pt>
              <c:pt idx="115">
                <c:v>-0.45399049973953276</c:v>
              </c:pt>
              <c:pt idx="116">
                <c:v>-0.48175367410164066</c:v>
              </c:pt>
              <c:pt idx="117">
                <c:v>-0.50904141575033601</c:v>
              </c:pt>
              <c:pt idx="118">
                <c:v>-0.53582679497899943</c:v>
              </c:pt>
              <c:pt idx="119">
                <c:v>-0.56208337785207585</c:v>
              </c:pt>
              <c:pt idx="120">
                <c:v>-0.58778525229236345</c:v>
              </c:pt>
              <c:pt idx="121">
                <c:v>-0.61290705365290432</c:v>
              </c:pt>
              <c:pt idx="122">
                <c:v>-0.63742398974865333</c:v>
              </c:pt>
              <c:pt idx="123">
                <c:v>-0.66131186532356434</c:v>
              </c:pt>
              <c:pt idx="124">
                <c:v>-0.68454710592863588</c:v>
              </c:pt>
              <c:pt idx="125">
                <c:v>-0.70710678118652759</c:v>
              </c:pt>
              <c:pt idx="126">
                <c:v>-0.72896862742142254</c:v>
              </c:pt>
              <c:pt idx="127">
                <c:v>-0.75011106963042418</c:v>
              </c:pt>
              <c:pt idx="128">
                <c:v>-0.77051324277578337</c:v>
              </c:pt>
              <c:pt idx="129">
                <c:v>-0.79015501237564223</c:v>
              </c:pt>
              <c:pt idx="130">
                <c:v>-0.80901699437486041</c:v>
              </c:pt>
              <c:pt idx="131">
                <c:v>-0.82708057427450343</c:v>
              </c:pt>
              <c:pt idx="132">
                <c:v>-0.84432792550198299</c:v>
              </c:pt>
              <c:pt idx="133">
                <c:v>-0.86074202700393587</c:v>
              </c:pt>
              <c:pt idx="134">
                <c:v>-0.87630668004382273</c:v>
              </c:pt>
              <c:pt idx="135">
                <c:v>-0.89100652418834947</c:v>
              </c:pt>
              <c:pt idx="136">
                <c:v>-0.90482705246602102</c:v>
              </c:pt>
              <c:pt idx="137">
                <c:v>-0.91775462568395505</c:v>
              </c:pt>
              <c:pt idx="138">
                <c:v>-0.92977648588824335</c:v>
              </c:pt>
              <c:pt idx="139">
                <c:v>-0.94088076895419459</c:v>
              </c:pt>
              <c:pt idx="140">
                <c:v>-0.95105651629513899</c:v>
              </c:pt>
              <c:pt idx="141">
                <c:v>-0.96029368567691054</c:v>
              </c:pt>
              <c:pt idx="142">
                <c:v>-0.96858316112861331</c:v>
              </c:pt>
              <c:pt idx="143">
                <c:v>-0.97591676193874144</c:v>
              </c:pt>
              <c:pt idx="144">
                <c:v>-0.9822872507286704</c:v>
              </c:pt>
              <c:pt idx="145">
                <c:v>-0.98768834059512944</c:v>
              </c:pt>
              <c:pt idx="146">
                <c:v>-0.99211470131447677</c:v>
              </c:pt>
              <c:pt idx="147">
                <c:v>-0.99556196460308344</c:v>
              </c:pt>
              <c:pt idx="148">
                <c:v>-0.99802672842826956</c:v>
              </c:pt>
              <c:pt idx="149">
                <c:v>-0.99950656036572838</c:v>
              </c:pt>
              <c:pt idx="150">
                <c:v>-1</c:v>
              </c:pt>
              <c:pt idx="151">
                <c:v>-0.9995065603657356</c:v>
              </c:pt>
              <c:pt idx="152">
                <c:v>-0.998026728428277</c:v>
              </c:pt>
              <c:pt idx="153">
                <c:v>-0.99556196460308377</c:v>
              </c:pt>
              <c:pt idx="154">
                <c:v>-0.99211470131449142</c:v>
              </c:pt>
              <c:pt idx="155">
                <c:v>-0.9876883405951481</c:v>
              </c:pt>
              <c:pt idx="156">
                <c:v>-0.98228725072869261</c:v>
              </c:pt>
              <c:pt idx="157">
                <c:v>-0.97591676193874244</c:v>
              </c:pt>
              <c:pt idx="158">
                <c:v>-0.96858316112864284</c:v>
              </c:pt>
              <c:pt idx="159">
                <c:v>-0.96029368567697548</c:v>
              </c:pt>
              <c:pt idx="160">
                <c:v>-0.95105651629517574</c:v>
              </c:pt>
              <c:pt idx="161">
                <c:v>-0.94088076895427342</c:v>
              </c:pt>
              <c:pt idx="162">
                <c:v>-0.9297764858882871</c:v>
              </c:pt>
              <c:pt idx="163">
                <c:v>-0.91775462568400212</c:v>
              </c:pt>
              <c:pt idx="164">
                <c:v>-0.90482705246602324</c:v>
              </c:pt>
              <c:pt idx="165">
                <c:v>-0.89100652418840309</c:v>
              </c:pt>
              <c:pt idx="166">
                <c:v>-0.87630668004387979</c:v>
              </c:pt>
              <c:pt idx="167">
                <c:v>-0.86074202700393831</c:v>
              </c:pt>
              <c:pt idx="168">
                <c:v>-0.84432792550204683</c:v>
              </c:pt>
              <c:pt idx="169">
                <c:v>-0.827080574274634</c:v>
              </c:pt>
              <c:pt idx="170">
                <c:v>-0.80901699437499686</c:v>
              </c:pt>
              <c:pt idx="171">
                <c:v>-0.79015501237571484</c:v>
              </c:pt>
              <c:pt idx="172">
                <c:v>-0.77051324277585898</c:v>
              </c:pt>
              <c:pt idx="173">
                <c:v>-0.75011106963050267</c:v>
              </c:pt>
              <c:pt idx="174">
                <c:v>-0.72896862742142587</c:v>
              </c:pt>
              <c:pt idx="175">
                <c:v>-0.70710678118661141</c:v>
              </c:pt>
              <c:pt idx="176">
                <c:v>-0.68454710592872237</c:v>
              </c:pt>
              <c:pt idx="177">
                <c:v>-0.66131186532365338</c:v>
              </c:pt>
              <c:pt idx="178">
                <c:v>-0.6374239897486571</c:v>
              </c:pt>
              <c:pt idx="179">
                <c:v>-0.61290705365308784</c:v>
              </c:pt>
              <c:pt idx="180">
                <c:v>-0.5877852522925513</c:v>
              </c:pt>
              <c:pt idx="181">
                <c:v>-0.56208337785217388</c:v>
              </c:pt>
              <c:pt idx="182">
                <c:v>-0.53582679497909946</c:v>
              </c:pt>
              <c:pt idx="183">
                <c:v>-0.50904141575043815</c:v>
              </c:pt>
              <c:pt idx="184">
                <c:v>-0.48175367410174452</c:v>
              </c:pt>
              <c:pt idx="185">
                <c:v>-0.45399049973953715</c:v>
              </c:pt>
              <c:pt idx="186">
                <c:v>-0.42577929156512567</c:v>
              </c:pt>
              <c:pt idx="187">
                <c:v>-0.39714789063479383</c:v>
              </c:pt>
              <c:pt idx="188">
                <c:v>-0.36812455268465022</c:v>
              </c:pt>
              <c:pt idx="189">
                <c:v>-0.33873792024543564</c:v>
              </c:pt>
              <c:pt idx="190">
                <c:v>-0.30901699437505115</c:v>
              </c:pt>
              <c:pt idx="191">
                <c:v>-0.2789911060392915</c:v>
              </c:pt>
              <c:pt idx="192">
                <c:v>-0.24868988716487472</c:v>
              </c:pt>
              <c:pt idx="193">
                <c:v>-0.21814324139663047</c:v>
              </c:pt>
              <c:pt idx="194">
                <c:v>-0.18738131458576965</c:v>
              </c:pt>
              <c:pt idx="195">
                <c:v>-0.15643446504023245</c:v>
              </c:pt>
              <c:pt idx="196">
                <c:v>-0.12533323356437476</c:v>
              </c:pt>
              <c:pt idx="197">
                <c:v>-9.4108313318541026E-2</c:v>
              </c:pt>
              <c:pt idx="198">
                <c:v>-6.2790519529296013E-2</c:v>
              </c:pt>
              <c:pt idx="199">
                <c:v>-3.1410759078180327E-2</c:v>
              </c:pt>
              <c:pt idx="200">
                <c:v>-1.2151467354597368E-13</c:v>
              </c:pt>
              <c:pt idx="201">
                <c:v>3.1410759078051048E-2</c:v>
              </c:pt>
              <c:pt idx="202">
                <c:v>6.2790519529280386E-2</c:v>
              </c:pt>
              <c:pt idx="203">
                <c:v>9.4108313318412268E-2</c:v>
              </c:pt>
              <c:pt idx="204">
                <c:v>0.12533323356424642</c:v>
              </c:pt>
              <c:pt idx="205">
                <c:v>0.15643446504021699</c:v>
              </c:pt>
              <c:pt idx="206">
                <c:v>0.18738131458575427</c:v>
              </c:pt>
              <c:pt idx="207">
                <c:v>0.21814324139650423</c:v>
              </c:pt>
              <c:pt idx="208">
                <c:v>0.2486898871648596</c:v>
              </c:pt>
              <c:pt idx="209">
                <c:v>0.27899110603916732</c:v>
              </c:pt>
              <c:pt idx="210">
                <c:v>0.30901699437482</c:v>
              </c:pt>
              <c:pt idx="211">
                <c:v>0.33873792024520694</c:v>
              </c:pt>
              <c:pt idx="212">
                <c:v>0.36812455268463568</c:v>
              </c:pt>
              <c:pt idx="213">
                <c:v>0.39714789063467509</c:v>
              </c:pt>
              <c:pt idx="214">
                <c:v>0.42577929156500866</c:v>
              </c:pt>
              <c:pt idx="215">
                <c:v>0.45399049973952321</c:v>
              </c:pt>
              <c:pt idx="216">
                <c:v>0.48175367410173087</c:v>
              </c:pt>
              <c:pt idx="217">
                <c:v>0.5090414157503268</c:v>
              </c:pt>
              <c:pt idx="218">
                <c:v>0.53582679497899033</c:v>
              </c:pt>
              <c:pt idx="219">
                <c:v>0.56208337785206697</c:v>
              </c:pt>
              <c:pt idx="220">
                <c:v>0.58778525229235468</c:v>
              </c:pt>
              <c:pt idx="221">
                <c:v>0.61290705365289577</c:v>
              </c:pt>
              <c:pt idx="222">
                <c:v>0.63742398974864511</c:v>
              </c:pt>
              <c:pt idx="223">
                <c:v>0.66131186532364161</c:v>
              </c:pt>
              <c:pt idx="224">
                <c:v>0.684547105928628</c:v>
              </c:pt>
              <c:pt idx="225">
                <c:v>0.70710678118652004</c:v>
              </c:pt>
              <c:pt idx="226">
                <c:v>0.72896862742141511</c:v>
              </c:pt>
              <c:pt idx="227">
                <c:v>0.75011106963041707</c:v>
              </c:pt>
              <c:pt idx="228">
                <c:v>0.77051324277577649</c:v>
              </c:pt>
              <c:pt idx="229">
                <c:v>0.79015501237563557</c:v>
              </c:pt>
              <c:pt idx="230">
                <c:v>0.80901699437492092</c:v>
              </c:pt>
              <c:pt idx="231">
                <c:v>0.82708057427449744</c:v>
              </c:pt>
              <c:pt idx="232">
                <c:v>0.84432792550197744</c:v>
              </c:pt>
              <c:pt idx="233">
                <c:v>0.86074202700393043</c:v>
              </c:pt>
              <c:pt idx="234">
                <c:v>0.87630668004381751</c:v>
              </c:pt>
              <c:pt idx="235">
                <c:v>0.89100652418834447</c:v>
              </c:pt>
              <c:pt idx="236">
                <c:v>0.90482705246601647</c:v>
              </c:pt>
              <c:pt idx="237">
                <c:v>0.91775462568399591</c:v>
              </c:pt>
              <c:pt idx="238">
                <c:v>0.92977648588823947</c:v>
              </c:pt>
              <c:pt idx="239">
                <c:v>0.94088076895419093</c:v>
              </c:pt>
              <c:pt idx="240">
                <c:v>0.95105651629513577</c:v>
              </c:pt>
              <c:pt idx="241">
                <c:v>0.96029368567690765</c:v>
              </c:pt>
              <c:pt idx="242">
                <c:v>0.96858316112861054</c:v>
              </c:pt>
              <c:pt idx="243">
                <c:v>0.975916761938739</c:v>
              </c:pt>
              <c:pt idx="244">
                <c:v>0.98228725072868972</c:v>
              </c:pt>
              <c:pt idx="245">
                <c:v>0.98768834059512778</c:v>
              </c:pt>
              <c:pt idx="246">
                <c:v>0.99211470131447532</c:v>
              </c:pt>
              <c:pt idx="247">
                <c:v>0.99556196460308233</c:v>
              </c:pt>
              <c:pt idx="248">
                <c:v>0.99802672842826878</c:v>
              </c:pt>
              <c:pt idx="249">
                <c:v>0.99950656036572794</c:v>
              </c:pt>
              <c:pt idx="250">
                <c:v>1</c:v>
              </c:pt>
              <c:pt idx="251">
                <c:v>0.99950656036573227</c:v>
              </c:pt>
              <c:pt idx="252">
                <c:v>0.99802672842827744</c:v>
              </c:pt>
              <c:pt idx="253">
                <c:v>0.99556196460308488</c:v>
              </c:pt>
              <c:pt idx="254">
                <c:v>0.99211470131447854</c:v>
              </c:pt>
              <c:pt idx="255">
                <c:v>0.98768834059514965</c:v>
              </c:pt>
              <c:pt idx="256">
                <c:v>0.98228725072869461</c:v>
              </c:pt>
              <c:pt idx="257">
                <c:v>0.97591676193874488</c:v>
              </c:pt>
              <c:pt idx="258">
                <c:v>0.9685831611286454</c:v>
              </c:pt>
              <c:pt idx="259">
                <c:v>0.96029368567697848</c:v>
              </c:pt>
              <c:pt idx="260">
                <c:v>0.95105651629517907</c:v>
              </c:pt>
              <c:pt idx="261">
                <c:v>0.94088076895423844</c:v>
              </c:pt>
              <c:pt idx="262">
                <c:v>0.92977648588829109</c:v>
              </c:pt>
              <c:pt idx="263">
                <c:v>0.91775462568400623</c:v>
              </c:pt>
              <c:pt idx="264">
                <c:v>0.90482705246602768</c:v>
              </c:pt>
              <c:pt idx="265">
                <c:v>0.8910065241884082</c:v>
              </c:pt>
              <c:pt idx="266">
                <c:v>0.87630668004388501</c:v>
              </c:pt>
              <c:pt idx="267">
                <c:v>0.86074202700394375</c:v>
              </c:pt>
              <c:pt idx="268">
                <c:v>0.84432792550205238</c:v>
              </c:pt>
              <c:pt idx="269">
                <c:v>0.82708057427464021</c:v>
              </c:pt>
              <c:pt idx="270">
                <c:v>0.8090169943750033</c:v>
              </c:pt>
              <c:pt idx="271">
                <c:v>0.7901550123757215</c:v>
              </c:pt>
              <c:pt idx="272">
                <c:v>0.77051324277586586</c:v>
              </c:pt>
              <c:pt idx="273">
                <c:v>0.75011106963050977</c:v>
              </c:pt>
              <c:pt idx="274">
                <c:v>0.72896862742143331</c:v>
              </c:pt>
              <c:pt idx="275">
                <c:v>0.70710678118653869</c:v>
              </c:pt>
              <c:pt idx="276">
                <c:v>0.68454710592873025</c:v>
              </c:pt>
              <c:pt idx="277">
                <c:v>0.66131186532366137</c:v>
              </c:pt>
              <c:pt idx="278">
                <c:v>0.63742398974875303</c:v>
              </c:pt>
              <c:pt idx="279">
                <c:v>0.61290705365309628</c:v>
              </c:pt>
              <c:pt idx="280">
                <c:v>0.58778525229256007</c:v>
              </c:pt>
              <c:pt idx="281">
                <c:v>0.56208337785218287</c:v>
              </c:pt>
              <c:pt idx="282">
                <c:v>0.53582679497901264</c:v>
              </c:pt>
              <c:pt idx="283">
                <c:v>0.50904141575044737</c:v>
              </c:pt>
              <c:pt idx="284">
                <c:v>0.48175367410175396</c:v>
              </c:pt>
              <c:pt idx="285">
                <c:v>0.45399049973954675</c:v>
              </c:pt>
              <c:pt idx="286">
                <c:v>0.42577929156513544</c:v>
              </c:pt>
              <c:pt idx="287">
                <c:v>0.39714789063480371</c:v>
              </c:pt>
              <c:pt idx="288">
                <c:v>0.36812455268476596</c:v>
              </c:pt>
              <c:pt idx="289">
                <c:v>0.33873792024533877</c:v>
              </c:pt>
              <c:pt idx="290">
                <c:v>0.30901699437506142</c:v>
              </c:pt>
              <c:pt idx="291">
                <c:v>0.27899110603930188</c:v>
              </c:pt>
              <c:pt idx="292">
                <c:v>0.24868988716488519</c:v>
              </c:pt>
              <c:pt idx="293">
                <c:v>0.21814324139664096</c:v>
              </c:pt>
              <c:pt idx="294">
                <c:v>0.18738131458578025</c:v>
              </c:pt>
              <c:pt idx="295">
                <c:v>0.15643446504024311</c:v>
              </c:pt>
              <c:pt idx="296">
                <c:v>0.12533323356427264</c:v>
              </c:pt>
              <c:pt idx="297">
                <c:v>9.4108313318551767E-2</c:v>
              </c:pt>
              <c:pt idx="298">
                <c:v>6.2790519529420233E-2</c:v>
              </c:pt>
              <c:pt idx="299">
                <c:v>3.1410759078191103E-2</c:v>
              </c:pt>
              <c:pt idx="300">
                <c:v>1.3229527926228991E-13</c:v>
              </c:pt>
              <c:pt idx="301">
                <c:v>-3.1410759078040272E-2</c:v>
              </c:pt>
              <c:pt idx="302">
                <c:v>-6.2790519529269631E-2</c:v>
              </c:pt>
              <c:pt idx="303">
                <c:v>-9.4108313318514714E-2</c:v>
              </c:pt>
              <c:pt idx="304">
                <c:v>-0.12533323356423573</c:v>
              </c:pt>
              <c:pt idx="305">
                <c:v>-0.15643446504020633</c:v>
              </c:pt>
              <c:pt idx="306">
                <c:v>-0.1873813145857437</c:v>
              </c:pt>
              <c:pt idx="307">
                <c:v>-0.21814324139649369</c:v>
              </c:pt>
              <c:pt idx="308">
                <c:v>-0.248689887164739</c:v>
              </c:pt>
              <c:pt idx="309">
                <c:v>-0.27899110603915694</c:v>
              </c:pt>
              <c:pt idx="310">
                <c:v>-0.30901699437491786</c:v>
              </c:pt>
              <c:pt idx="311">
                <c:v>-0.33873792024519683</c:v>
              </c:pt>
              <c:pt idx="312">
                <c:v>-0.36812455268462563</c:v>
              </c:pt>
              <c:pt idx="313">
                <c:v>-0.39714789063476957</c:v>
              </c:pt>
              <c:pt idx="314">
                <c:v>-0.42577929156499883</c:v>
              </c:pt>
              <c:pt idx="315">
                <c:v>-0.45399049973951361</c:v>
              </c:pt>
              <c:pt idx="316">
                <c:v>-0.48175367410172132</c:v>
              </c:pt>
              <c:pt idx="317">
                <c:v>-0.50904141575041539</c:v>
              </c:pt>
              <c:pt idx="318">
                <c:v>-0.53582679497888519</c:v>
              </c:pt>
              <c:pt idx="319">
                <c:v>-0.56208337785205809</c:v>
              </c:pt>
              <c:pt idx="320">
                <c:v>-0.58778525229243794</c:v>
              </c:pt>
              <c:pt idx="321">
                <c:v>-0.61290705365288722</c:v>
              </c:pt>
              <c:pt idx="322">
                <c:v>-0.63742398974863679</c:v>
              </c:pt>
              <c:pt idx="323">
                <c:v>-0.66131186532363351</c:v>
              </c:pt>
              <c:pt idx="324">
                <c:v>-0.68454710592862023</c:v>
              </c:pt>
              <c:pt idx="325">
                <c:v>-0.70710678118651238</c:v>
              </c:pt>
              <c:pt idx="326">
                <c:v>-0.72896862742140778</c:v>
              </c:pt>
              <c:pt idx="327">
                <c:v>-0.75011106963048513</c:v>
              </c:pt>
              <c:pt idx="328">
                <c:v>-0.77051324277569722</c:v>
              </c:pt>
              <c:pt idx="329">
                <c:v>-0.79015501237562891</c:v>
              </c:pt>
              <c:pt idx="330">
                <c:v>-0.80901699437491459</c:v>
              </c:pt>
              <c:pt idx="331">
                <c:v>-0.82708057427449122</c:v>
              </c:pt>
              <c:pt idx="332">
                <c:v>-0.84432792550197167</c:v>
              </c:pt>
              <c:pt idx="333">
                <c:v>-0.86074202700392477</c:v>
              </c:pt>
              <c:pt idx="334">
                <c:v>-0.87630668004386714</c:v>
              </c:pt>
              <c:pt idx="335">
                <c:v>-0.89100652418833959</c:v>
              </c:pt>
              <c:pt idx="336">
                <c:v>-0.90482705246601192</c:v>
              </c:pt>
              <c:pt idx="337">
                <c:v>-0.91775462568399158</c:v>
              </c:pt>
              <c:pt idx="338">
                <c:v>-0.92977648588819362</c:v>
              </c:pt>
              <c:pt idx="339">
                <c:v>-0.94088076895418737</c:v>
              </c:pt>
              <c:pt idx="340">
                <c:v>-0.95105651629513255</c:v>
              </c:pt>
              <c:pt idx="341">
                <c:v>-0.96029368567693629</c:v>
              </c:pt>
              <c:pt idx="342">
                <c:v>-0.96858316112860787</c:v>
              </c:pt>
              <c:pt idx="343">
                <c:v>-0.97591676193873667</c:v>
              </c:pt>
              <c:pt idx="344">
                <c:v>-0.98228725072868772</c:v>
              </c:pt>
              <c:pt idx="345">
                <c:v>-0.987688340595126</c:v>
              </c:pt>
              <c:pt idx="346">
                <c:v>-0.9921147013144741</c:v>
              </c:pt>
              <c:pt idx="347">
                <c:v>-0.99556196460308144</c:v>
              </c:pt>
              <c:pt idx="348">
                <c:v>-0.99802672842826812</c:v>
              </c:pt>
              <c:pt idx="349">
                <c:v>-0.9995065603657276</c:v>
              </c:pt>
              <c:pt idx="350">
                <c:v>-1</c:v>
              </c:pt>
              <c:pt idx="351">
                <c:v>-0.99950656036573271</c:v>
              </c:pt>
              <c:pt idx="352">
                <c:v>-0.99802672842827822</c:v>
              </c:pt>
              <c:pt idx="353">
                <c:v>-0.99556196460308588</c:v>
              </c:pt>
              <c:pt idx="354">
                <c:v>-0.99211470131447999</c:v>
              </c:pt>
              <c:pt idx="355">
                <c:v>-0.98768834059513355</c:v>
              </c:pt>
              <c:pt idx="356">
                <c:v>-0.9822872507286966</c:v>
              </c:pt>
              <c:pt idx="357">
                <c:v>-0.97591676193874699</c:v>
              </c:pt>
              <c:pt idx="358">
                <c:v>-0.96858316112864806</c:v>
              </c:pt>
              <c:pt idx="359">
                <c:v>-0.96029368567698137</c:v>
              </c:pt>
              <c:pt idx="360">
                <c:v>-0.95105651629518229</c:v>
              </c:pt>
              <c:pt idx="361">
                <c:v>-0.940880768954242</c:v>
              </c:pt>
              <c:pt idx="362">
                <c:v>-0.92977648588825323</c:v>
              </c:pt>
              <c:pt idx="363">
                <c:v>-0.91775462568401067</c:v>
              </c:pt>
              <c:pt idx="364">
                <c:v>-0.90482705246603246</c:v>
              </c:pt>
              <c:pt idx="365">
                <c:v>-0.89100652418836146</c:v>
              </c:pt>
              <c:pt idx="366">
                <c:v>-0.87630668004389034</c:v>
              </c:pt>
              <c:pt idx="367">
                <c:v>-0.86074202700394919</c:v>
              </c:pt>
              <c:pt idx="368">
                <c:v>-0.84432792550205815</c:v>
              </c:pt>
              <c:pt idx="369">
                <c:v>-0.82708057427458215</c:v>
              </c:pt>
              <c:pt idx="370">
                <c:v>-0.80901699437500962</c:v>
              </c:pt>
              <c:pt idx="371">
                <c:v>-0.79015501237572805</c:v>
              </c:pt>
              <c:pt idx="372">
                <c:v>-0.77051324277580024</c:v>
              </c:pt>
              <c:pt idx="373">
                <c:v>-0.75011106963051688</c:v>
              </c:pt>
              <c:pt idx="374">
                <c:v>-0.72896862742144064</c:v>
              </c:pt>
              <c:pt idx="375">
                <c:v>-0.70710678118654635</c:v>
              </c:pt>
              <c:pt idx="376">
                <c:v>-0.6845471059286552</c:v>
              </c:pt>
              <c:pt idx="377">
                <c:v>-0.66131186532366948</c:v>
              </c:pt>
              <c:pt idx="378">
                <c:v>-0.63742398974876135</c:v>
              </c:pt>
              <c:pt idx="379">
                <c:v>-0.61290705365301501</c:v>
              </c:pt>
              <c:pt idx="380">
                <c:v>-0.58778525229256873</c:v>
              </c:pt>
              <c:pt idx="381">
                <c:v>-0.56208337785219176</c:v>
              </c:pt>
              <c:pt idx="382">
                <c:v>-0.53582679497902175</c:v>
              </c:pt>
              <c:pt idx="383">
                <c:v>-0.50904141575045669</c:v>
              </c:pt>
              <c:pt idx="384">
                <c:v>-0.48175367410176345</c:v>
              </c:pt>
              <c:pt idx="385">
                <c:v>-0.45399049973955635</c:v>
              </c:pt>
              <c:pt idx="386">
                <c:v>-0.42577929156504235</c:v>
              </c:pt>
              <c:pt idx="387">
                <c:v>-0.39714789063481359</c:v>
              </c:pt>
              <c:pt idx="388">
                <c:v>-0.36812455268477595</c:v>
              </c:pt>
              <c:pt idx="389">
                <c:v>-0.33873792024534893</c:v>
              </c:pt>
              <c:pt idx="390">
                <c:v>-0.30901699437507169</c:v>
              </c:pt>
              <c:pt idx="391">
                <c:v>-0.27899110603931221</c:v>
              </c:pt>
              <c:pt idx="392">
                <c:v>-0.2486898871648956</c:v>
              </c:pt>
              <c:pt idx="393">
                <c:v>-0.21814324139654051</c:v>
              </c:pt>
              <c:pt idx="394">
                <c:v>-0.18738131458579083</c:v>
              </c:pt>
              <c:pt idx="395">
                <c:v>-0.15643446504025374</c:v>
              </c:pt>
              <c:pt idx="396">
                <c:v>-0.12533323356428336</c:v>
              </c:pt>
              <c:pt idx="397">
                <c:v>-9.4108313318675682E-2</c:v>
              </c:pt>
              <c:pt idx="398">
                <c:v>-6.2790519529430988E-2</c:v>
              </c:pt>
              <c:pt idx="399">
                <c:v>-3.1410759078201879E-2</c:v>
              </c:pt>
              <c:pt idx="400">
                <c:v>-2.9389047256990123E-14</c:v>
              </c:pt>
              <c:pt idx="401">
                <c:v>3.1410759078029496E-2</c:v>
              </c:pt>
              <c:pt idx="402">
                <c:v>6.2790519529258862E-2</c:v>
              </c:pt>
              <c:pt idx="403">
                <c:v>9.4108313318503972E-2</c:v>
              </c:pt>
              <c:pt idx="404">
                <c:v>0.12533323356422504</c:v>
              </c:pt>
              <c:pt idx="405">
                <c:v>0.1564344650401957</c:v>
              </c:pt>
              <c:pt idx="406">
                <c:v>0.18738131458573309</c:v>
              </c:pt>
              <c:pt idx="407">
                <c:v>0.2181432413964832</c:v>
              </c:pt>
              <c:pt idx="408">
                <c:v>0.24868988716472859</c:v>
              </c:pt>
              <c:pt idx="409">
                <c:v>0.27899110603914662</c:v>
              </c:pt>
              <c:pt idx="410">
                <c:v>0.30901699437490765</c:v>
              </c:pt>
              <c:pt idx="411">
                <c:v>0.33873792024518667</c:v>
              </c:pt>
              <c:pt idx="412">
                <c:v>0.36812455268461558</c:v>
              </c:pt>
              <c:pt idx="413">
                <c:v>0.39714789063475964</c:v>
              </c:pt>
              <c:pt idx="414">
                <c:v>0.42577929156509203</c:v>
              </c:pt>
              <c:pt idx="415">
                <c:v>0.45399049973950401</c:v>
              </c:pt>
              <c:pt idx="416">
                <c:v>0.48175367410171194</c:v>
              </c:pt>
              <c:pt idx="417">
                <c:v>0.50904141575030826</c:v>
              </c:pt>
              <c:pt idx="418">
                <c:v>0.53582679497887609</c:v>
              </c:pt>
              <c:pt idx="419">
                <c:v>0.56208337785204909</c:v>
              </c:pt>
              <c:pt idx="420">
                <c:v>0.58778525229242917</c:v>
              </c:pt>
              <c:pt idx="421">
                <c:v>0.6129070536529686</c:v>
              </c:pt>
              <c:pt idx="422">
                <c:v>0.63742398974862846</c:v>
              </c:pt>
              <c:pt idx="423">
                <c:v>0.6613118653236254</c:v>
              </c:pt>
              <c:pt idx="424">
                <c:v>0.68454710592869517</c:v>
              </c:pt>
              <c:pt idx="425">
                <c:v>0.70710678118650472</c:v>
              </c:pt>
              <c:pt idx="426">
                <c:v>0.72896862742140034</c:v>
              </c:pt>
              <c:pt idx="427">
                <c:v>0.75011106963040286</c:v>
              </c:pt>
              <c:pt idx="428">
                <c:v>0.77051324277576272</c:v>
              </c:pt>
              <c:pt idx="429">
                <c:v>0.79015501237562236</c:v>
              </c:pt>
              <c:pt idx="430">
                <c:v>0.80901699437490815</c:v>
              </c:pt>
              <c:pt idx="431">
                <c:v>0.82708057427454929</c:v>
              </c:pt>
              <c:pt idx="432">
                <c:v>0.84432792550196578</c:v>
              </c:pt>
              <c:pt idx="433">
                <c:v>0.86074202700391933</c:v>
              </c:pt>
              <c:pt idx="434">
                <c:v>0.87630668004386192</c:v>
              </c:pt>
              <c:pt idx="435">
                <c:v>0.8910065241883347</c:v>
              </c:pt>
              <c:pt idx="436">
                <c:v>0.90482705246600725</c:v>
              </c:pt>
              <c:pt idx="437">
                <c:v>0.91775462568394217</c:v>
              </c:pt>
              <c:pt idx="438">
                <c:v>0.92977648588823159</c:v>
              </c:pt>
              <c:pt idx="439">
                <c:v>0.94088076895418371</c:v>
              </c:pt>
              <c:pt idx="440">
                <c:v>0.95105651629512911</c:v>
              </c:pt>
              <c:pt idx="441">
                <c:v>0.96029368567693318</c:v>
              </c:pt>
              <c:pt idx="442">
                <c:v>0.9685831611286051</c:v>
              </c:pt>
              <c:pt idx="443">
                <c:v>0.97591676193873411</c:v>
              </c:pt>
              <c:pt idx="444">
                <c:v>0.98228725072868572</c:v>
              </c:pt>
              <c:pt idx="445">
                <c:v>0.9876883405951421</c:v>
              </c:pt>
              <c:pt idx="446">
                <c:v>0.99211470131447266</c:v>
              </c:pt>
              <c:pt idx="447">
                <c:v>0.99556196460306967</c:v>
              </c:pt>
              <c:pt idx="448">
                <c:v>0.99802672842826734</c:v>
              </c:pt>
              <c:pt idx="449">
                <c:v>0.99950656036572727</c:v>
              </c:pt>
              <c:pt idx="450">
                <c:v>1</c:v>
              </c:pt>
              <c:pt idx="451">
                <c:v>0.99950656036573304</c:v>
              </c:pt>
              <c:pt idx="452">
                <c:v>0.99802672842827167</c:v>
              </c:pt>
              <c:pt idx="453">
                <c:v>0.99556196460308688</c:v>
              </c:pt>
              <c:pt idx="454">
                <c:v>0.99211470131448154</c:v>
              </c:pt>
              <c:pt idx="455">
                <c:v>0.98768834059513522</c:v>
              </c:pt>
              <c:pt idx="456">
                <c:v>0.9822872507286986</c:v>
              </c:pt>
              <c:pt idx="457">
                <c:v>0.97591676193877441</c:v>
              </c:pt>
              <c:pt idx="458">
                <c:v>0.96858316112865084</c:v>
              </c:pt>
              <c:pt idx="459">
                <c:v>0.96029368567695284</c:v>
              </c:pt>
              <c:pt idx="460">
                <c:v>0.95105651629518573</c:v>
              </c:pt>
              <c:pt idx="461">
                <c:v>0.94088076895424588</c:v>
              </c:pt>
              <c:pt idx="462">
                <c:v>0.92977648588825712</c:v>
              </c:pt>
              <c:pt idx="463">
                <c:v>0.917754625684015</c:v>
              </c:pt>
              <c:pt idx="464">
                <c:v>0.90482705246603701</c:v>
              </c:pt>
              <c:pt idx="465">
                <c:v>0.89100652418836634</c:v>
              </c:pt>
              <c:pt idx="466">
                <c:v>0.87630668004384071</c:v>
              </c:pt>
              <c:pt idx="467">
                <c:v>0.86074202700401259</c:v>
              </c:pt>
              <c:pt idx="468">
                <c:v>0.84432792550206404</c:v>
              </c:pt>
              <c:pt idx="469">
                <c:v>0.82708057427458814</c:v>
              </c:pt>
              <c:pt idx="470">
                <c:v>0.80901699437501595</c:v>
              </c:pt>
              <c:pt idx="471">
                <c:v>0.79015501237573471</c:v>
              </c:pt>
              <c:pt idx="472">
                <c:v>0.77051324277580713</c:v>
              </c:pt>
              <c:pt idx="473">
                <c:v>0.75011106963044882</c:v>
              </c:pt>
              <c:pt idx="474">
                <c:v>0.72896862742144797</c:v>
              </c:pt>
              <c:pt idx="475">
                <c:v>0.7071067811865539</c:v>
              </c:pt>
              <c:pt idx="476">
                <c:v>0.68454710592866308</c:v>
              </c:pt>
              <c:pt idx="477">
                <c:v>0.66131186532376285</c:v>
              </c:pt>
              <c:pt idx="478">
                <c:v>0.63742398974876968</c:v>
              </c:pt>
              <c:pt idx="479">
                <c:v>0.61290705365302345</c:v>
              </c:pt>
              <c:pt idx="480">
                <c:v>0.58778525229248546</c:v>
              </c:pt>
              <c:pt idx="481">
                <c:v>0.56208337785220064</c:v>
              </c:pt>
              <c:pt idx="482">
                <c:v>0.53582679497903085</c:v>
              </c:pt>
              <c:pt idx="483">
                <c:v>0.5090414157503681</c:v>
              </c:pt>
              <c:pt idx="484">
                <c:v>0.48175367410177289</c:v>
              </c:pt>
              <c:pt idx="485">
                <c:v>0.45399049973956596</c:v>
              </c:pt>
              <c:pt idx="486">
                <c:v>0.42577929156515493</c:v>
              </c:pt>
              <c:pt idx="487">
                <c:v>0.39714789063482347</c:v>
              </c:pt>
              <c:pt idx="488">
                <c:v>0.368124552684786</c:v>
              </c:pt>
              <c:pt idx="489">
                <c:v>0.33873792024535909</c:v>
              </c:pt>
              <c:pt idx="490">
                <c:v>0.30901699437497376</c:v>
              </c:pt>
              <c:pt idx="491">
                <c:v>0.27899110603932259</c:v>
              </c:pt>
              <c:pt idx="492">
                <c:v>0.24868988716490606</c:v>
              </c:pt>
              <c:pt idx="493">
                <c:v>0.21814324139655106</c:v>
              </c:pt>
              <c:pt idx="494">
                <c:v>0.18738131458580143</c:v>
              </c:pt>
              <c:pt idx="495">
                <c:v>0.1564344650402644</c:v>
              </c:pt>
              <c:pt idx="496">
                <c:v>0.12533323356440684</c:v>
              </c:pt>
              <c:pt idx="497">
                <c:v>9.4108313318573222E-2</c:v>
              </c:pt>
              <c:pt idx="498">
                <c:v>6.2790519529441757E-2</c:v>
              </c:pt>
              <c:pt idx="499">
                <c:v>3.1410759078212655E-2</c:v>
              </c:pt>
              <c:pt idx="500">
                <c:v>4.0169652973306361E-14</c:v>
              </c:pt>
              <c:pt idx="501">
                <c:v>-3.141075907801872E-2</c:v>
              </c:pt>
              <c:pt idx="502">
                <c:v>-6.2790519529248107E-2</c:v>
              </c:pt>
              <c:pt idx="503">
                <c:v>-9.4108313318493245E-2</c:v>
              </c:pt>
              <c:pt idx="504">
                <c:v>-0.12533323356432713</c:v>
              </c:pt>
              <c:pt idx="505">
                <c:v>-0.15643446504018504</c:v>
              </c:pt>
              <c:pt idx="506">
                <c:v>-0.18738131458561083</c:v>
              </c:pt>
              <c:pt idx="507">
                <c:v>-0.21814324139647265</c:v>
              </c:pt>
              <c:pt idx="508">
                <c:v>-0.24868988716471813</c:v>
              </c:pt>
              <c:pt idx="509">
                <c:v>-0.27899110603913624</c:v>
              </c:pt>
              <c:pt idx="510">
                <c:v>-0.30901699437489738</c:v>
              </c:pt>
              <c:pt idx="511">
                <c:v>-0.33873792024528349</c:v>
              </c:pt>
              <c:pt idx="512">
                <c:v>-0.36812455268460559</c:v>
              </c:pt>
              <c:pt idx="513">
                <c:v>-0.39714789063474976</c:v>
              </c:pt>
              <c:pt idx="514">
                <c:v>-0.42577929156508226</c:v>
              </c:pt>
              <c:pt idx="515">
                <c:v>-0.4539904997394944</c:v>
              </c:pt>
              <c:pt idx="516">
                <c:v>-0.48175367410160286</c:v>
              </c:pt>
              <c:pt idx="517">
                <c:v>-0.50904141575029893</c:v>
              </c:pt>
              <c:pt idx="518">
                <c:v>-0.53582679497896302</c:v>
              </c:pt>
              <c:pt idx="519">
                <c:v>-0.56208337785204021</c:v>
              </c:pt>
              <c:pt idx="520">
                <c:v>-0.58778525229242051</c:v>
              </c:pt>
              <c:pt idx="521">
                <c:v>-0.61290705365296005</c:v>
              </c:pt>
              <c:pt idx="522">
                <c:v>-0.63742398974862013</c:v>
              </c:pt>
              <c:pt idx="523">
                <c:v>-0.6613118653236173</c:v>
              </c:pt>
              <c:pt idx="524">
                <c:v>-0.68454710592868739</c:v>
              </c:pt>
              <c:pt idx="525">
                <c:v>-0.70710678118657755</c:v>
              </c:pt>
              <c:pt idx="526">
                <c:v>-0.72896862742131519</c:v>
              </c:pt>
              <c:pt idx="527">
                <c:v>-0.75011106963039575</c:v>
              </c:pt>
              <c:pt idx="528">
                <c:v>-0.77051324277575595</c:v>
              </c:pt>
              <c:pt idx="529">
                <c:v>-0.7901550123756157</c:v>
              </c:pt>
              <c:pt idx="530">
                <c:v>-0.80901699437490182</c:v>
              </c:pt>
              <c:pt idx="531">
                <c:v>-0.82708057427454307</c:v>
              </c:pt>
              <c:pt idx="532">
                <c:v>-0.84432792550202085</c:v>
              </c:pt>
              <c:pt idx="533">
                <c:v>-0.86074202700391389</c:v>
              </c:pt>
              <c:pt idx="534">
                <c:v>-0.87630668004385659</c:v>
              </c:pt>
              <c:pt idx="535">
                <c:v>-0.89100652418838144</c:v>
              </c:pt>
              <c:pt idx="536">
                <c:v>-0.90482705246595441</c:v>
              </c:pt>
              <c:pt idx="537">
                <c:v>-0.91775462568393784</c:v>
              </c:pt>
              <c:pt idx="538">
                <c:v>-0.9297764858882277</c:v>
              </c:pt>
              <c:pt idx="539">
                <c:v>-0.94088076895421846</c:v>
              </c:pt>
              <c:pt idx="540">
                <c:v>-0.95105651629512578</c:v>
              </c:pt>
              <c:pt idx="541">
                <c:v>-0.9602936856769303</c:v>
              </c:pt>
              <c:pt idx="542">
                <c:v>-0.96858316112863063</c:v>
              </c:pt>
              <c:pt idx="543">
                <c:v>-0.97591676193873178</c:v>
              </c:pt>
              <c:pt idx="544">
                <c:v>-0.98228725072868373</c:v>
              </c:pt>
              <c:pt idx="545">
                <c:v>-0.98768834059514043</c:v>
              </c:pt>
              <c:pt idx="546">
                <c:v>-0.992114701314457</c:v>
              </c:pt>
              <c:pt idx="547">
                <c:v>-0.99556196460306856</c:v>
              </c:pt>
              <c:pt idx="548">
                <c:v>-0.99802672842826667</c:v>
              </c:pt>
              <c:pt idx="549">
                <c:v>-0.99950656036573049</c:v>
              </c:pt>
              <c:pt idx="550">
                <c:v>-1</c:v>
              </c:pt>
              <c:pt idx="551">
                <c:v>-0.99950656036573338</c:v>
              </c:pt>
              <c:pt idx="552">
                <c:v>-0.99802672842827245</c:v>
              </c:pt>
              <c:pt idx="553">
                <c:v>-0.99556196460308788</c:v>
              </c:pt>
              <c:pt idx="554">
                <c:v>-0.99211470131448276</c:v>
              </c:pt>
              <c:pt idx="555">
                <c:v>-0.98768834059513688</c:v>
              </c:pt>
              <c:pt idx="556">
                <c:v>-0.9822872507287006</c:v>
              </c:pt>
              <c:pt idx="557">
                <c:v>-0.97591676193877652</c:v>
              </c:pt>
              <c:pt idx="558">
                <c:v>-0.96858316112865328</c:v>
              </c:pt>
              <c:pt idx="559">
                <c:v>-0.96029368567695572</c:v>
              </c:pt>
              <c:pt idx="560">
                <c:v>-0.95105651629518906</c:v>
              </c:pt>
              <c:pt idx="561">
                <c:v>-0.94088076895424944</c:v>
              </c:pt>
              <c:pt idx="562">
                <c:v>-0.92977648588826112</c:v>
              </c:pt>
              <c:pt idx="563">
                <c:v>-0.91775462568397403</c:v>
              </c:pt>
              <c:pt idx="564">
                <c:v>-0.90482705246604145</c:v>
              </c:pt>
              <c:pt idx="565">
                <c:v>-0.89100652418837123</c:v>
              </c:pt>
              <c:pt idx="566">
                <c:v>-0.87630668004390067</c:v>
              </c:pt>
              <c:pt idx="567">
                <c:v>-0.86074202700401803</c:v>
              </c:pt>
              <c:pt idx="568">
                <c:v>-0.84432792550206981</c:v>
              </c:pt>
              <c:pt idx="569">
                <c:v>-0.82708057427459436</c:v>
              </c:pt>
              <c:pt idx="570">
                <c:v>-0.80901699437495544</c:v>
              </c:pt>
              <c:pt idx="571">
                <c:v>-0.79015501237574126</c:v>
              </c:pt>
              <c:pt idx="572">
                <c:v>-0.77051324277581401</c:v>
              </c:pt>
              <c:pt idx="573">
                <c:v>-0.75011106963045604</c:v>
              </c:pt>
              <c:pt idx="574">
                <c:v>-0.72896862742145541</c:v>
              </c:pt>
              <c:pt idx="575">
                <c:v>-0.70710678118656156</c:v>
              </c:pt>
              <c:pt idx="576">
                <c:v>-0.68454710592875379</c:v>
              </c:pt>
              <c:pt idx="577">
                <c:v>-0.66131186532368569</c:v>
              </c:pt>
              <c:pt idx="578">
                <c:v>-0.6374239897487779</c:v>
              </c:pt>
              <c:pt idx="579">
                <c:v>-0.612907053653032</c:v>
              </c:pt>
              <c:pt idx="580">
                <c:v>-0.58778525229249423</c:v>
              </c:pt>
              <c:pt idx="581">
                <c:v>-0.56208337785220963</c:v>
              </c:pt>
              <c:pt idx="582">
                <c:v>-0.53582679497903996</c:v>
              </c:pt>
              <c:pt idx="583">
                <c:v>-0.50904141575037742</c:v>
              </c:pt>
              <c:pt idx="584">
                <c:v>-0.48175367410168268</c:v>
              </c:pt>
              <c:pt idx="585">
                <c:v>-0.45399049973957556</c:v>
              </c:pt>
              <c:pt idx="586">
                <c:v>-0.4257792915651647</c:v>
              </c:pt>
              <c:pt idx="587">
                <c:v>-0.39714789063483341</c:v>
              </c:pt>
              <c:pt idx="588">
                <c:v>-0.36812455268479599</c:v>
              </c:pt>
              <c:pt idx="589">
                <c:v>-0.3387379202453692</c:v>
              </c:pt>
              <c:pt idx="590">
                <c:v>-0.30901699437498403</c:v>
              </c:pt>
              <c:pt idx="591">
                <c:v>-0.27899110603922378</c:v>
              </c:pt>
              <c:pt idx="592">
                <c:v>-0.24868988716491652</c:v>
              </c:pt>
              <c:pt idx="593">
                <c:v>-0.21814324139656158</c:v>
              </c:pt>
              <c:pt idx="594">
                <c:v>-0.18738131458570034</c:v>
              </c:pt>
              <c:pt idx="595">
                <c:v>-0.15643446504027506</c:v>
              </c:pt>
              <c:pt idx="596">
                <c:v>-0.12533323356441753</c:v>
              </c:pt>
              <c:pt idx="597">
                <c:v>-9.4108313318583964E-2</c:v>
              </c:pt>
              <c:pt idx="598">
                <c:v>-6.2790519529339048E-2</c:v>
              </c:pt>
              <c:pt idx="599">
                <c:v>-3.1410759078223424E-2</c:v>
              </c:pt>
              <c:pt idx="600">
                <c:v>-5.0950258689622599E-14</c:v>
              </c:pt>
            </c:numLit>
          </c:yVal>
          <c:smooth val="1"/>
          <c:extLst>
            <c:ext xmlns:c16="http://schemas.microsoft.com/office/drawing/2014/chart" uri="{C3380CC4-5D6E-409C-BE32-E72D297353CC}">
              <c16:uniqueId val="{00000000-359D-4102-9C1A-1698B8C7A888}"/>
            </c:ext>
          </c:extLst>
        </c:ser>
        <c:ser>
          <c:idx val="1"/>
          <c:order val="1"/>
          <c:tx>
            <c:v>Output x / static x at 1g</c:v>
          </c:tx>
          <c:spPr>
            <a:ln w="24765">
              <a:solidFill>
                <a:srgbClr val="245B9B"/>
              </a:solidFill>
              <a:prstDash val="solid"/>
            </a:ln>
          </c:spPr>
          <c:marker>
            <c:symbol val="none"/>
          </c:marker>
          <c:xVal>
            <c:numLit>
              <c:formatCode>General</c:formatCode>
              <c:ptCount val="601"/>
              <c:pt idx="0">
                <c:v>0</c:v>
              </c:pt>
              <c:pt idx="1">
                <c:v>1.0000000000010001E-3</c:v>
              </c:pt>
              <c:pt idx="2">
                <c:v>1.9999999999985307E-3</c:v>
              </c:pt>
              <c:pt idx="3">
                <c:v>2.9999999999995308E-3</c:v>
              </c:pt>
              <c:pt idx="4">
                <c:v>4.0000000000005309E-3</c:v>
              </c:pt>
              <c:pt idx="5">
                <c:v>4.9999999999980616E-3</c:v>
              </c:pt>
              <c:pt idx="6">
                <c:v>5.9999999999990616E-3</c:v>
              </c:pt>
              <c:pt idx="7">
                <c:v>7.0000000000000617E-3</c:v>
              </c:pt>
              <c:pt idx="8">
                <c:v>8.0000000000010618E-3</c:v>
              </c:pt>
              <c:pt idx="9">
                <c:v>8.9999999999985925E-3</c:v>
              </c:pt>
              <c:pt idx="10">
                <c:v>9.9999999999995925E-3</c:v>
              </c:pt>
              <c:pt idx="11">
                <c:v>1.1000000000000593E-2</c:v>
              </c:pt>
              <c:pt idx="12">
                <c:v>1.1999999999998123E-2</c:v>
              </c:pt>
              <c:pt idx="13">
                <c:v>1.2999999999999123E-2</c:v>
              </c:pt>
              <c:pt idx="14">
                <c:v>1.4000000000000123E-2</c:v>
              </c:pt>
              <c:pt idx="15">
                <c:v>1.5000000000001124E-2</c:v>
              </c:pt>
              <c:pt idx="16">
                <c:v>1.5999999999998654E-2</c:v>
              </c:pt>
              <c:pt idx="17">
                <c:v>1.6999999999999654E-2</c:v>
              </c:pt>
              <c:pt idx="18">
                <c:v>1.8000000000000654E-2</c:v>
              </c:pt>
              <c:pt idx="19">
                <c:v>1.8999999999998185E-2</c:v>
              </c:pt>
              <c:pt idx="20">
                <c:v>1.9999999999999185E-2</c:v>
              </c:pt>
              <c:pt idx="21">
                <c:v>2.1000000000000185E-2</c:v>
              </c:pt>
              <c:pt idx="22">
                <c:v>2.2000000000001185E-2</c:v>
              </c:pt>
              <c:pt idx="23">
                <c:v>2.2999999999998716E-2</c:v>
              </c:pt>
              <c:pt idx="24">
                <c:v>2.3999999999999716E-2</c:v>
              </c:pt>
              <c:pt idx="25">
                <c:v>2.5000000000000716E-2</c:v>
              </c:pt>
              <c:pt idx="26">
                <c:v>2.5999999999998247E-2</c:v>
              </c:pt>
              <c:pt idx="27">
                <c:v>2.6999999999999247E-2</c:v>
              </c:pt>
              <c:pt idx="28">
                <c:v>2.8000000000000247E-2</c:v>
              </c:pt>
              <c:pt idx="29">
                <c:v>2.9000000000001247E-2</c:v>
              </c:pt>
              <c:pt idx="30">
                <c:v>2.9999999999998778E-2</c:v>
              </c:pt>
              <c:pt idx="31">
                <c:v>3.0999999999999778E-2</c:v>
              </c:pt>
              <c:pt idx="32">
                <c:v>3.2000000000000778E-2</c:v>
              </c:pt>
              <c:pt idx="33">
                <c:v>3.2999999999998308E-2</c:v>
              </c:pt>
              <c:pt idx="34">
                <c:v>3.3999999999999309E-2</c:v>
              </c:pt>
              <c:pt idx="35">
                <c:v>3.5000000000000309E-2</c:v>
              </c:pt>
              <c:pt idx="36">
                <c:v>3.6000000000001309E-2</c:v>
              </c:pt>
              <c:pt idx="37">
                <c:v>3.6999999999998839E-2</c:v>
              </c:pt>
              <c:pt idx="38">
                <c:v>3.7999999999999839E-2</c:v>
              </c:pt>
              <c:pt idx="39">
                <c:v>3.900000000000084E-2</c:v>
              </c:pt>
              <c:pt idx="40">
                <c:v>3.999999999999837E-2</c:v>
              </c:pt>
              <c:pt idx="41">
                <c:v>4.099999999999937E-2</c:v>
              </c:pt>
              <c:pt idx="42">
                <c:v>4.200000000000037E-2</c:v>
              </c:pt>
              <c:pt idx="43">
                <c:v>4.2999999999997901E-2</c:v>
              </c:pt>
              <c:pt idx="44">
                <c:v>4.3999999999998901E-2</c:v>
              </c:pt>
              <c:pt idx="45">
                <c:v>4.4999999999999901E-2</c:v>
              </c:pt>
              <c:pt idx="46">
                <c:v>4.6000000000000901E-2</c:v>
              </c:pt>
              <c:pt idx="47">
                <c:v>4.6999999999998432E-2</c:v>
              </c:pt>
              <c:pt idx="48">
                <c:v>4.7999999999999432E-2</c:v>
              </c:pt>
              <c:pt idx="49">
                <c:v>4.9000000000000432E-2</c:v>
              </c:pt>
              <c:pt idx="50">
                <c:v>4.9999999999997963E-2</c:v>
              </c:pt>
              <c:pt idx="51">
                <c:v>5.0999999999998963E-2</c:v>
              </c:pt>
              <c:pt idx="52">
                <c:v>5.1999999999999963E-2</c:v>
              </c:pt>
              <c:pt idx="53">
                <c:v>5.3000000000000963E-2</c:v>
              </c:pt>
              <c:pt idx="54">
                <c:v>5.3999999999998494E-2</c:v>
              </c:pt>
              <c:pt idx="55">
                <c:v>5.4999999999999494E-2</c:v>
              </c:pt>
              <c:pt idx="56">
                <c:v>5.6000000000000494E-2</c:v>
              </c:pt>
              <c:pt idx="57">
                <c:v>5.6999999999998024E-2</c:v>
              </c:pt>
              <c:pt idx="58">
                <c:v>5.7999999999999025E-2</c:v>
              </c:pt>
              <c:pt idx="59">
                <c:v>5.9000000000000025E-2</c:v>
              </c:pt>
              <c:pt idx="60">
                <c:v>6.0000000000001025E-2</c:v>
              </c:pt>
              <c:pt idx="61">
                <c:v>6.0999999999998555E-2</c:v>
              </c:pt>
              <c:pt idx="62">
                <c:v>6.1999999999999555E-2</c:v>
              </c:pt>
              <c:pt idx="63">
                <c:v>6.3000000000000556E-2</c:v>
              </c:pt>
              <c:pt idx="64">
                <c:v>6.3999999999998086E-2</c:v>
              </c:pt>
              <c:pt idx="65">
                <c:v>6.4999999999999086E-2</c:v>
              </c:pt>
              <c:pt idx="66">
                <c:v>6.6000000000000086E-2</c:v>
              </c:pt>
              <c:pt idx="67">
                <c:v>6.7000000000001086E-2</c:v>
              </c:pt>
              <c:pt idx="68">
                <c:v>6.7999999999998617E-2</c:v>
              </c:pt>
              <c:pt idx="69">
                <c:v>6.8999999999999617E-2</c:v>
              </c:pt>
              <c:pt idx="70">
                <c:v>7.0000000000000617E-2</c:v>
              </c:pt>
              <c:pt idx="71">
                <c:v>7.0999999999998148E-2</c:v>
              </c:pt>
              <c:pt idx="72">
                <c:v>7.1999999999999148E-2</c:v>
              </c:pt>
              <c:pt idx="73">
                <c:v>7.3000000000000148E-2</c:v>
              </c:pt>
              <c:pt idx="74">
                <c:v>7.4000000000001148E-2</c:v>
              </c:pt>
              <c:pt idx="75">
                <c:v>7.4999999999998679E-2</c:v>
              </c:pt>
              <c:pt idx="76">
                <c:v>7.5999999999999679E-2</c:v>
              </c:pt>
              <c:pt idx="77">
                <c:v>7.7000000000000679E-2</c:v>
              </c:pt>
              <c:pt idx="78">
                <c:v>7.799999999999821E-2</c:v>
              </c:pt>
              <c:pt idx="79">
                <c:v>7.899999999999921E-2</c:v>
              </c:pt>
              <c:pt idx="80">
                <c:v>8.000000000000021E-2</c:v>
              </c:pt>
              <c:pt idx="81">
                <c:v>8.100000000000121E-2</c:v>
              </c:pt>
              <c:pt idx="82">
                <c:v>8.1999999999998741E-2</c:v>
              </c:pt>
              <c:pt idx="83">
                <c:v>8.2999999999999741E-2</c:v>
              </c:pt>
              <c:pt idx="84">
                <c:v>8.4000000000000741E-2</c:v>
              </c:pt>
              <c:pt idx="85">
                <c:v>8.4999999999998271E-2</c:v>
              </c:pt>
              <c:pt idx="86">
                <c:v>8.5999999999999271E-2</c:v>
              </c:pt>
              <c:pt idx="87">
                <c:v>8.7000000000000272E-2</c:v>
              </c:pt>
              <c:pt idx="88">
                <c:v>8.8000000000001272E-2</c:v>
              </c:pt>
              <c:pt idx="89">
                <c:v>8.8999999999998802E-2</c:v>
              </c:pt>
              <c:pt idx="90">
                <c:v>8.9999999999999802E-2</c:v>
              </c:pt>
              <c:pt idx="91">
                <c:v>9.1000000000000802E-2</c:v>
              </c:pt>
              <c:pt idx="92">
                <c:v>9.1999999999998333E-2</c:v>
              </c:pt>
              <c:pt idx="93">
                <c:v>9.2999999999999333E-2</c:v>
              </c:pt>
              <c:pt idx="94">
                <c:v>9.4000000000000333E-2</c:v>
              </c:pt>
              <c:pt idx="95">
                <c:v>9.5000000000001333E-2</c:v>
              </c:pt>
              <c:pt idx="96">
                <c:v>9.5999999999998864E-2</c:v>
              </c:pt>
              <c:pt idx="97">
                <c:v>9.6999999999999864E-2</c:v>
              </c:pt>
              <c:pt idx="98">
                <c:v>9.8000000000000864E-2</c:v>
              </c:pt>
              <c:pt idx="99">
                <c:v>9.8999999999998395E-2</c:v>
              </c:pt>
              <c:pt idx="100">
                <c:v>9.9999999999999395E-2</c:v>
              </c:pt>
              <c:pt idx="101">
                <c:v>0.1010000000000004</c:v>
              </c:pt>
              <c:pt idx="102">
                <c:v>0.10199999999999793</c:v>
              </c:pt>
              <c:pt idx="103">
                <c:v>0.10299999999999893</c:v>
              </c:pt>
              <c:pt idx="104">
                <c:v>0.10399999999999993</c:v>
              </c:pt>
              <c:pt idx="105">
                <c:v>0.10500000000000093</c:v>
              </c:pt>
              <c:pt idx="106">
                <c:v>0.10599999999999846</c:v>
              </c:pt>
              <c:pt idx="107">
                <c:v>0.10699999999999946</c:v>
              </c:pt>
              <c:pt idx="108">
                <c:v>0.10800000000000046</c:v>
              </c:pt>
              <c:pt idx="109">
                <c:v>0.10899999999999799</c:v>
              </c:pt>
              <c:pt idx="110">
                <c:v>0.10999999999999899</c:v>
              </c:pt>
              <c:pt idx="111">
                <c:v>0.11099999999999999</c:v>
              </c:pt>
              <c:pt idx="112">
                <c:v>0.11200000000000099</c:v>
              </c:pt>
              <c:pt idx="113">
                <c:v>0.11299999999999852</c:v>
              </c:pt>
              <c:pt idx="114">
                <c:v>0.11399999999999952</c:v>
              </c:pt>
              <c:pt idx="115">
                <c:v>0.11500000000000052</c:v>
              </c:pt>
              <c:pt idx="116">
                <c:v>0.11599999999999805</c:v>
              </c:pt>
              <c:pt idx="117">
                <c:v>0.11699999999999905</c:v>
              </c:pt>
              <c:pt idx="118">
                <c:v>0.11800000000000005</c:v>
              </c:pt>
              <c:pt idx="119">
                <c:v>0.11900000000000105</c:v>
              </c:pt>
              <c:pt idx="120">
                <c:v>0.11999999999999858</c:v>
              </c:pt>
              <c:pt idx="121">
                <c:v>0.12099999999999958</c:v>
              </c:pt>
              <c:pt idx="122">
                <c:v>0.12200000000000058</c:v>
              </c:pt>
              <c:pt idx="123">
                <c:v>0.12299999999999811</c:v>
              </c:pt>
              <c:pt idx="124">
                <c:v>0.12399999999999911</c:v>
              </c:pt>
              <c:pt idx="125">
                <c:v>0.12500000000000011</c:v>
              </c:pt>
              <c:pt idx="126">
                <c:v>0.12600000000000111</c:v>
              </c:pt>
              <c:pt idx="127">
                <c:v>0.12699999999999864</c:v>
              </c:pt>
              <c:pt idx="128">
                <c:v>0.12799999999999964</c:v>
              </c:pt>
              <c:pt idx="129">
                <c:v>0.12900000000000064</c:v>
              </c:pt>
              <c:pt idx="130">
                <c:v>0.12999999999999817</c:v>
              </c:pt>
              <c:pt idx="131">
                <c:v>0.13099999999999917</c:v>
              </c:pt>
              <c:pt idx="132">
                <c:v>0.13200000000000017</c:v>
              </c:pt>
              <c:pt idx="133">
                <c:v>0.13300000000000117</c:v>
              </c:pt>
              <c:pt idx="134">
                <c:v>0.1339999999999987</c:v>
              </c:pt>
              <c:pt idx="135">
                <c:v>0.1349999999999997</c:v>
              </c:pt>
              <c:pt idx="136">
                <c:v>0.1360000000000007</c:v>
              </c:pt>
              <c:pt idx="137">
                <c:v>0.13699999999999823</c:v>
              </c:pt>
              <c:pt idx="138">
                <c:v>0.13799999999999923</c:v>
              </c:pt>
              <c:pt idx="139">
                <c:v>0.13900000000000023</c:v>
              </c:pt>
              <c:pt idx="140">
                <c:v>0.14000000000000123</c:v>
              </c:pt>
              <c:pt idx="141">
                <c:v>0.14099999999999877</c:v>
              </c:pt>
              <c:pt idx="142">
                <c:v>0.14199999999999977</c:v>
              </c:pt>
              <c:pt idx="143">
                <c:v>0.14300000000000077</c:v>
              </c:pt>
              <c:pt idx="144">
                <c:v>0.1439999999999983</c:v>
              </c:pt>
              <c:pt idx="145">
                <c:v>0.1449999999999993</c:v>
              </c:pt>
              <c:pt idx="146">
                <c:v>0.1460000000000003</c:v>
              </c:pt>
              <c:pt idx="147">
                <c:v>0.1470000000000013</c:v>
              </c:pt>
              <c:pt idx="148">
                <c:v>0.14799999999999883</c:v>
              </c:pt>
              <c:pt idx="149">
                <c:v>0.14899999999999983</c:v>
              </c:pt>
              <c:pt idx="150">
                <c:v>0.15000000000000083</c:v>
              </c:pt>
              <c:pt idx="151">
                <c:v>0.15099999999999836</c:v>
              </c:pt>
              <c:pt idx="152">
                <c:v>0.15199999999999936</c:v>
              </c:pt>
              <c:pt idx="153">
                <c:v>0.15300000000000036</c:v>
              </c:pt>
              <c:pt idx="154">
                <c:v>0.15399999999999789</c:v>
              </c:pt>
              <c:pt idx="155">
                <c:v>0.15499999999999889</c:v>
              </c:pt>
              <c:pt idx="156">
                <c:v>0.15599999999999989</c:v>
              </c:pt>
              <c:pt idx="157">
                <c:v>0.15700000000000089</c:v>
              </c:pt>
              <c:pt idx="158">
                <c:v>0.15799999999999842</c:v>
              </c:pt>
              <c:pt idx="159">
                <c:v>0.15899999999999942</c:v>
              </c:pt>
              <c:pt idx="160">
                <c:v>0.16000000000000042</c:v>
              </c:pt>
              <c:pt idx="161">
                <c:v>0.16099999999999795</c:v>
              </c:pt>
              <c:pt idx="162">
                <c:v>0.16199999999999895</c:v>
              </c:pt>
              <c:pt idx="163">
                <c:v>0.16299999999999995</c:v>
              </c:pt>
              <c:pt idx="164">
                <c:v>0.16400000000000095</c:v>
              </c:pt>
              <c:pt idx="165">
                <c:v>0.16499999999999848</c:v>
              </c:pt>
              <c:pt idx="166">
                <c:v>0.16599999999999948</c:v>
              </c:pt>
              <c:pt idx="167">
                <c:v>0.16700000000000048</c:v>
              </c:pt>
              <c:pt idx="168">
                <c:v>0.16799999999999801</c:v>
              </c:pt>
              <c:pt idx="169">
                <c:v>0.16899999999999901</c:v>
              </c:pt>
              <c:pt idx="170">
                <c:v>0.17</c:v>
              </c:pt>
              <c:pt idx="171">
                <c:v>0.17100000000000101</c:v>
              </c:pt>
              <c:pt idx="172">
                <c:v>0.17199999999999854</c:v>
              </c:pt>
              <c:pt idx="173">
                <c:v>0.17299999999999954</c:v>
              </c:pt>
              <c:pt idx="174">
                <c:v>0.17400000000000054</c:v>
              </c:pt>
              <c:pt idx="175">
                <c:v>0.17499999999999807</c:v>
              </c:pt>
              <c:pt idx="176">
                <c:v>0.17599999999999907</c:v>
              </c:pt>
              <c:pt idx="177">
                <c:v>0.17700000000000007</c:v>
              </c:pt>
              <c:pt idx="178">
                <c:v>0.17800000000000107</c:v>
              </c:pt>
              <c:pt idx="179">
                <c:v>0.1789999999999986</c:v>
              </c:pt>
              <c:pt idx="180">
                <c:v>0.1799999999999996</c:v>
              </c:pt>
              <c:pt idx="181">
                <c:v>0.1810000000000006</c:v>
              </c:pt>
              <c:pt idx="182">
                <c:v>0.18199999999999814</c:v>
              </c:pt>
              <c:pt idx="183">
                <c:v>0.18299999999999914</c:v>
              </c:pt>
              <c:pt idx="184">
                <c:v>0.18400000000000014</c:v>
              </c:pt>
              <c:pt idx="185">
                <c:v>0.18500000000000114</c:v>
              </c:pt>
              <c:pt idx="186">
                <c:v>0.18599999999999867</c:v>
              </c:pt>
              <c:pt idx="187">
                <c:v>0.18699999999999967</c:v>
              </c:pt>
              <c:pt idx="188">
                <c:v>0.18800000000000067</c:v>
              </c:pt>
              <c:pt idx="189">
                <c:v>0.1889999999999982</c:v>
              </c:pt>
              <c:pt idx="190">
                <c:v>0.1899999999999992</c:v>
              </c:pt>
              <c:pt idx="191">
                <c:v>0.1910000000000002</c:v>
              </c:pt>
              <c:pt idx="192">
                <c:v>0.1920000000000012</c:v>
              </c:pt>
              <c:pt idx="193">
                <c:v>0.19299999999999873</c:v>
              </c:pt>
              <c:pt idx="194">
                <c:v>0.19399999999999973</c:v>
              </c:pt>
              <c:pt idx="195">
                <c:v>0.19500000000000073</c:v>
              </c:pt>
              <c:pt idx="196">
                <c:v>0.19599999999999826</c:v>
              </c:pt>
              <c:pt idx="197">
                <c:v>0.19699999999999926</c:v>
              </c:pt>
              <c:pt idx="198">
                <c:v>0.19800000000000026</c:v>
              </c:pt>
              <c:pt idx="199">
                <c:v>0.19900000000000126</c:v>
              </c:pt>
              <c:pt idx="200">
                <c:v>0.19999999999999879</c:v>
              </c:pt>
              <c:pt idx="201">
                <c:v>0.20099999999999979</c:v>
              </c:pt>
              <c:pt idx="202">
                <c:v>0.20200000000000079</c:v>
              </c:pt>
              <c:pt idx="203">
                <c:v>0.20299999999999832</c:v>
              </c:pt>
              <c:pt idx="204">
                <c:v>0.20399999999999932</c:v>
              </c:pt>
              <c:pt idx="205">
                <c:v>0.20500000000000032</c:v>
              </c:pt>
              <c:pt idx="206">
                <c:v>0.20600000000000132</c:v>
              </c:pt>
              <c:pt idx="207">
                <c:v>0.20699999999999885</c:v>
              </c:pt>
              <c:pt idx="208">
                <c:v>0.20799999999999985</c:v>
              </c:pt>
              <c:pt idx="209">
                <c:v>0.20900000000000085</c:v>
              </c:pt>
              <c:pt idx="210">
                <c:v>0.20999999999999838</c:v>
              </c:pt>
              <c:pt idx="211">
                <c:v>0.21099999999999938</c:v>
              </c:pt>
              <c:pt idx="212">
                <c:v>0.21200000000000038</c:v>
              </c:pt>
              <c:pt idx="213">
                <c:v>0.21299999999999791</c:v>
              </c:pt>
              <c:pt idx="214">
                <c:v>0.21399999999999891</c:v>
              </c:pt>
              <c:pt idx="215">
                <c:v>0.21499999999999991</c:v>
              </c:pt>
              <c:pt idx="216">
                <c:v>0.21600000000000091</c:v>
              </c:pt>
              <c:pt idx="217">
                <c:v>0.21699999999999844</c:v>
              </c:pt>
              <c:pt idx="218">
                <c:v>0.21799999999999944</c:v>
              </c:pt>
              <c:pt idx="219">
                <c:v>0.21900000000000044</c:v>
              </c:pt>
              <c:pt idx="220">
                <c:v>0.21999999999999797</c:v>
              </c:pt>
              <c:pt idx="221">
                <c:v>0.22099999999999898</c:v>
              </c:pt>
              <c:pt idx="222">
                <c:v>0.22199999999999998</c:v>
              </c:pt>
              <c:pt idx="223">
                <c:v>0.22300000000000098</c:v>
              </c:pt>
              <c:pt idx="224">
                <c:v>0.22399999999999851</c:v>
              </c:pt>
              <c:pt idx="225">
                <c:v>0.22499999999999951</c:v>
              </c:pt>
              <c:pt idx="226">
                <c:v>0.22600000000000051</c:v>
              </c:pt>
              <c:pt idx="227">
                <c:v>0.22699999999999804</c:v>
              </c:pt>
              <c:pt idx="228">
                <c:v>0.22799999999999904</c:v>
              </c:pt>
              <c:pt idx="229">
                <c:v>0.22900000000000004</c:v>
              </c:pt>
              <c:pt idx="230">
                <c:v>0.23000000000000104</c:v>
              </c:pt>
              <c:pt idx="231">
                <c:v>0.23099999999999857</c:v>
              </c:pt>
              <c:pt idx="232">
                <c:v>0.23199999999999957</c:v>
              </c:pt>
              <c:pt idx="233">
                <c:v>0.23300000000000057</c:v>
              </c:pt>
              <c:pt idx="234">
                <c:v>0.2339999999999981</c:v>
              </c:pt>
              <c:pt idx="235">
                <c:v>0.2349999999999991</c:v>
              </c:pt>
              <c:pt idx="236">
                <c:v>0.2360000000000001</c:v>
              </c:pt>
              <c:pt idx="237">
                <c:v>0.2370000000000011</c:v>
              </c:pt>
              <c:pt idx="238">
                <c:v>0.23799999999999863</c:v>
              </c:pt>
              <c:pt idx="239">
                <c:v>0.23899999999999963</c:v>
              </c:pt>
              <c:pt idx="240">
                <c:v>0.24000000000000063</c:v>
              </c:pt>
              <c:pt idx="241">
                <c:v>0.24099999999999816</c:v>
              </c:pt>
              <c:pt idx="242">
                <c:v>0.24199999999999916</c:v>
              </c:pt>
              <c:pt idx="243">
                <c:v>0.24300000000000016</c:v>
              </c:pt>
              <c:pt idx="244">
                <c:v>0.24400000000000116</c:v>
              </c:pt>
              <c:pt idx="245">
                <c:v>0.24499999999999869</c:v>
              </c:pt>
              <c:pt idx="246">
                <c:v>0.24599999999999969</c:v>
              </c:pt>
              <c:pt idx="247">
                <c:v>0.24700000000000069</c:v>
              </c:pt>
              <c:pt idx="248">
                <c:v>0.24799999999999822</c:v>
              </c:pt>
              <c:pt idx="249">
                <c:v>0.24899999999999922</c:v>
              </c:pt>
              <c:pt idx="250">
                <c:v>0.25000000000000022</c:v>
              </c:pt>
              <c:pt idx="251">
                <c:v>0.25100000000000122</c:v>
              </c:pt>
              <c:pt idx="252">
                <c:v>0.25199999999999878</c:v>
              </c:pt>
              <c:pt idx="253">
                <c:v>0.25299999999999978</c:v>
              </c:pt>
              <c:pt idx="254">
                <c:v>0.25400000000000078</c:v>
              </c:pt>
              <c:pt idx="255">
                <c:v>0.25499999999999828</c:v>
              </c:pt>
              <c:pt idx="256">
                <c:v>0.25599999999999928</c:v>
              </c:pt>
              <c:pt idx="257">
                <c:v>0.25700000000000028</c:v>
              </c:pt>
              <c:pt idx="258">
                <c:v>0.25800000000000128</c:v>
              </c:pt>
              <c:pt idx="259">
                <c:v>0.25899999999999879</c:v>
              </c:pt>
              <c:pt idx="260">
                <c:v>0.25999999999999979</c:v>
              </c:pt>
              <c:pt idx="261">
                <c:v>0.26100000000000079</c:v>
              </c:pt>
              <c:pt idx="262">
                <c:v>0.26199999999999835</c:v>
              </c:pt>
              <c:pt idx="263">
                <c:v>0.26299999999999935</c:v>
              </c:pt>
              <c:pt idx="264">
                <c:v>0.26400000000000035</c:v>
              </c:pt>
              <c:pt idx="265">
                <c:v>0.2649999999999979</c:v>
              </c:pt>
              <c:pt idx="266">
                <c:v>0.2659999999999989</c:v>
              </c:pt>
              <c:pt idx="267">
                <c:v>0.2669999999999999</c:v>
              </c:pt>
              <c:pt idx="268">
                <c:v>0.2680000000000009</c:v>
              </c:pt>
              <c:pt idx="269">
                <c:v>0.26899999999999841</c:v>
              </c:pt>
              <c:pt idx="270">
                <c:v>0.26999999999999941</c:v>
              </c:pt>
              <c:pt idx="271">
                <c:v>0.27100000000000041</c:v>
              </c:pt>
              <c:pt idx="272">
                <c:v>0.27199999999999791</c:v>
              </c:pt>
              <c:pt idx="273">
                <c:v>0.27299999999999891</c:v>
              </c:pt>
              <c:pt idx="274">
                <c:v>0.27399999999999991</c:v>
              </c:pt>
              <c:pt idx="275">
                <c:v>0.27500000000000091</c:v>
              </c:pt>
              <c:pt idx="276">
                <c:v>0.27599999999999847</c:v>
              </c:pt>
              <c:pt idx="277">
                <c:v>0.27699999999999947</c:v>
              </c:pt>
              <c:pt idx="278">
                <c:v>0.27800000000000047</c:v>
              </c:pt>
              <c:pt idx="279">
                <c:v>0.27899999999999803</c:v>
              </c:pt>
              <c:pt idx="280">
                <c:v>0.27999999999999903</c:v>
              </c:pt>
              <c:pt idx="281">
                <c:v>0.28100000000000003</c:v>
              </c:pt>
              <c:pt idx="282">
                <c:v>0.28200000000000103</c:v>
              </c:pt>
              <c:pt idx="283">
                <c:v>0.28299999999999853</c:v>
              </c:pt>
              <c:pt idx="284">
                <c:v>0.28399999999999953</c:v>
              </c:pt>
              <c:pt idx="285">
                <c:v>0.28500000000000053</c:v>
              </c:pt>
              <c:pt idx="286">
                <c:v>0.28599999999999803</c:v>
              </c:pt>
              <c:pt idx="287">
                <c:v>0.28699999999999903</c:v>
              </c:pt>
              <c:pt idx="288">
                <c:v>0.28800000000000003</c:v>
              </c:pt>
              <c:pt idx="289">
                <c:v>0.28900000000000103</c:v>
              </c:pt>
              <c:pt idx="290">
                <c:v>0.28999999999999859</c:v>
              </c:pt>
              <c:pt idx="291">
                <c:v>0.29099999999999959</c:v>
              </c:pt>
              <c:pt idx="292">
                <c:v>0.29200000000000059</c:v>
              </c:pt>
              <c:pt idx="293">
                <c:v>0.29299999999999815</c:v>
              </c:pt>
              <c:pt idx="294">
                <c:v>0.29399999999999915</c:v>
              </c:pt>
              <c:pt idx="295">
                <c:v>0.29500000000000015</c:v>
              </c:pt>
              <c:pt idx="296">
                <c:v>0.29600000000000115</c:v>
              </c:pt>
              <c:pt idx="297">
                <c:v>0.29699999999999865</c:v>
              </c:pt>
              <c:pt idx="298">
                <c:v>0.29799999999999965</c:v>
              </c:pt>
              <c:pt idx="299">
                <c:v>0.29900000000000065</c:v>
              </c:pt>
              <c:pt idx="300">
                <c:v>0.29999999999999816</c:v>
              </c:pt>
              <c:pt idx="301">
                <c:v>0.30099999999999916</c:v>
              </c:pt>
              <c:pt idx="302">
                <c:v>0.30200000000000016</c:v>
              </c:pt>
              <c:pt idx="303">
                <c:v>0.30300000000000116</c:v>
              </c:pt>
              <c:pt idx="304">
                <c:v>0.30399999999999872</c:v>
              </c:pt>
              <c:pt idx="305">
                <c:v>0.30499999999999972</c:v>
              </c:pt>
              <c:pt idx="306">
                <c:v>0.30600000000000072</c:v>
              </c:pt>
              <c:pt idx="307">
                <c:v>0.30699999999999827</c:v>
              </c:pt>
              <c:pt idx="308">
                <c:v>0.30799999999999927</c:v>
              </c:pt>
              <c:pt idx="309">
                <c:v>0.30900000000000027</c:v>
              </c:pt>
              <c:pt idx="310">
                <c:v>0.31000000000000127</c:v>
              </c:pt>
              <c:pt idx="311">
                <c:v>0.31099999999999878</c:v>
              </c:pt>
              <c:pt idx="312">
                <c:v>0.31199999999999978</c:v>
              </c:pt>
              <c:pt idx="313">
                <c:v>0.31300000000000078</c:v>
              </c:pt>
              <c:pt idx="314">
                <c:v>0.31399999999999828</c:v>
              </c:pt>
              <c:pt idx="315">
                <c:v>0.31499999999999928</c:v>
              </c:pt>
              <c:pt idx="316">
                <c:v>0.31600000000000028</c:v>
              </c:pt>
              <c:pt idx="317">
                <c:v>0.31700000000000128</c:v>
              </c:pt>
              <c:pt idx="318">
                <c:v>0.31799999999999884</c:v>
              </c:pt>
              <c:pt idx="319">
                <c:v>0.31899999999999984</c:v>
              </c:pt>
              <c:pt idx="320">
                <c:v>0.32000000000000084</c:v>
              </c:pt>
              <c:pt idx="321">
                <c:v>0.3209999999999984</c:v>
              </c:pt>
              <c:pt idx="322">
                <c:v>0.3219999999999994</c:v>
              </c:pt>
              <c:pt idx="323">
                <c:v>0.3230000000000004</c:v>
              </c:pt>
              <c:pt idx="324">
                <c:v>0.3239999999999979</c:v>
              </c:pt>
              <c:pt idx="325">
                <c:v>0.3249999999999989</c:v>
              </c:pt>
              <c:pt idx="326">
                <c:v>0.3259999999999999</c:v>
              </c:pt>
              <c:pt idx="327">
                <c:v>0.3270000000000009</c:v>
              </c:pt>
              <c:pt idx="328">
                <c:v>0.3279999999999984</c:v>
              </c:pt>
              <c:pt idx="329">
                <c:v>0.3289999999999994</c:v>
              </c:pt>
              <c:pt idx="330">
                <c:v>0.3300000000000004</c:v>
              </c:pt>
              <c:pt idx="331">
                <c:v>0.33099999999999796</c:v>
              </c:pt>
              <c:pt idx="332">
                <c:v>0.33199999999999896</c:v>
              </c:pt>
              <c:pt idx="333">
                <c:v>0.33299999999999996</c:v>
              </c:pt>
              <c:pt idx="334">
                <c:v>0.33400000000000096</c:v>
              </c:pt>
              <c:pt idx="335">
                <c:v>0.33499999999999852</c:v>
              </c:pt>
              <c:pt idx="336">
                <c:v>0.33599999999999952</c:v>
              </c:pt>
              <c:pt idx="337">
                <c:v>0.33700000000000052</c:v>
              </c:pt>
              <c:pt idx="338">
                <c:v>0.33799999999999802</c:v>
              </c:pt>
              <c:pt idx="339">
                <c:v>0.33899999999999902</c:v>
              </c:pt>
              <c:pt idx="340">
                <c:v>0.34</c:v>
              </c:pt>
              <c:pt idx="341">
                <c:v>0.34100000000000102</c:v>
              </c:pt>
              <c:pt idx="342">
                <c:v>0.34199999999999853</c:v>
              </c:pt>
              <c:pt idx="343">
                <c:v>0.34299999999999953</c:v>
              </c:pt>
              <c:pt idx="344">
                <c:v>0.34400000000000053</c:v>
              </c:pt>
              <c:pt idx="345">
                <c:v>0.34499999999999809</c:v>
              </c:pt>
              <c:pt idx="346">
                <c:v>0.34599999999999909</c:v>
              </c:pt>
              <c:pt idx="347">
                <c:v>0.34700000000000009</c:v>
              </c:pt>
              <c:pt idx="348">
                <c:v>0.34800000000000109</c:v>
              </c:pt>
              <c:pt idx="349">
                <c:v>0.34899999999999864</c:v>
              </c:pt>
              <c:pt idx="350">
                <c:v>0.34999999999999964</c:v>
              </c:pt>
              <c:pt idx="351">
                <c:v>0.35100000000000064</c:v>
              </c:pt>
              <c:pt idx="352">
                <c:v>0.35199999999999815</c:v>
              </c:pt>
              <c:pt idx="353">
                <c:v>0.35299999999999915</c:v>
              </c:pt>
              <c:pt idx="354">
                <c:v>0.35400000000000015</c:v>
              </c:pt>
              <c:pt idx="355">
                <c:v>0.35500000000000115</c:v>
              </c:pt>
              <c:pt idx="356">
                <c:v>0.35599999999999865</c:v>
              </c:pt>
              <c:pt idx="357">
                <c:v>0.35699999999999965</c:v>
              </c:pt>
              <c:pt idx="358">
                <c:v>0.35800000000000065</c:v>
              </c:pt>
              <c:pt idx="359">
                <c:v>0.35899999999999821</c:v>
              </c:pt>
              <c:pt idx="360">
                <c:v>0.35999999999999921</c:v>
              </c:pt>
              <c:pt idx="361">
                <c:v>0.36100000000000021</c:v>
              </c:pt>
              <c:pt idx="362">
                <c:v>0.36200000000000121</c:v>
              </c:pt>
              <c:pt idx="363">
                <c:v>0.36299999999999877</c:v>
              </c:pt>
              <c:pt idx="364">
                <c:v>0.36399999999999977</c:v>
              </c:pt>
              <c:pt idx="365">
                <c:v>0.36500000000000077</c:v>
              </c:pt>
              <c:pt idx="366">
                <c:v>0.36599999999999827</c:v>
              </c:pt>
              <c:pt idx="367">
                <c:v>0.36699999999999927</c:v>
              </c:pt>
              <c:pt idx="368">
                <c:v>0.36800000000000027</c:v>
              </c:pt>
              <c:pt idx="369">
                <c:v>0.36900000000000127</c:v>
              </c:pt>
              <c:pt idx="370">
                <c:v>0.36999999999999877</c:v>
              </c:pt>
              <c:pt idx="371">
                <c:v>0.37099999999999977</c:v>
              </c:pt>
              <c:pt idx="372">
                <c:v>0.37200000000000077</c:v>
              </c:pt>
              <c:pt idx="373">
                <c:v>0.37299999999999833</c:v>
              </c:pt>
              <c:pt idx="374">
                <c:v>0.37399999999999933</c:v>
              </c:pt>
              <c:pt idx="375">
                <c:v>0.37500000000000033</c:v>
              </c:pt>
              <c:pt idx="376">
                <c:v>0.37600000000000133</c:v>
              </c:pt>
              <c:pt idx="377">
                <c:v>0.37699999999999889</c:v>
              </c:pt>
              <c:pt idx="378">
                <c:v>0.37799999999999989</c:v>
              </c:pt>
              <c:pt idx="379">
                <c:v>0.37900000000000089</c:v>
              </c:pt>
              <c:pt idx="380">
                <c:v>0.37999999999999839</c:v>
              </c:pt>
              <c:pt idx="381">
                <c:v>0.38099999999999939</c:v>
              </c:pt>
              <c:pt idx="382">
                <c:v>0.38200000000000039</c:v>
              </c:pt>
              <c:pt idx="383">
                <c:v>0.3829999999999979</c:v>
              </c:pt>
              <c:pt idx="384">
                <c:v>0.3839999999999989</c:v>
              </c:pt>
              <c:pt idx="385">
                <c:v>0.3849999999999999</c:v>
              </c:pt>
              <c:pt idx="386">
                <c:v>0.3860000000000009</c:v>
              </c:pt>
              <c:pt idx="387">
                <c:v>0.38699999999999846</c:v>
              </c:pt>
              <c:pt idx="388">
                <c:v>0.38799999999999946</c:v>
              </c:pt>
              <c:pt idx="389">
                <c:v>0.38900000000000046</c:v>
              </c:pt>
              <c:pt idx="390">
                <c:v>0.38999999999999801</c:v>
              </c:pt>
              <c:pt idx="391">
                <c:v>0.39099999999999902</c:v>
              </c:pt>
              <c:pt idx="392">
                <c:v>0.39200000000000002</c:v>
              </c:pt>
              <c:pt idx="393">
                <c:v>0.39300000000000102</c:v>
              </c:pt>
              <c:pt idx="394">
                <c:v>0.39399999999999852</c:v>
              </c:pt>
              <c:pt idx="395">
                <c:v>0.39499999999999952</c:v>
              </c:pt>
              <c:pt idx="396">
                <c:v>0.39600000000000052</c:v>
              </c:pt>
              <c:pt idx="397">
                <c:v>0.39699999999999802</c:v>
              </c:pt>
              <c:pt idx="398">
                <c:v>0.39799999999999902</c:v>
              </c:pt>
              <c:pt idx="399">
                <c:v>0.39900000000000002</c:v>
              </c:pt>
              <c:pt idx="400">
                <c:v>0.40000000000000102</c:v>
              </c:pt>
              <c:pt idx="401">
                <c:v>0.40099999999999858</c:v>
              </c:pt>
              <c:pt idx="402">
                <c:v>0.40199999999999958</c:v>
              </c:pt>
              <c:pt idx="403">
                <c:v>0.40300000000000058</c:v>
              </c:pt>
              <c:pt idx="404">
                <c:v>0.40399999999999814</c:v>
              </c:pt>
              <c:pt idx="405">
                <c:v>0.40499999999999914</c:v>
              </c:pt>
              <c:pt idx="406">
                <c:v>0.40600000000000014</c:v>
              </c:pt>
              <c:pt idx="407">
                <c:v>0.40700000000000114</c:v>
              </c:pt>
              <c:pt idx="408">
                <c:v>0.40799999999999864</c:v>
              </c:pt>
              <c:pt idx="409">
                <c:v>0.40899999999999964</c:v>
              </c:pt>
              <c:pt idx="410">
                <c:v>0.41000000000000064</c:v>
              </c:pt>
              <c:pt idx="411">
                <c:v>0.41099999999999814</c:v>
              </c:pt>
              <c:pt idx="412">
                <c:v>0.41199999999999914</c:v>
              </c:pt>
              <c:pt idx="413">
                <c:v>0.41300000000000014</c:v>
              </c:pt>
              <c:pt idx="414">
                <c:v>0.41400000000000114</c:v>
              </c:pt>
              <c:pt idx="415">
                <c:v>0.4149999999999987</c:v>
              </c:pt>
              <c:pt idx="416">
                <c:v>0.4159999999999997</c:v>
              </c:pt>
              <c:pt idx="417">
                <c:v>0.4170000000000007</c:v>
              </c:pt>
              <c:pt idx="418">
                <c:v>0.41799999999999826</c:v>
              </c:pt>
              <c:pt idx="419">
                <c:v>0.41899999999999926</c:v>
              </c:pt>
              <c:pt idx="420">
                <c:v>0.42000000000000026</c:v>
              </c:pt>
              <c:pt idx="421">
                <c:v>0.42100000000000126</c:v>
              </c:pt>
              <c:pt idx="422">
                <c:v>0.42199999999999876</c:v>
              </c:pt>
              <c:pt idx="423">
                <c:v>0.42299999999999977</c:v>
              </c:pt>
              <c:pt idx="424">
                <c:v>0.42400000000000077</c:v>
              </c:pt>
              <c:pt idx="425">
                <c:v>0.42499999999999827</c:v>
              </c:pt>
              <c:pt idx="426">
                <c:v>0.42599999999999927</c:v>
              </c:pt>
              <c:pt idx="427">
                <c:v>0.42700000000000027</c:v>
              </c:pt>
              <c:pt idx="428">
                <c:v>0.42800000000000127</c:v>
              </c:pt>
              <c:pt idx="429">
                <c:v>0.42899999999999883</c:v>
              </c:pt>
              <c:pt idx="430">
                <c:v>0.42999999999999983</c:v>
              </c:pt>
              <c:pt idx="431">
                <c:v>0.43100000000000083</c:v>
              </c:pt>
              <c:pt idx="432">
                <c:v>0.43199999999999839</c:v>
              </c:pt>
              <c:pt idx="433">
                <c:v>0.43299999999999939</c:v>
              </c:pt>
              <c:pt idx="434">
                <c:v>0.43400000000000039</c:v>
              </c:pt>
              <c:pt idx="435">
                <c:v>0.43499999999999789</c:v>
              </c:pt>
              <c:pt idx="436">
                <c:v>0.43599999999999889</c:v>
              </c:pt>
              <c:pt idx="437">
                <c:v>0.43699999999999989</c:v>
              </c:pt>
              <c:pt idx="438">
                <c:v>0.43800000000000089</c:v>
              </c:pt>
              <c:pt idx="439">
                <c:v>0.43899999999999839</c:v>
              </c:pt>
              <c:pt idx="440">
                <c:v>0.43999999999999939</c:v>
              </c:pt>
              <c:pt idx="441">
                <c:v>0.44100000000000039</c:v>
              </c:pt>
              <c:pt idx="442">
                <c:v>0.44199999999999795</c:v>
              </c:pt>
              <c:pt idx="443">
                <c:v>0.44299999999999895</c:v>
              </c:pt>
              <c:pt idx="444">
                <c:v>0.44399999999999995</c:v>
              </c:pt>
              <c:pt idx="445">
                <c:v>0.44500000000000095</c:v>
              </c:pt>
              <c:pt idx="446">
                <c:v>0.44599999999999851</c:v>
              </c:pt>
              <c:pt idx="447">
                <c:v>0.44699999999999951</c:v>
              </c:pt>
              <c:pt idx="448">
                <c:v>0.44800000000000051</c:v>
              </c:pt>
              <c:pt idx="449">
                <c:v>0.44899999999999801</c:v>
              </c:pt>
              <c:pt idx="450">
                <c:v>0.44999999999999901</c:v>
              </c:pt>
              <c:pt idx="451">
                <c:v>0.45100000000000001</c:v>
              </c:pt>
              <c:pt idx="452">
                <c:v>0.45200000000000101</c:v>
              </c:pt>
              <c:pt idx="453">
                <c:v>0.45299999999999851</c:v>
              </c:pt>
              <c:pt idx="454">
                <c:v>0.45399999999999952</c:v>
              </c:pt>
              <c:pt idx="455">
                <c:v>0.45500000000000052</c:v>
              </c:pt>
              <c:pt idx="456">
                <c:v>0.45599999999999807</c:v>
              </c:pt>
              <c:pt idx="457">
                <c:v>0.45699999999999907</c:v>
              </c:pt>
              <c:pt idx="458">
                <c:v>0.45800000000000007</c:v>
              </c:pt>
              <c:pt idx="459">
                <c:v>0.45900000000000107</c:v>
              </c:pt>
              <c:pt idx="460">
                <c:v>0.45999999999999863</c:v>
              </c:pt>
              <c:pt idx="461">
                <c:v>0.46099999999999963</c:v>
              </c:pt>
              <c:pt idx="462">
                <c:v>0.46200000000000063</c:v>
              </c:pt>
              <c:pt idx="463">
                <c:v>0.46299999999999814</c:v>
              </c:pt>
              <c:pt idx="464">
                <c:v>0.46399999999999914</c:v>
              </c:pt>
              <c:pt idx="465">
                <c:v>0.46500000000000014</c:v>
              </c:pt>
              <c:pt idx="466">
                <c:v>0.46600000000000114</c:v>
              </c:pt>
              <c:pt idx="467">
                <c:v>0.46699999999999864</c:v>
              </c:pt>
              <c:pt idx="468">
                <c:v>0.46799999999999964</c:v>
              </c:pt>
              <c:pt idx="469">
                <c:v>0.46900000000000064</c:v>
              </c:pt>
              <c:pt idx="470">
                <c:v>0.4699999999999982</c:v>
              </c:pt>
              <c:pt idx="471">
                <c:v>0.4709999999999992</c:v>
              </c:pt>
              <c:pt idx="472">
                <c:v>0.4720000000000002</c:v>
              </c:pt>
              <c:pt idx="473">
                <c:v>0.4730000000000012</c:v>
              </c:pt>
              <c:pt idx="474">
                <c:v>0.47399999999999876</c:v>
              </c:pt>
              <c:pt idx="475">
                <c:v>0.47499999999999976</c:v>
              </c:pt>
              <c:pt idx="476">
                <c:v>0.47600000000000076</c:v>
              </c:pt>
              <c:pt idx="477">
                <c:v>0.47699999999999826</c:v>
              </c:pt>
              <c:pt idx="478">
                <c:v>0.47799999999999926</c:v>
              </c:pt>
              <c:pt idx="479">
                <c:v>0.47900000000000026</c:v>
              </c:pt>
              <c:pt idx="480">
                <c:v>0.48000000000000126</c:v>
              </c:pt>
              <c:pt idx="481">
                <c:v>0.48099999999999876</c:v>
              </c:pt>
              <c:pt idx="482">
                <c:v>0.48199999999999976</c:v>
              </c:pt>
              <c:pt idx="483">
                <c:v>0.48300000000000076</c:v>
              </c:pt>
              <c:pt idx="484">
                <c:v>0.48399999999999832</c:v>
              </c:pt>
              <c:pt idx="485">
                <c:v>0.48499999999999932</c:v>
              </c:pt>
              <c:pt idx="486">
                <c:v>0.48600000000000032</c:v>
              </c:pt>
              <c:pt idx="487">
                <c:v>0.48700000000000132</c:v>
              </c:pt>
              <c:pt idx="488">
                <c:v>0.48799999999999888</c:v>
              </c:pt>
              <c:pt idx="489">
                <c:v>0.48899999999999988</c:v>
              </c:pt>
              <c:pt idx="490">
                <c:v>0.49000000000000088</c:v>
              </c:pt>
              <c:pt idx="491">
                <c:v>0.49099999999999838</c:v>
              </c:pt>
              <c:pt idx="492">
                <c:v>0.49199999999999938</c:v>
              </c:pt>
              <c:pt idx="493">
                <c:v>0.49300000000000038</c:v>
              </c:pt>
              <c:pt idx="494">
                <c:v>0.49399999999999789</c:v>
              </c:pt>
              <c:pt idx="495">
                <c:v>0.49499999999999889</c:v>
              </c:pt>
              <c:pt idx="496">
                <c:v>0.49599999999999989</c:v>
              </c:pt>
              <c:pt idx="497">
                <c:v>0.49700000000000089</c:v>
              </c:pt>
              <c:pt idx="498">
                <c:v>0.49799999999999844</c:v>
              </c:pt>
              <c:pt idx="499">
                <c:v>0.49899999999999944</c:v>
              </c:pt>
              <c:pt idx="500">
                <c:v>0.50000000000000044</c:v>
              </c:pt>
              <c:pt idx="501">
                <c:v>0.500999999999998</c:v>
              </c:pt>
              <c:pt idx="502">
                <c:v>0.501999999999999</c:v>
              </c:pt>
              <c:pt idx="503">
                <c:v>0.503</c:v>
              </c:pt>
              <c:pt idx="504">
                <c:v>0.504000000000001</c:v>
              </c:pt>
              <c:pt idx="505">
                <c:v>0.50499999999999856</c:v>
              </c:pt>
              <c:pt idx="506">
                <c:v>0.50599999999999956</c:v>
              </c:pt>
              <c:pt idx="507">
                <c:v>0.50700000000000056</c:v>
              </c:pt>
              <c:pt idx="508">
                <c:v>0.50799999999999801</c:v>
              </c:pt>
              <c:pt idx="509">
                <c:v>0.50899999999999901</c:v>
              </c:pt>
              <c:pt idx="510">
                <c:v>0.51</c:v>
              </c:pt>
              <c:pt idx="511">
                <c:v>0.51100000000000101</c:v>
              </c:pt>
              <c:pt idx="512">
                <c:v>0.51199999999999857</c:v>
              </c:pt>
              <c:pt idx="513">
                <c:v>0.51299999999999957</c:v>
              </c:pt>
              <c:pt idx="514">
                <c:v>0.51400000000000057</c:v>
              </c:pt>
              <c:pt idx="515">
                <c:v>0.51499999999999813</c:v>
              </c:pt>
              <c:pt idx="516">
                <c:v>0.51599999999999913</c:v>
              </c:pt>
              <c:pt idx="517">
                <c:v>0.51700000000000013</c:v>
              </c:pt>
              <c:pt idx="518">
                <c:v>0.51800000000000113</c:v>
              </c:pt>
              <c:pt idx="519">
                <c:v>0.51899999999999857</c:v>
              </c:pt>
              <c:pt idx="520">
                <c:v>0.51999999999999957</c:v>
              </c:pt>
              <c:pt idx="521">
                <c:v>0.52100000000000057</c:v>
              </c:pt>
              <c:pt idx="522">
                <c:v>0.52199999999999813</c:v>
              </c:pt>
              <c:pt idx="523">
                <c:v>0.52299999999999913</c:v>
              </c:pt>
              <c:pt idx="524">
                <c:v>0.52400000000000013</c:v>
              </c:pt>
              <c:pt idx="525">
                <c:v>0.52500000000000113</c:v>
              </c:pt>
              <c:pt idx="526">
                <c:v>0.52599999999999869</c:v>
              </c:pt>
              <c:pt idx="527">
                <c:v>0.52699999999999969</c:v>
              </c:pt>
              <c:pt idx="528">
                <c:v>0.52800000000000069</c:v>
              </c:pt>
              <c:pt idx="529">
                <c:v>0.52899999999999825</c:v>
              </c:pt>
              <c:pt idx="530">
                <c:v>0.52999999999999925</c:v>
              </c:pt>
              <c:pt idx="531">
                <c:v>0.53100000000000025</c:v>
              </c:pt>
              <c:pt idx="532">
                <c:v>0.53200000000000125</c:v>
              </c:pt>
              <c:pt idx="533">
                <c:v>0.53299999999999881</c:v>
              </c:pt>
              <c:pt idx="534">
                <c:v>0.53399999999999981</c:v>
              </c:pt>
              <c:pt idx="535">
                <c:v>0.53500000000000081</c:v>
              </c:pt>
              <c:pt idx="536">
                <c:v>0.53599999999999826</c:v>
              </c:pt>
              <c:pt idx="537">
                <c:v>0.53699999999999926</c:v>
              </c:pt>
              <c:pt idx="538">
                <c:v>0.53800000000000026</c:v>
              </c:pt>
              <c:pt idx="539">
                <c:v>0.53900000000000126</c:v>
              </c:pt>
              <c:pt idx="540">
                <c:v>0.53999999999999881</c:v>
              </c:pt>
              <c:pt idx="541">
                <c:v>0.54099999999999981</c:v>
              </c:pt>
              <c:pt idx="542">
                <c:v>0.54200000000000081</c:v>
              </c:pt>
              <c:pt idx="543">
                <c:v>0.54299999999999837</c:v>
              </c:pt>
              <c:pt idx="544">
                <c:v>0.54399999999999937</c:v>
              </c:pt>
              <c:pt idx="545">
                <c:v>0.54500000000000037</c:v>
              </c:pt>
              <c:pt idx="546">
                <c:v>0.54599999999999782</c:v>
              </c:pt>
              <c:pt idx="547">
                <c:v>0.54699999999999882</c:v>
              </c:pt>
              <c:pt idx="548">
                <c:v>0.54799999999999982</c:v>
              </c:pt>
              <c:pt idx="549">
                <c:v>0.54900000000000082</c:v>
              </c:pt>
              <c:pt idx="550">
                <c:v>0.54999999999999838</c:v>
              </c:pt>
              <c:pt idx="551">
                <c:v>0.55099999999999938</c:v>
              </c:pt>
              <c:pt idx="552">
                <c:v>0.55200000000000038</c:v>
              </c:pt>
              <c:pt idx="553">
                <c:v>0.55299999999999794</c:v>
              </c:pt>
              <c:pt idx="554">
                <c:v>0.55399999999999894</c:v>
              </c:pt>
              <c:pt idx="555">
                <c:v>0.55499999999999994</c:v>
              </c:pt>
              <c:pt idx="556">
                <c:v>0.55600000000000094</c:v>
              </c:pt>
              <c:pt idx="557">
                <c:v>0.5569999999999985</c:v>
              </c:pt>
              <c:pt idx="558">
                <c:v>0.5579999999999995</c:v>
              </c:pt>
              <c:pt idx="559">
                <c:v>0.5590000000000005</c:v>
              </c:pt>
              <c:pt idx="560">
                <c:v>0.55999999999999805</c:v>
              </c:pt>
              <c:pt idx="561">
                <c:v>0.56099999999999905</c:v>
              </c:pt>
              <c:pt idx="562">
                <c:v>0.56200000000000006</c:v>
              </c:pt>
              <c:pt idx="563">
                <c:v>0.56300000000000106</c:v>
              </c:pt>
              <c:pt idx="564">
                <c:v>0.5639999999999985</c:v>
              </c:pt>
              <c:pt idx="565">
                <c:v>0.5649999999999995</c:v>
              </c:pt>
              <c:pt idx="566">
                <c:v>0.5660000000000005</c:v>
              </c:pt>
              <c:pt idx="567">
                <c:v>0.56699999999999806</c:v>
              </c:pt>
              <c:pt idx="568">
                <c:v>0.56799999999999906</c:v>
              </c:pt>
              <c:pt idx="569">
                <c:v>0.56900000000000006</c:v>
              </c:pt>
              <c:pt idx="570">
                <c:v>0.57000000000000106</c:v>
              </c:pt>
              <c:pt idx="571">
                <c:v>0.57099999999999862</c:v>
              </c:pt>
              <c:pt idx="572">
                <c:v>0.57199999999999962</c:v>
              </c:pt>
              <c:pt idx="573">
                <c:v>0.57300000000000062</c:v>
              </c:pt>
              <c:pt idx="574">
                <c:v>0.57399999999999807</c:v>
              </c:pt>
              <c:pt idx="575">
                <c:v>0.57499999999999907</c:v>
              </c:pt>
              <c:pt idx="576">
                <c:v>0.57600000000000007</c:v>
              </c:pt>
              <c:pt idx="577">
                <c:v>0.57700000000000107</c:v>
              </c:pt>
              <c:pt idx="578">
                <c:v>0.57799999999999863</c:v>
              </c:pt>
              <c:pt idx="579">
                <c:v>0.57899999999999963</c:v>
              </c:pt>
              <c:pt idx="580">
                <c:v>0.58000000000000063</c:v>
              </c:pt>
              <c:pt idx="581">
                <c:v>0.58099999999999818</c:v>
              </c:pt>
              <c:pt idx="582">
                <c:v>0.58199999999999918</c:v>
              </c:pt>
              <c:pt idx="583">
                <c:v>0.58300000000000018</c:v>
              </c:pt>
              <c:pt idx="584">
                <c:v>0.58400000000000118</c:v>
              </c:pt>
              <c:pt idx="585">
                <c:v>0.58499999999999874</c:v>
              </c:pt>
              <c:pt idx="586">
                <c:v>0.58599999999999974</c:v>
              </c:pt>
              <c:pt idx="587">
                <c:v>0.58700000000000074</c:v>
              </c:pt>
              <c:pt idx="588">
                <c:v>0.5879999999999983</c:v>
              </c:pt>
              <c:pt idx="589">
                <c:v>0.5889999999999993</c:v>
              </c:pt>
              <c:pt idx="590">
                <c:v>0.5900000000000003</c:v>
              </c:pt>
              <c:pt idx="591">
                <c:v>0.5910000000000013</c:v>
              </c:pt>
              <c:pt idx="592">
                <c:v>0.59199999999999875</c:v>
              </c:pt>
              <c:pt idx="593">
                <c:v>0.59299999999999975</c:v>
              </c:pt>
              <c:pt idx="594">
                <c:v>0.59400000000000075</c:v>
              </c:pt>
              <c:pt idx="595">
                <c:v>0.59499999999999831</c:v>
              </c:pt>
              <c:pt idx="596">
                <c:v>0.59599999999999931</c:v>
              </c:pt>
              <c:pt idx="597">
                <c:v>0.59700000000000031</c:v>
              </c:pt>
              <c:pt idx="598">
                <c:v>0.59800000000000131</c:v>
              </c:pt>
              <c:pt idx="599">
                <c:v>0.59899999999999887</c:v>
              </c:pt>
              <c:pt idx="600">
                <c:v>0.59999999999999987</c:v>
              </c:pt>
            </c:numLit>
          </c:xVal>
          <c:yVal>
            <c:numLit>
              <c:formatCode>0.0</c:formatCode>
              <c:ptCount val="601"/>
              <c:pt idx="0">
                <c:v>-1.1200000011543818E-2</c:v>
              </c:pt>
              <c:pt idx="1">
                <c:v>-1.2400646635348057E-2</c:v>
              </c:pt>
              <c:pt idx="2">
                <c:v>-1.3589055318071419E-2</c:v>
              </c:pt>
              <c:pt idx="3">
                <c:v>-1.4764053243822376E-2</c:v>
              </c:pt>
              <c:pt idx="4">
                <c:v>-1.592448083150743E-2</c:v>
              </c:pt>
              <c:pt idx="5">
                <c:v>-1.7069192879197653E-2</c:v>
              </c:pt>
              <c:pt idx="6">
                <c:v>-1.819705969430474E-2</c:v>
              </c:pt>
              <c:pt idx="7">
                <c:v>-1.9306968208451191E-2</c:v>
              </c:pt>
              <c:pt idx="8">
                <c:v>-2.0397823075934424E-2</c:v>
              </c:pt>
              <c:pt idx="9">
                <c:v>-2.1468547754700733E-2</c:v>
              </c:pt>
              <c:pt idx="10">
                <c:v>-2.2518085568762333E-2</c:v>
              </c:pt>
              <c:pt idx="11">
                <c:v>-2.3545400751008982E-2</c:v>
              </c:pt>
              <c:pt idx="12">
                <c:v>-2.454947946538507E-2</c:v>
              </c:pt>
              <c:pt idx="13">
                <c:v>-2.5529330807423395E-2</c:v>
              </c:pt>
              <c:pt idx="14">
                <c:v>-2.6483987782148256E-2</c:v>
              </c:pt>
              <c:pt idx="15">
                <c:v>-2.7412508258382734E-2</c:v>
              </c:pt>
              <c:pt idx="16">
                <c:v>-2.8313975898518414E-2</c:v>
              </c:pt>
              <c:pt idx="17">
                <c:v>-2.9187501062829992E-2</c:v>
              </c:pt>
              <c:pt idx="18">
                <c:v>-3.0032221687442268E-2</c:v>
              </c:pt>
              <c:pt idx="19">
                <c:v>-3.08473041350831E-2</c:v>
              </c:pt>
              <c:pt idx="20">
                <c:v>-3.163194401778277E-2</c:v>
              </c:pt>
              <c:pt idx="21">
                <c:v>-3.2385366990707772E-2</c:v>
              </c:pt>
              <c:pt idx="22">
                <c:v>-3.3106829516345686E-2</c:v>
              </c:pt>
              <c:pt idx="23">
                <c:v>-3.3795619598286933E-2</c:v>
              </c:pt>
              <c:pt idx="24">
                <c:v>-3.4451057483879263E-2</c:v>
              </c:pt>
              <c:pt idx="25">
                <c:v>-3.5072496335061591E-2</c:v>
              </c:pt>
              <c:pt idx="26">
                <c:v>-3.5659322866715006E-2</c:v>
              </c:pt>
              <c:pt idx="27">
                <c:v>-3.6210957951901199E-2</c:v>
              </c:pt>
              <c:pt idx="28">
                <c:v>-3.6726857193390805E-2</c:v>
              </c:pt>
              <c:pt idx="29">
                <c:v>-3.7206511460917739E-2</c:v>
              </c:pt>
              <c:pt idx="30">
                <c:v>-3.7649447393629305E-2</c:v>
              </c:pt>
              <c:pt idx="31">
                <c:v>-3.8055227867236231E-2</c:v>
              </c:pt>
              <c:pt idx="32">
                <c:v>-3.8423452425401537E-2</c:v>
              </c:pt>
              <c:pt idx="33">
                <c:v>-3.8753757674942602E-2</c:v>
              </c:pt>
              <c:pt idx="34">
                <c:v>-3.904581764445636E-2</c:v>
              </c:pt>
              <c:pt idx="35">
                <c:v>-3.9299344106013732E-2</c:v>
              </c:pt>
              <c:pt idx="36">
                <c:v>-3.9514086859605786E-2</c:v>
              </c:pt>
              <c:pt idx="37">
                <c:v>-3.9689833980060929E-2</c:v>
              </c:pt>
              <c:pt idx="38">
                <c:v>-3.982641202618948E-2</c:v>
              </c:pt>
              <c:pt idx="39">
                <c:v>-3.9923686211949173E-2</c:v>
              </c:pt>
              <c:pt idx="40">
                <c:v>-3.9981560539462717E-2</c:v>
              </c:pt>
              <c:pt idx="41">
                <c:v>-3.9999977893756124E-2</c:v>
              </c:pt>
              <c:pt idx="42">
                <c:v>-3.9978920099124245E-2</c:v>
              </c:pt>
              <c:pt idx="43">
                <c:v>-3.9918407937068051E-2</c:v>
              </c:pt>
              <c:pt idx="44">
                <c:v>-3.981850112578577E-2</c:v>
              </c:pt>
              <c:pt idx="45">
                <c:v>-3.9679298261238234E-2</c:v>
              </c:pt>
              <c:pt idx="46">
                <c:v>-3.9500936719846592E-2</c:v>
              </c:pt>
              <c:pt idx="47">
                <c:v>-3.9283592522918347E-2</c:v>
              </c:pt>
              <c:pt idx="48">
                <c:v>-3.9027480162935578E-2</c:v>
              </c:pt>
              <c:pt idx="49">
                <c:v>-3.8732852391876779E-2</c:v>
              </c:pt>
              <c:pt idx="50">
                <c:v>-3.8399999971781139E-2</c:v>
              </c:pt>
              <c:pt idx="51">
                <c:v>-3.8029251387801534E-2</c:v>
              </c:pt>
              <c:pt idx="52">
                <c:v>-3.7620972524029322E-2</c:v>
              </c:pt>
              <c:pt idx="53">
                <c:v>-3.7175566302410951E-2</c:v>
              </c:pt>
              <c:pt idx="54">
                <c:v>-3.6693472285112619E-2</c:v>
              </c:pt>
              <c:pt idx="55">
                <c:v>-3.6175166240725476E-2</c:v>
              </c:pt>
              <c:pt idx="56">
                <c:v>-3.5621159674739486E-2</c:v>
              </c:pt>
              <c:pt idx="57">
                <c:v>-3.5031999324749249E-2</c:v>
              </c:pt>
              <c:pt idx="58">
                <c:v>-3.440826662089002E-2</c:v>
              </c:pt>
              <c:pt idx="59">
                <c:v>-3.3750577112036342E-2</c:v>
              </c:pt>
              <c:pt idx="60">
                <c:v>-3.3059579858329642E-2</c:v>
              </c:pt>
              <c:pt idx="61">
                <c:v>-3.2335956790634224E-2</c:v>
              </c:pt>
              <c:pt idx="62">
                <c:v>-3.1580422037553818E-2</c:v>
              </c:pt>
              <c:pt idx="63">
                <c:v>-3.0793721220672907E-2</c:v>
              </c:pt>
              <c:pt idx="64">
                <c:v>-2.9976630718718211E-2</c:v>
              </c:pt>
              <c:pt idx="65">
                <c:v>-2.9129956901366626E-2</c:v>
              </c:pt>
              <c:pt idx="66">
                <c:v>-2.8254535333455708E-2</c:v>
              </c:pt>
              <c:pt idx="67">
                <c:v>-2.7351229950382062E-2</c:v>
              </c:pt>
              <c:pt idx="68">
                <c:v>-2.6420932205501402E-2</c:v>
              </c:pt>
              <c:pt idx="69">
                <c:v>-2.5464560190371709E-2</c:v>
              </c:pt>
              <c:pt idx="70">
                <c:v>-2.4483057728707732E-2</c:v>
              </c:pt>
              <c:pt idx="71">
                <c:v>-2.3477393444940903E-2</c:v>
              </c:pt>
              <c:pt idx="72">
                <c:v>-2.2448559808303976E-2</c:v>
              </c:pt>
              <c:pt idx="73">
                <c:v>-2.1397572153383723E-2</c:v>
              </c:pt>
              <c:pt idx="74">
                <c:v>-2.0325467678108278E-2</c:v>
              </c:pt>
              <c:pt idx="75">
                <c:v>-1.9233304420157991E-2</c:v>
              </c:pt>
              <c:pt idx="76">
                <c:v>-1.8122160212809987E-2</c:v>
              </c:pt>
              <c:pt idx="77">
                <c:v>-1.6993131621246861E-2</c:v>
              </c:pt>
              <c:pt idx="78">
                <c:v>-1.5847332860379208E-2</c:v>
              </c:pt>
              <c:pt idx="79">
                <c:v>-1.468589469525004E-2</c:v>
              </c:pt>
              <c:pt idx="80">
                <c:v>-1.3509963325106216E-2</c:v>
              </c:pt>
              <c:pt idx="81">
                <c:v>-1.2320699252238151E-2</c:v>
              </c:pt>
              <c:pt idx="82">
                <c:v>-1.1119276136704178E-2</c:v>
              </c:pt>
              <c:pt idx="83">
                <c:v>-9.9068796380697554E-3</c:v>
              </c:pt>
              <c:pt idx="84">
                <c:v>-8.6847062453046311E-3</c:v>
              </c:pt>
              <c:pt idx="85">
                <c:v>-7.453962095992684E-3</c:v>
              </c:pt>
              <c:pt idx="86">
                <c:v>-6.2158617860197411E-3</c:v>
              </c:pt>
              <c:pt idx="87">
                <c:v>-4.9716271709140834E-3</c:v>
              </c:pt>
              <c:pt idx="88">
                <c:v>-3.7224861600225561E-3</c:v>
              </c:pt>
              <c:pt idx="89">
                <c:v>-2.4696715047122894E-3</c:v>
              </c:pt>
              <c:pt idx="90">
                <c:v>-1.2144195817939266E-3</c:v>
              </c:pt>
              <c:pt idx="91">
                <c:v>4.203082663301369E-5</c:v>
              </c:pt>
              <c:pt idx="92">
                <c:v>1.2984397557085088E-3</c:v>
              </c:pt>
              <c:pt idx="93">
                <c:v>2.553567281507651E-3</c:v>
              </c:pt>
              <c:pt idx="94">
                <c:v>3.8061747446958591E-3</c:v>
              </c:pt>
              <c:pt idx="95">
                <c:v>5.0550259729360966E-3</c:v>
              </c:pt>
              <c:pt idx="96">
                <c:v>6.2988885008417273E-3</c:v>
              </c:pt>
              <c:pt idx="97">
                <c:v>7.5365347862710519E-3</c:v>
              </c:pt>
              <c:pt idx="98">
                <c:v>8.7667434217631995E-3</c:v>
              </c:pt>
              <c:pt idx="99">
                <c:v>9.9883003399198235E-3</c:v>
              </c:pt>
              <c:pt idx="100">
                <c:v>1.1200000011543062E-2</c:v>
              </c:pt>
              <c:pt idx="101">
                <c:v>1.2400646635347295E-2</c:v>
              </c:pt>
              <c:pt idx="102">
                <c:v>1.3589055318070652E-2</c:v>
              </c:pt>
              <c:pt idx="103">
                <c:v>1.4764053243821603E-2</c:v>
              </c:pt>
              <c:pt idx="104">
                <c:v>1.5924480831506653E-2</c:v>
              </c:pt>
              <c:pt idx="105">
                <c:v>1.7069192879196875E-2</c:v>
              </c:pt>
              <c:pt idx="106">
                <c:v>1.819705969430396E-2</c:v>
              </c:pt>
              <c:pt idx="107">
                <c:v>1.930696820845041E-2</c:v>
              </c:pt>
              <c:pt idx="108">
                <c:v>2.039782307593364E-2</c:v>
              </c:pt>
              <c:pt idx="109">
                <c:v>2.1468547754699942E-2</c:v>
              </c:pt>
              <c:pt idx="110">
                <c:v>2.2518085568761542E-2</c:v>
              </c:pt>
              <c:pt idx="111">
                <c:v>2.3545400751008187E-2</c:v>
              </c:pt>
              <c:pt idx="112">
                <c:v>2.4549479465384272E-2</c:v>
              </c:pt>
              <c:pt idx="113">
                <c:v>2.5529330807422597E-2</c:v>
              </c:pt>
              <c:pt idx="114">
                <c:v>2.6483987782147451E-2</c:v>
              </c:pt>
              <c:pt idx="115">
                <c:v>2.7412508258381922E-2</c:v>
              </c:pt>
              <c:pt idx="116">
                <c:v>2.8313975898517602E-2</c:v>
              </c:pt>
              <c:pt idx="117">
                <c:v>2.918750106282918E-2</c:v>
              </c:pt>
              <c:pt idx="118">
                <c:v>3.0032221687441456E-2</c:v>
              </c:pt>
              <c:pt idx="119">
                <c:v>3.0847304135082288E-2</c:v>
              </c:pt>
              <c:pt idx="120">
                <c:v>3.1631944017781959E-2</c:v>
              </c:pt>
              <c:pt idx="121">
                <c:v>3.2385366990706953E-2</c:v>
              </c:pt>
              <c:pt idx="122">
                <c:v>3.3106829516344867E-2</c:v>
              </c:pt>
              <c:pt idx="123">
                <c:v>3.3795619598286114E-2</c:v>
              </c:pt>
              <c:pt idx="124">
                <c:v>3.4451057483878444E-2</c:v>
              </c:pt>
              <c:pt idx="125">
                <c:v>3.5072496335060772E-2</c:v>
              </c:pt>
              <c:pt idx="126">
                <c:v>3.5659322866714187E-2</c:v>
              </c:pt>
              <c:pt idx="127">
                <c:v>3.6210957951900387E-2</c:v>
              </c:pt>
              <c:pt idx="128">
                <c:v>3.6726857193389993E-2</c:v>
              </c:pt>
              <c:pt idx="129">
                <c:v>3.720651146091692E-2</c:v>
              </c:pt>
              <c:pt idx="130">
                <c:v>3.7649447393628493E-2</c:v>
              </c:pt>
              <c:pt idx="131">
                <c:v>3.8055227867235426E-2</c:v>
              </c:pt>
              <c:pt idx="132">
                <c:v>3.8423452425400732E-2</c:v>
              </c:pt>
              <c:pt idx="133">
                <c:v>3.8753757674941797E-2</c:v>
              </c:pt>
              <c:pt idx="134">
                <c:v>3.9045817644455555E-2</c:v>
              </c:pt>
              <c:pt idx="135">
                <c:v>3.9299344106012928E-2</c:v>
              </c:pt>
              <c:pt idx="136">
                <c:v>3.9514086859604981E-2</c:v>
              </c:pt>
              <c:pt idx="137">
                <c:v>3.9689833980060124E-2</c:v>
              </c:pt>
              <c:pt idx="138">
                <c:v>3.9826412026188682E-2</c:v>
              </c:pt>
              <c:pt idx="139">
                <c:v>3.9923686211948382E-2</c:v>
              </c:pt>
              <c:pt idx="140">
                <c:v>3.9981560539461933E-2</c:v>
              </c:pt>
              <c:pt idx="141">
                <c:v>3.999997789375534E-2</c:v>
              </c:pt>
              <c:pt idx="142">
                <c:v>3.9978920099123461E-2</c:v>
              </c:pt>
              <c:pt idx="143">
                <c:v>3.9918407937067267E-2</c:v>
              </c:pt>
              <c:pt idx="144">
                <c:v>3.9818501125784986E-2</c:v>
              </c:pt>
              <c:pt idx="145">
                <c:v>3.967929826123745E-2</c:v>
              </c:pt>
              <c:pt idx="146">
                <c:v>3.9500936719845815E-2</c:v>
              </c:pt>
              <c:pt idx="147">
                <c:v>3.9283592522917569E-2</c:v>
              </c:pt>
              <c:pt idx="148">
                <c:v>3.9027480162934801E-2</c:v>
              </c:pt>
              <c:pt idx="149">
                <c:v>3.8732852391876002E-2</c:v>
              </c:pt>
              <c:pt idx="150">
                <c:v>3.8399999971780362E-2</c:v>
              </c:pt>
              <c:pt idx="151">
                <c:v>3.802925138780075E-2</c:v>
              </c:pt>
              <c:pt idx="152">
                <c:v>3.7620972524028545E-2</c:v>
              </c:pt>
              <c:pt idx="153">
                <c:v>3.717556630241018E-2</c:v>
              </c:pt>
              <c:pt idx="154">
                <c:v>3.6693472285111849E-2</c:v>
              </c:pt>
              <c:pt idx="155">
                <c:v>3.6175166240724706E-2</c:v>
              </c:pt>
              <c:pt idx="156">
                <c:v>3.5621159674738709E-2</c:v>
              </c:pt>
              <c:pt idx="157">
                <c:v>3.5031999324748479E-2</c:v>
              </c:pt>
              <c:pt idx="158">
                <c:v>3.440826662088925E-2</c:v>
              </c:pt>
              <c:pt idx="159">
                <c:v>3.3750577112035586E-2</c:v>
              </c:pt>
              <c:pt idx="160">
                <c:v>3.3059579858328886E-2</c:v>
              </c:pt>
              <c:pt idx="161">
                <c:v>3.2335956790633461E-2</c:v>
              </c:pt>
              <c:pt idx="162">
                <c:v>3.1580422037553062E-2</c:v>
              </c:pt>
              <c:pt idx="163">
                <c:v>3.0793721220672147E-2</c:v>
              </c:pt>
              <c:pt idx="164">
                <c:v>2.9976630718717454E-2</c:v>
              </c:pt>
              <c:pt idx="165">
                <c:v>2.9129956901365873E-2</c:v>
              </c:pt>
              <c:pt idx="166">
                <c:v>2.8254535333454955E-2</c:v>
              </c:pt>
              <c:pt idx="167">
                <c:v>2.735122995038131E-2</c:v>
              </c:pt>
              <c:pt idx="168">
                <c:v>2.6420932205500649E-2</c:v>
              </c:pt>
              <c:pt idx="169">
                <c:v>2.5464560190370959E-2</c:v>
              </c:pt>
              <c:pt idx="170">
                <c:v>2.4483057728706983E-2</c:v>
              </c:pt>
              <c:pt idx="171">
                <c:v>2.3477393444940153E-2</c:v>
              </c:pt>
              <c:pt idx="172">
                <c:v>2.2448559808303226E-2</c:v>
              </c:pt>
              <c:pt idx="173">
                <c:v>2.1397572153382977E-2</c:v>
              </c:pt>
              <c:pt idx="174">
                <c:v>2.0325467678107532E-2</c:v>
              </c:pt>
              <c:pt idx="175">
                <c:v>1.9233304420157245E-2</c:v>
              </c:pt>
              <c:pt idx="176">
                <c:v>1.8122160212809244E-2</c:v>
              </c:pt>
              <c:pt idx="177">
                <c:v>1.6993131621246119E-2</c:v>
              </c:pt>
              <c:pt idx="178">
                <c:v>1.5847332860378465E-2</c:v>
              </c:pt>
              <c:pt idx="179">
                <c:v>1.4685894695249301E-2</c:v>
              </c:pt>
              <c:pt idx="180">
                <c:v>1.3509963325105479E-2</c:v>
              </c:pt>
              <c:pt idx="181">
                <c:v>1.2320699252237416E-2</c:v>
              </c:pt>
              <c:pt idx="182">
                <c:v>1.1119276136703443E-2</c:v>
              </c:pt>
              <c:pt idx="183">
                <c:v>9.9068796380690199E-3</c:v>
              </c:pt>
              <c:pt idx="184">
                <c:v>8.6847062453038939E-3</c:v>
              </c:pt>
              <c:pt idx="185">
                <c:v>7.4539620959919442E-3</c:v>
              </c:pt>
              <c:pt idx="186">
                <c:v>6.2158617860190012E-3</c:v>
              </c:pt>
              <c:pt idx="187">
                <c:v>4.9716271709133435E-3</c:v>
              </c:pt>
              <c:pt idx="188">
                <c:v>3.7224861600218171E-3</c:v>
              </c:pt>
              <c:pt idx="189">
                <c:v>2.4696715047115509E-3</c:v>
              </c:pt>
              <c:pt idx="190">
                <c:v>1.2144195817931865E-3</c:v>
              </c:pt>
              <c:pt idx="191">
                <c:v>-4.203082663375586E-5</c:v>
              </c:pt>
              <c:pt idx="192">
                <c:v>-1.298439755709254E-3</c:v>
              </c:pt>
              <c:pt idx="193">
                <c:v>-2.5535672815083961E-3</c:v>
              </c:pt>
              <c:pt idx="194">
                <c:v>-3.8061747446966041E-3</c:v>
              </c:pt>
              <c:pt idx="195">
                <c:v>-5.0550259729368434E-3</c:v>
              </c:pt>
              <c:pt idx="196">
                <c:v>-6.2988885008424767E-3</c:v>
              </c:pt>
              <c:pt idx="197">
                <c:v>-7.5365347862718047E-3</c:v>
              </c:pt>
              <c:pt idx="198">
                <c:v>-8.7667434217639558E-3</c:v>
              </c:pt>
              <c:pt idx="199">
                <c:v>-9.9883003399205833E-3</c:v>
              </c:pt>
              <c:pt idx="200">
                <c:v>-1.1200000011543823E-2</c:v>
              </c:pt>
              <c:pt idx="201">
                <c:v>-1.2400646635348058E-2</c:v>
              </c:pt>
              <c:pt idx="202">
                <c:v>-1.3589055318071417E-2</c:v>
              </c:pt>
              <c:pt idx="203">
                <c:v>-1.4764053243822369E-2</c:v>
              </c:pt>
              <c:pt idx="204">
                <c:v>-1.592448083150742E-2</c:v>
              </c:pt>
              <c:pt idx="205">
                <c:v>-1.7069192879197642E-2</c:v>
              </c:pt>
              <c:pt idx="206">
                <c:v>-1.819705969430473E-2</c:v>
              </c:pt>
              <c:pt idx="207">
                <c:v>-1.9306968208451177E-2</c:v>
              </c:pt>
              <c:pt idx="208">
                <c:v>-2.0397823075934404E-2</c:v>
              </c:pt>
              <c:pt idx="209">
                <c:v>-2.1468547754700709E-2</c:v>
              </c:pt>
              <c:pt idx="210">
                <c:v>-2.2518085568762301E-2</c:v>
              </c:pt>
              <c:pt idx="211">
                <c:v>-2.3545400751008947E-2</c:v>
              </c:pt>
              <c:pt idx="212">
                <c:v>-2.4549479465385028E-2</c:v>
              </c:pt>
              <c:pt idx="213">
                <c:v>-2.552933080742335E-2</c:v>
              </c:pt>
              <c:pt idx="214">
                <c:v>-2.6483987782148204E-2</c:v>
              </c:pt>
              <c:pt idx="215">
                <c:v>-2.7412508258382675E-2</c:v>
              </c:pt>
              <c:pt idx="216">
                <c:v>-2.8313975898518355E-2</c:v>
              </c:pt>
              <c:pt idx="217">
                <c:v>-2.9187501062829933E-2</c:v>
              </c:pt>
              <c:pt idx="218">
                <c:v>-3.0032221687442209E-2</c:v>
              </c:pt>
              <c:pt idx="219">
                <c:v>-3.0847304135083041E-2</c:v>
              </c:pt>
              <c:pt idx="220">
                <c:v>-3.1631944017782708E-2</c:v>
              </c:pt>
              <c:pt idx="221">
                <c:v>-3.2385366990707709E-2</c:v>
              </c:pt>
              <c:pt idx="222">
                <c:v>-3.3106829516345616E-2</c:v>
              </c:pt>
              <c:pt idx="223">
                <c:v>-3.3795619598286863E-2</c:v>
              </c:pt>
              <c:pt idx="224">
                <c:v>-3.4451057483879201E-2</c:v>
              </c:pt>
              <c:pt idx="225">
                <c:v>-3.5072496335061522E-2</c:v>
              </c:pt>
              <c:pt idx="226">
                <c:v>-3.5659322866714943E-2</c:v>
              </c:pt>
              <c:pt idx="227">
                <c:v>-3.6210957951901129E-2</c:v>
              </c:pt>
              <c:pt idx="228">
                <c:v>-3.6726857193390736E-2</c:v>
              </c:pt>
              <c:pt idx="229">
                <c:v>-3.720651146091767E-2</c:v>
              </c:pt>
              <c:pt idx="230">
                <c:v>-3.7649447393629243E-2</c:v>
              </c:pt>
              <c:pt idx="231">
                <c:v>-3.8055227867236169E-2</c:v>
              </c:pt>
              <c:pt idx="232">
                <c:v>-3.8423452425401475E-2</c:v>
              </c:pt>
              <c:pt idx="233">
                <c:v>-3.8753757674942532E-2</c:v>
              </c:pt>
              <c:pt idx="234">
                <c:v>-3.9045817644456297E-2</c:v>
              </c:pt>
              <c:pt idx="235">
                <c:v>-3.929934410601367E-2</c:v>
              </c:pt>
              <c:pt idx="236">
                <c:v>-3.9514086859605724E-2</c:v>
              </c:pt>
              <c:pt idx="237">
                <c:v>-3.9689833980060867E-2</c:v>
              </c:pt>
              <c:pt idx="238">
                <c:v>-3.9826412026189417E-2</c:v>
              </c:pt>
              <c:pt idx="239">
                <c:v>-3.9923686211949111E-2</c:v>
              </c:pt>
              <c:pt idx="240">
                <c:v>-3.9981560539462668E-2</c:v>
              </c:pt>
              <c:pt idx="241">
                <c:v>-3.9999977893756068E-2</c:v>
              </c:pt>
              <c:pt idx="242">
                <c:v>-3.9978920099124196E-2</c:v>
              </c:pt>
              <c:pt idx="243">
                <c:v>-3.9918407937068003E-2</c:v>
              </c:pt>
              <c:pt idx="244">
                <c:v>-3.9818501125785714E-2</c:v>
              </c:pt>
              <c:pt idx="245">
                <c:v>-3.9679298261238186E-2</c:v>
              </c:pt>
              <c:pt idx="246">
                <c:v>-3.9500936719846537E-2</c:v>
              </c:pt>
              <c:pt idx="247">
                <c:v>-3.9283592522918291E-2</c:v>
              </c:pt>
              <c:pt idx="248">
                <c:v>-3.9027480162935529E-2</c:v>
              </c:pt>
              <c:pt idx="249">
                <c:v>-3.8732852391876731E-2</c:v>
              </c:pt>
              <c:pt idx="250">
                <c:v>-3.8399999971781083E-2</c:v>
              </c:pt>
              <c:pt idx="251">
                <c:v>-3.8029251387801478E-2</c:v>
              </c:pt>
              <c:pt idx="252">
                <c:v>-3.7620972524029274E-2</c:v>
              </c:pt>
              <c:pt idx="253">
                <c:v>-3.7175566302410902E-2</c:v>
              </c:pt>
              <c:pt idx="254">
                <c:v>-3.669347228511257E-2</c:v>
              </c:pt>
              <c:pt idx="255">
                <c:v>-3.6175166240725427E-2</c:v>
              </c:pt>
              <c:pt idx="256">
                <c:v>-3.5621159674739437E-2</c:v>
              </c:pt>
              <c:pt idx="257">
                <c:v>-3.5031999324749201E-2</c:v>
              </c:pt>
              <c:pt idx="258">
                <c:v>-3.4408266620889971E-2</c:v>
              </c:pt>
              <c:pt idx="259">
                <c:v>-3.3750577112036301E-2</c:v>
              </c:pt>
              <c:pt idx="260">
                <c:v>-3.3059579858329607E-2</c:v>
              </c:pt>
              <c:pt idx="261">
                <c:v>-3.2335956790634182E-2</c:v>
              </c:pt>
              <c:pt idx="262">
                <c:v>-3.1580422037553776E-2</c:v>
              </c:pt>
              <c:pt idx="263">
                <c:v>-3.0793721220672865E-2</c:v>
              </c:pt>
              <c:pt idx="264">
                <c:v>-2.9976630718718172E-2</c:v>
              </c:pt>
              <c:pt idx="265">
                <c:v>-2.9129956901366591E-2</c:v>
              </c:pt>
              <c:pt idx="266">
                <c:v>-2.8254535333455677E-2</c:v>
              </c:pt>
              <c:pt idx="267">
                <c:v>-2.7351229950382031E-2</c:v>
              </c:pt>
              <c:pt idx="268">
                <c:v>-2.6420932205501367E-2</c:v>
              </c:pt>
              <c:pt idx="269">
                <c:v>-2.5464560190371677E-2</c:v>
              </c:pt>
              <c:pt idx="270">
                <c:v>-2.4483057728707701E-2</c:v>
              </c:pt>
              <c:pt idx="271">
                <c:v>-2.3477393444940868E-2</c:v>
              </c:pt>
              <c:pt idx="272">
                <c:v>-2.2448559808303944E-2</c:v>
              </c:pt>
              <c:pt idx="273">
                <c:v>-2.1397572153383695E-2</c:v>
              </c:pt>
              <c:pt idx="274">
                <c:v>-2.0325467678108246E-2</c:v>
              </c:pt>
              <c:pt idx="275">
                <c:v>-1.9233304420157957E-2</c:v>
              </c:pt>
              <c:pt idx="276">
                <c:v>-1.8122160212809955E-2</c:v>
              </c:pt>
              <c:pt idx="277">
                <c:v>-1.6993131621246826E-2</c:v>
              </c:pt>
              <c:pt idx="278">
                <c:v>-1.5847332860379173E-2</c:v>
              </c:pt>
              <c:pt idx="279">
                <c:v>-1.4685894695250007E-2</c:v>
              </c:pt>
              <c:pt idx="280">
                <c:v>-1.3509963325106183E-2</c:v>
              </c:pt>
              <c:pt idx="281">
                <c:v>-1.2320699252238117E-2</c:v>
              </c:pt>
              <c:pt idx="282">
                <c:v>-1.111927613670414E-2</c:v>
              </c:pt>
              <c:pt idx="283">
                <c:v>-9.9068796380697155E-3</c:v>
              </c:pt>
              <c:pt idx="284">
                <c:v>-8.6847062453045878E-3</c:v>
              </c:pt>
              <c:pt idx="285">
                <c:v>-7.4539620959926346E-3</c:v>
              </c:pt>
              <c:pt idx="286">
                <c:v>-6.2158617860196873E-3</c:v>
              </c:pt>
              <c:pt idx="287">
                <c:v>-4.9716271709140262E-3</c:v>
              </c:pt>
              <c:pt idx="288">
                <c:v>-3.7224861600224954E-3</c:v>
              </c:pt>
              <c:pt idx="289">
                <c:v>-2.4696715047122222E-3</c:v>
              </c:pt>
              <c:pt idx="290">
                <c:v>-1.2144195817938538E-3</c:v>
              </c:pt>
              <c:pt idx="291">
                <c:v>4.2030826633091739E-5</c:v>
              </c:pt>
              <c:pt idx="292">
                <c:v>1.2984397557085931E-3</c:v>
              </c:pt>
              <c:pt idx="293">
                <c:v>2.5535672815077408E-3</c:v>
              </c:pt>
              <c:pt idx="294">
                <c:v>3.8061747446959558E-3</c:v>
              </c:pt>
              <c:pt idx="295">
                <c:v>5.0550259729362033E-3</c:v>
              </c:pt>
              <c:pt idx="296">
                <c:v>6.2988885008418453E-3</c:v>
              </c:pt>
              <c:pt idx="297">
                <c:v>7.5365347862711785E-3</c:v>
              </c:pt>
              <c:pt idx="298">
                <c:v>8.766743421763333E-3</c:v>
              </c:pt>
              <c:pt idx="299">
                <c:v>9.9883003399199675E-3</c:v>
              </c:pt>
              <c:pt idx="300">
                <c:v>1.1200000011543214E-2</c:v>
              </c:pt>
              <c:pt idx="301">
                <c:v>1.2400646635347456E-2</c:v>
              </c:pt>
              <c:pt idx="302">
                <c:v>1.3589055318070821E-2</c:v>
              </c:pt>
              <c:pt idx="303">
                <c:v>1.4764053243821783E-2</c:v>
              </c:pt>
              <c:pt idx="304">
                <c:v>1.592448083150684E-2</c:v>
              </c:pt>
              <c:pt idx="305">
                <c:v>1.706919287919707E-2</c:v>
              </c:pt>
              <c:pt idx="306">
                <c:v>1.8197059694304164E-2</c:v>
              </c:pt>
              <c:pt idx="307">
                <c:v>1.9306968208450622E-2</c:v>
              </c:pt>
              <c:pt idx="308">
                <c:v>2.0397823075933859E-2</c:v>
              </c:pt>
              <c:pt idx="309">
                <c:v>2.1468547754700171E-2</c:v>
              </c:pt>
              <c:pt idx="310">
                <c:v>2.2518085568761781E-2</c:v>
              </c:pt>
              <c:pt idx="311">
                <c:v>2.3545400751008434E-2</c:v>
              </c:pt>
              <c:pt idx="312">
                <c:v>2.4549479465384518E-2</c:v>
              </c:pt>
              <c:pt idx="313">
                <c:v>2.552933080742285E-2</c:v>
              </c:pt>
              <c:pt idx="314">
                <c:v>2.6483987782147712E-2</c:v>
              </c:pt>
              <c:pt idx="315">
                <c:v>2.7412508258382189E-2</c:v>
              </c:pt>
              <c:pt idx="316">
                <c:v>2.8313975898517876E-2</c:v>
              </c:pt>
              <c:pt idx="317">
                <c:v>2.9187501062829465E-2</c:v>
              </c:pt>
              <c:pt idx="318">
                <c:v>3.003222168744174E-2</c:v>
              </c:pt>
              <c:pt idx="319">
                <c:v>3.084730413508258E-2</c:v>
              </c:pt>
              <c:pt idx="320">
                <c:v>3.1631944017782257E-2</c:v>
              </c:pt>
              <c:pt idx="321">
                <c:v>3.2385366990707258E-2</c:v>
              </c:pt>
              <c:pt idx="322">
                <c:v>3.3106829516345172E-2</c:v>
              </c:pt>
              <c:pt idx="323">
                <c:v>3.3795619598286426E-2</c:v>
              </c:pt>
              <c:pt idx="324">
                <c:v>3.4451057483878764E-2</c:v>
              </c:pt>
              <c:pt idx="325">
                <c:v>3.5072496335061099E-2</c:v>
              </c:pt>
              <c:pt idx="326">
                <c:v>3.565932286671452E-2</c:v>
              </c:pt>
              <c:pt idx="327">
                <c:v>3.621095795190072E-2</c:v>
              </c:pt>
              <c:pt idx="328">
                <c:v>3.6726857193390326E-2</c:v>
              </c:pt>
              <c:pt idx="329">
                <c:v>3.7206511460917253E-2</c:v>
              </c:pt>
              <c:pt idx="330">
                <c:v>3.7649447393628833E-2</c:v>
              </c:pt>
              <c:pt idx="331">
                <c:v>3.8055227867235766E-2</c:v>
              </c:pt>
              <c:pt idx="332">
                <c:v>3.8423452425401079E-2</c:v>
              </c:pt>
              <c:pt idx="333">
                <c:v>3.8753757674942151E-2</c:v>
              </c:pt>
              <c:pt idx="334">
                <c:v>3.9045817644455916E-2</c:v>
              </c:pt>
              <c:pt idx="335">
                <c:v>3.9299344106013295E-2</c:v>
              </c:pt>
              <c:pt idx="336">
                <c:v>3.9514086859605356E-2</c:v>
              </c:pt>
              <c:pt idx="337">
                <c:v>3.9689833980060506E-2</c:v>
              </c:pt>
              <c:pt idx="338">
                <c:v>3.9826412026189063E-2</c:v>
              </c:pt>
              <c:pt idx="339">
                <c:v>3.9923686211948764E-2</c:v>
              </c:pt>
              <c:pt idx="340">
                <c:v>3.9981560539462328E-2</c:v>
              </c:pt>
              <c:pt idx="341">
                <c:v>3.9999977893755735E-2</c:v>
              </c:pt>
              <c:pt idx="342">
                <c:v>3.997892009912387E-2</c:v>
              </c:pt>
              <c:pt idx="343">
                <c:v>3.9918407937067683E-2</c:v>
              </c:pt>
              <c:pt idx="344">
                <c:v>3.9818501125785402E-2</c:v>
              </c:pt>
              <c:pt idx="345">
                <c:v>3.9679298261237873E-2</c:v>
              </c:pt>
              <c:pt idx="346">
                <c:v>3.9500936719846239E-2</c:v>
              </c:pt>
              <c:pt idx="347">
                <c:v>3.9283592522918E-2</c:v>
              </c:pt>
              <c:pt idx="348">
                <c:v>3.9027480162935238E-2</c:v>
              </c:pt>
              <c:pt idx="349">
                <c:v>3.8732852391876446E-2</c:v>
              </c:pt>
              <c:pt idx="350">
                <c:v>3.8399999971780813E-2</c:v>
              </c:pt>
              <c:pt idx="351">
                <c:v>3.8029251387801215E-2</c:v>
              </c:pt>
              <c:pt idx="352">
                <c:v>3.7620972524029017E-2</c:v>
              </c:pt>
              <c:pt idx="353">
                <c:v>3.7175566302410652E-2</c:v>
              </c:pt>
              <c:pt idx="354">
                <c:v>3.6693472285112327E-2</c:v>
              </c:pt>
              <c:pt idx="355">
                <c:v>3.6175166240725191E-2</c:v>
              </c:pt>
              <c:pt idx="356">
                <c:v>3.5621159674739201E-2</c:v>
              </c:pt>
              <c:pt idx="357">
                <c:v>3.5031999324748979E-2</c:v>
              </c:pt>
              <c:pt idx="358">
                <c:v>3.4408266620889749E-2</c:v>
              </c:pt>
              <c:pt idx="359">
                <c:v>3.3750577112036086E-2</c:v>
              </c:pt>
              <c:pt idx="360">
                <c:v>3.3059579858329392E-2</c:v>
              </c:pt>
              <c:pt idx="361">
                <c:v>3.2335956790633974E-2</c:v>
              </c:pt>
              <c:pt idx="362">
                <c:v>3.1580422037553575E-2</c:v>
              </c:pt>
              <c:pt idx="363">
                <c:v>3.0793721220672674E-2</c:v>
              </c:pt>
              <c:pt idx="364">
                <c:v>2.9976630718717985E-2</c:v>
              </c:pt>
              <c:pt idx="365">
                <c:v>2.9129956901366404E-2</c:v>
              </c:pt>
              <c:pt idx="366">
                <c:v>2.8254535333455497E-2</c:v>
              </c:pt>
              <c:pt idx="367">
                <c:v>2.7351229950381858E-2</c:v>
              </c:pt>
              <c:pt idx="368">
                <c:v>2.6420932205501201E-2</c:v>
              </c:pt>
              <c:pt idx="369">
                <c:v>2.5464560190371518E-2</c:v>
              </c:pt>
              <c:pt idx="370">
                <c:v>2.4483057728707545E-2</c:v>
              </c:pt>
              <c:pt idx="371">
                <c:v>2.3477393444940722E-2</c:v>
              </c:pt>
              <c:pt idx="372">
                <c:v>2.2448559808303802E-2</c:v>
              </c:pt>
              <c:pt idx="373">
                <c:v>2.1397572153383559E-2</c:v>
              </c:pt>
              <c:pt idx="374">
                <c:v>2.0325467678108122E-2</c:v>
              </c:pt>
              <c:pt idx="375">
                <c:v>1.9233304420157835E-2</c:v>
              </c:pt>
              <c:pt idx="376">
                <c:v>1.8122160212809841E-2</c:v>
              </c:pt>
              <c:pt idx="377">
                <c:v>1.6993131621246726E-2</c:v>
              </c:pt>
              <c:pt idx="378">
                <c:v>1.5847332860379079E-2</c:v>
              </c:pt>
              <c:pt idx="379">
                <c:v>1.4685894695249923E-2</c:v>
              </c:pt>
              <c:pt idx="380">
                <c:v>1.350996332510611E-2</c:v>
              </c:pt>
              <c:pt idx="381">
                <c:v>1.2320699252238058E-2</c:v>
              </c:pt>
              <c:pt idx="382">
                <c:v>1.1119276136704092E-2</c:v>
              </c:pt>
              <c:pt idx="383">
                <c:v>9.9068796380696791E-3</c:v>
              </c:pt>
              <c:pt idx="384">
                <c:v>8.6847062453045618E-3</c:v>
              </c:pt>
              <c:pt idx="385">
                <c:v>7.4539620959926207E-3</c:v>
              </c:pt>
              <c:pt idx="386">
                <c:v>6.2158617860196847E-3</c:v>
              </c:pt>
              <c:pt idx="387">
                <c:v>4.9716271709140366E-3</c:v>
              </c:pt>
              <c:pt idx="388">
                <c:v>3.7224861600225188E-3</c:v>
              </c:pt>
              <c:pt idx="389">
                <c:v>2.4696715047122595E-3</c:v>
              </c:pt>
              <c:pt idx="390">
                <c:v>1.2144195817939039E-3</c:v>
              </c:pt>
              <c:pt idx="391">
                <c:v>-4.2030826633029303E-5</c:v>
              </c:pt>
              <c:pt idx="392">
                <c:v>-1.2984397557085187E-3</c:v>
              </c:pt>
              <c:pt idx="393">
                <c:v>-2.5535672815076545E-3</c:v>
              </c:pt>
              <c:pt idx="394">
                <c:v>-3.8061747446958556E-3</c:v>
              </c:pt>
              <c:pt idx="395">
                <c:v>-5.0550259729360888E-3</c:v>
              </c:pt>
              <c:pt idx="396">
                <c:v>-6.2988885008417161E-3</c:v>
              </c:pt>
              <c:pt idx="397">
                <c:v>-7.5365347862710354E-3</c:v>
              </c:pt>
              <c:pt idx="398">
                <c:v>-8.7667434217631787E-3</c:v>
              </c:pt>
              <c:pt idx="399">
                <c:v>-9.9883003399198027E-3</c:v>
              </c:pt>
              <c:pt idx="400">
                <c:v>-1.1200000011543039E-2</c:v>
              </c:pt>
              <c:pt idx="401">
                <c:v>-1.2400646635347267E-2</c:v>
              </c:pt>
              <c:pt idx="402">
                <c:v>-1.3589055318070619E-2</c:v>
              </c:pt>
              <c:pt idx="403">
                <c:v>-1.4764053243821566E-2</c:v>
              </c:pt>
              <c:pt idx="404">
                <c:v>-1.5924480831506611E-2</c:v>
              </c:pt>
              <c:pt idx="405">
                <c:v>-1.706919287919683E-2</c:v>
              </c:pt>
              <c:pt idx="406">
                <c:v>-1.8197059694303915E-2</c:v>
              </c:pt>
              <c:pt idx="407">
                <c:v>-1.9306968208450358E-2</c:v>
              </c:pt>
              <c:pt idx="408">
                <c:v>-2.0397823075933581E-2</c:v>
              </c:pt>
              <c:pt idx="409">
                <c:v>-2.1468547754699883E-2</c:v>
              </c:pt>
              <c:pt idx="410">
                <c:v>-2.2518085568761476E-2</c:v>
              </c:pt>
              <c:pt idx="411">
                <c:v>-2.3545400751008118E-2</c:v>
              </c:pt>
              <c:pt idx="412">
                <c:v>-2.4549479465384196E-2</c:v>
              </c:pt>
              <c:pt idx="413">
                <c:v>-2.5529330807422514E-2</c:v>
              </c:pt>
              <c:pt idx="414">
                <c:v>-2.6483987782147365E-2</c:v>
              </c:pt>
              <c:pt idx="415">
                <c:v>-2.7412508258381832E-2</c:v>
              </c:pt>
              <c:pt idx="416">
                <c:v>-2.8313975898517502E-2</c:v>
              </c:pt>
              <c:pt idx="417">
                <c:v>-2.9187501062829073E-2</c:v>
              </c:pt>
              <c:pt idx="418">
                <c:v>-3.0032221687441334E-2</c:v>
              </c:pt>
              <c:pt idx="419">
                <c:v>-3.084730413508216E-2</c:v>
              </c:pt>
              <c:pt idx="420">
                <c:v>-3.163194401778182E-2</c:v>
              </c:pt>
              <c:pt idx="421">
                <c:v>-3.2385366990706814E-2</c:v>
              </c:pt>
              <c:pt idx="422">
                <c:v>-3.3106829516344721E-2</c:v>
              </c:pt>
              <c:pt idx="423">
                <c:v>-3.3795619598285961E-2</c:v>
              </c:pt>
              <c:pt idx="424">
                <c:v>-3.4451057483878285E-2</c:v>
              </c:pt>
              <c:pt idx="425">
                <c:v>-3.5072496335060606E-2</c:v>
              </c:pt>
              <c:pt idx="426">
                <c:v>-3.5659322866714013E-2</c:v>
              </c:pt>
              <c:pt idx="427">
                <c:v>-3.6210957951900206E-2</c:v>
              </c:pt>
              <c:pt idx="428">
                <c:v>-3.6726857193389806E-2</c:v>
              </c:pt>
              <c:pt idx="429">
                <c:v>-3.7206511460916733E-2</c:v>
              </c:pt>
              <c:pt idx="430">
                <c:v>-3.7649447393628299E-2</c:v>
              </c:pt>
              <c:pt idx="431">
                <c:v>-3.8055227867235211E-2</c:v>
              </c:pt>
              <c:pt idx="432">
                <c:v>-3.842345242540051E-2</c:v>
              </c:pt>
              <c:pt idx="433">
                <c:v>-3.8753757674941568E-2</c:v>
              </c:pt>
              <c:pt idx="434">
                <c:v>-3.9045817644455326E-2</c:v>
              </c:pt>
              <c:pt idx="435">
                <c:v>-3.9299344106012699E-2</c:v>
              </c:pt>
              <c:pt idx="436">
                <c:v>-3.9514086859604752E-2</c:v>
              </c:pt>
              <c:pt idx="437">
                <c:v>-3.9689833980059888E-2</c:v>
              </c:pt>
              <c:pt idx="438">
                <c:v>-3.9826412026188432E-2</c:v>
              </c:pt>
              <c:pt idx="439">
                <c:v>-3.9923686211948126E-2</c:v>
              </c:pt>
              <c:pt idx="440">
                <c:v>-3.9981560539461676E-2</c:v>
              </c:pt>
              <c:pt idx="441">
                <c:v>-3.9999977893755076E-2</c:v>
              </c:pt>
              <c:pt idx="442">
                <c:v>-3.9978920099123197E-2</c:v>
              </c:pt>
              <c:pt idx="443">
                <c:v>-3.9918407937066996E-2</c:v>
              </c:pt>
              <c:pt idx="444">
                <c:v>-3.9818501125784708E-2</c:v>
              </c:pt>
              <c:pt idx="445">
                <c:v>-3.9679298261237173E-2</c:v>
              </c:pt>
              <c:pt idx="446">
                <c:v>-3.9500936719845524E-2</c:v>
              </c:pt>
              <c:pt idx="447">
                <c:v>-3.9283592522917271E-2</c:v>
              </c:pt>
              <c:pt idx="448">
                <c:v>-3.9027480162934509E-2</c:v>
              </c:pt>
              <c:pt idx="449">
                <c:v>-3.8732852391875711E-2</c:v>
              </c:pt>
              <c:pt idx="450">
                <c:v>-3.8399999971780063E-2</c:v>
              </c:pt>
              <c:pt idx="451">
                <c:v>-3.8029251387800452E-2</c:v>
              </c:pt>
              <c:pt idx="452">
                <c:v>-3.762097252402824E-2</c:v>
              </c:pt>
              <c:pt idx="453">
                <c:v>-3.7175566302409875E-2</c:v>
              </c:pt>
              <c:pt idx="454">
                <c:v>-3.6693472285111536E-2</c:v>
              </c:pt>
              <c:pt idx="455">
                <c:v>-3.6175166240724387E-2</c:v>
              </c:pt>
              <c:pt idx="456">
                <c:v>-3.562115967473839E-2</c:v>
              </c:pt>
              <c:pt idx="457">
                <c:v>-3.5031999324748153E-2</c:v>
              </c:pt>
              <c:pt idx="458">
                <c:v>-3.4408266620888923E-2</c:v>
              </c:pt>
              <c:pt idx="459">
                <c:v>-3.3750577112035253E-2</c:v>
              </c:pt>
              <c:pt idx="460">
                <c:v>-3.3059579858328553E-2</c:v>
              </c:pt>
              <c:pt idx="461">
                <c:v>-3.2335956790633127E-2</c:v>
              </c:pt>
              <c:pt idx="462">
                <c:v>-3.1580422037552729E-2</c:v>
              </c:pt>
              <c:pt idx="463">
                <c:v>-3.0793721220671814E-2</c:v>
              </c:pt>
              <c:pt idx="464">
                <c:v>-2.9976630718717118E-2</c:v>
              </c:pt>
              <c:pt idx="465">
                <c:v>-2.9129956901365533E-2</c:v>
              </c:pt>
              <c:pt idx="466">
                <c:v>-2.8254535333454615E-2</c:v>
              </c:pt>
              <c:pt idx="467">
                <c:v>-2.7351229950380966E-2</c:v>
              </c:pt>
              <c:pt idx="468">
                <c:v>-2.6420932205500305E-2</c:v>
              </c:pt>
              <c:pt idx="469">
                <c:v>-2.5464560190370616E-2</c:v>
              </c:pt>
              <c:pt idx="470">
                <c:v>-2.4483057728706636E-2</c:v>
              </c:pt>
              <c:pt idx="471">
                <c:v>-2.3477393444939806E-2</c:v>
              </c:pt>
              <c:pt idx="472">
                <c:v>-2.2448559808302879E-2</c:v>
              </c:pt>
              <c:pt idx="473">
                <c:v>-2.1397572153382626E-2</c:v>
              </c:pt>
              <c:pt idx="474">
                <c:v>-2.0325467678107181E-2</c:v>
              </c:pt>
              <c:pt idx="475">
                <c:v>-1.9233304420156892E-2</c:v>
              </c:pt>
              <c:pt idx="476">
                <c:v>-1.812216021280889E-2</c:v>
              </c:pt>
              <c:pt idx="477">
                <c:v>-1.6993131621245761E-2</c:v>
              </c:pt>
              <c:pt idx="478">
                <c:v>-1.5847332860378108E-2</c:v>
              </c:pt>
              <c:pt idx="479">
                <c:v>-1.4685894695248941E-2</c:v>
              </c:pt>
              <c:pt idx="480">
                <c:v>-1.3509963325105118E-2</c:v>
              </c:pt>
              <c:pt idx="481">
                <c:v>-1.2320699252237059E-2</c:v>
              </c:pt>
              <c:pt idx="482">
                <c:v>-1.1119276136703087E-2</c:v>
              </c:pt>
              <c:pt idx="483">
                <c:v>-9.9068796380686625E-3</c:v>
              </c:pt>
              <c:pt idx="484">
                <c:v>-8.6847062453035383E-3</c:v>
              </c:pt>
              <c:pt idx="485">
                <c:v>-7.4539620959915912E-3</c:v>
              </c:pt>
              <c:pt idx="486">
                <c:v>-6.2158617860186482E-3</c:v>
              </c:pt>
              <c:pt idx="487">
                <c:v>-4.9716271709129923E-3</c:v>
              </c:pt>
              <c:pt idx="488">
                <c:v>-3.722486160021468E-3</c:v>
              </c:pt>
              <c:pt idx="489">
                <c:v>-2.4696715047112031E-3</c:v>
              </c:pt>
              <c:pt idx="490">
                <c:v>-1.2144195817928416E-3</c:v>
              </c:pt>
              <c:pt idx="491">
                <c:v>4.203082663409468E-5</c:v>
              </c:pt>
              <c:pt idx="492">
                <c:v>1.2984397557095878E-3</c:v>
              </c:pt>
              <c:pt idx="493">
                <c:v>2.5535672815087292E-3</c:v>
              </c:pt>
              <c:pt idx="494">
                <c:v>3.8061747446969363E-3</c:v>
              </c:pt>
              <c:pt idx="495">
                <c:v>5.0550259729371747E-3</c:v>
              </c:pt>
              <c:pt idx="496">
                <c:v>6.2988885008428081E-3</c:v>
              </c:pt>
              <c:pt idx="497">
                <c:v>7.5365347862721361E-3</c:v>
              </c:pt>
              <c:pt idx="498">
                <c:v>8.7667434217642854E-3</c:v>
              </c:pt>
              <c:pt idx="499">
                <c:v>9.9883003399209129E-3</c:v>
              </c:pt>
              <c:pt idx="500">
                <c:v>1.1200000011544154E-2</c:v>
              </c:pt>
              <c:pt idx="501">
                <c:v>1.2400646635348388E-2</c:v>
              </c:pt>
              <c:pt idx="502">
                <c:v>1.3589055318071747E-2</c:v>
              </c:pt>
              <c:pt idx="503">
                <c:v>1.4764053243822703E-2</c:v>
              </c:pt>
              <c:pt idx="504">
                <c:v>1.5924480831507756E-2</c:v>
              </c:pt>
              <c:pt idx="505">
                <c:v>1.7069192879197979E-2</c:v>
              </c:pt>
              <c:pt idx="506">
                <c:v>1.8197059694305066E-2</c:v>
              </c:pt>
              <c:pt idx="507">
                <c:v>1.9306968208451517E-2</c:v>
              </c:pt>
              <c:pt idx="508">
                <c:v>2.0397823075934747E-2</c:v>
              </c:pt>
              <c:pt idx="509">
                <c:v>2.1468547754701056E-2</c:v>
              </c:pt>
              <c:pt idx="510">
                <c:v>2.2518085568762655E-2</c:v>
              </c:pt>
              <c:pt idx="511">
                <c:v>2.3545400751009304E-2</c:v>
              </c:pt>
              <c:pt idx="512">
                <c:v>2.4549479465385389E-2</c:v>
              </c:pt>
              <c:pt idx="513">
                <c:v>2.5529330807423714E-2</c:v>
              </c:pt>
              <c:pt idx="514">
                <c:v>2.6483987782148579E-2</c:v>
              </c:pt>
              <c:pt idx="515">
                <c:v>2.7412508258383053E-2</c:v>
              </c:pt>
              <c:pt idx="516">
                <c:v>2.8313975898518733E-2</c:v>
              </c:pt>
              <c:pt idx="517">
                <c:v>2.9187501062830315E-2</c:v>
              </c:pt>
              <c:pt idx="518">
                <c:v>3.0032221687442587E-2</c:v>
              </c:pt>
              <c:pt idx="519">
                <c:v>3.0847304135083419E-2</c:v>
              </c:pt>
              <c:pt idx="520">
                <c:v>3.163194401778309E-2</c:v>
              </c:pt>
              <c:pt idx="521">
                <c:v>3.2385366990708091E-2</c:v>
              </c:pt>
              <c:pt idx="522">
                <c:v>3.3106829516345998E-2</c:v>
              </c:pt>
              <c:pt idx="523">
                <c:v>3.3795619598287245E-2</c:v>
              </c:pt>
              <c:pt idx="524">
                <c:v>3.4451057483879589E-2</c:v>
              </c:pt>
              <c:pt idx="525">
                <c:v>3.507249633506191E-2</c:v>
              </c:pt>
              <c:pt idx="526">
                <c:v>3.5659322866715325E-2</c:v>
              </c:pt>
              <c:pt idx="527">
                <c:v>3.6210957951901518E-2</c:v>
              </c:pt>
              <c:pt idx="528">
                <c:v>3.6726857193391124E-2</c:v>
              </c:pt>
              <c:pt idx="529">
                <c:v>3.7206511460918051E-2</c:v>
              </c:pt>
              <c:pt idx="530">
                <c:v>3.7649447393629625E-2</c:v>
              </c:pt>
              <c:pt idx="531">
                <c:v>3.8055227867236543E-2</c:v>
              </c:pt>
              <c:pt idx="532">
                <c:v>3.8423452425401849E-2</c:v>
              </c:pt>
              <c:pt idx="533">
                <c:v>3.8753757674942914E-2</c:v>
              </c:pt>
              <c:pt idx="534">
                <c:v>3.9045817644456679E-2</c:v>
              </c:pt>
              <c:pt idx="535">
                <c:v>3.9299344106014052E-2</c:v>
              </c:pt>
              <c:pt idx="536">
                <c:v>3.9514086859606098E-2</c:v>
              </c:pt>
              <c:pt idx="537">
                <c:v>3.9689833980061241E-2</c:v>
              </c:pt>
              <c:pt idx="538">
                <c:v>3.9826412026189799E-2</c:v>
              </c:pt>
              <c:pt idx="539">
                <c:v>3.9923686211949493E-2</c:v>
              </c:pt>
              <c:pt idx="540">
                <c:v>3.998156053946305E-2</c:v>
              </c:pt>
              <c:pt idx="541">
                <c:v>3.999997789375645E-2</c:v>
              </c:pt>
              <c:pt idx="542">
                <c:v>3.9978920099124571E-2</c:v>
              </c:pt>
              <c:pt idx="543">
                <c:v>3.9918407937068384E-2</c:v>
              </c:pt>
              <c:pt idx="544">
                <c:v>3.9818501125786096E-2</c:v>
              </c:pt>
              <c:pt idx="545">
                <c:v>3.967929826123856E-2</c:v>
              </c:pt>
              <c:pt idx="546">
                <c:v>3.9500936719846919E-2</c:v>
              </c:pt>
              <c:pt idx="547">
                <c:v>3.9283592522918673E-2</c:v>
              </c:pt>
              <c:pt idx="548">
                <c:v>3.9027480162935904E-2</c:v>
              </c:pt>
              <c:pt idx="549">
                <c:v>3.8732852391877105E-2</c:v>
              </c:pt>
              <c:pt idx="550">
                <c:v>3.8399999971781465E-2</c:v>
              </c:pt>
              <c:pt idx="551">
                <c:v>3.802925138780186E-2</c:v>
              </c:pt>
              <c:pt idx="552">
                <c:v>3.7620972524029649E-2</c:v>
              </c:pt>
              <c:pt idx="553">
                <c:v>3.7175566302411277E-2</c:v>
              </c:pt>
              <c:pt idx="554">
                <c:v>3.6693472285112938E-2</c:v>
              </c:pt>
              <c:pt idx="555">
                <c:v>3.6175166240725788E-2</c:v>
              </c:pt>
              <c:pt idx="556">
                <c:v>3.5621159674739798E-2</c:v>
              </c:pt>
              <c:pt idx="557">
                <c:v>3.5031999324749562E-2</c:v>
              </c:pt>
              <c:pt idx="558">
                <c:v>3.4408266620890332E-2</c:v>
              </c:pt>
              <c:pt idx="559">
                <c:v>3.3750577112036655E-2</c:v>
              </c:pt>
              <c:pt idx="560">
                <c:v>3.3059579858329954E-2</c:v>
              </c:pt>
              <c:pt idx="561">
                <c:v>3.2335956790634536E-2</c:v>
              </c:pt>
              <c:pt idx="562">
                <c:v>3.158042203755413E-2</c:v>
              </c:pt>
              <c:pt idx="563">
                <c:v>3.0793721220673219E-2</c:v>
              </c:pt>
              <c:pt idx="564">
                <c:v>2.9976630718718523E-2</c:v>
              </c:pt>
              <c:pt idx="565">
                <c:v>2.9129956901366938E-2</c:v>
              </c:pt>
              <c:pt idx="566">
                <c:v>2.8254535333456021E-2</c:v>
              </c:pt>
              <c:pt idx="567">
                <c:v>2.7351229950382371E-2</c:v>
              </c:pt>
              <c:pt idx="568">
                <c:v>2.6420932205501707E-2</c:v>
              </c:pt>
              <c:pt idx="569">
                <c:v>2.5464560190372017E-2</c:v>
              </c:pt>
              <c:pt idx="570">
                <c:v>2.4483057728708037E-2</c:v>
              </c:pt>
              <c:pt idx="571">
                <c:v>2.3477393444941208E-2</c:v>
              </c:pt>
              <c:pt idx="572">
                <c:v>2.2448559808304281E-2</c:v>
              </c:pt>
              <c:pt idx="573">
                <c:v>2.1397572153384028E-2</c:v>
              </c:pt>
              <c:pt idx="574">
                <c:v>2.0325467678108576E-2</c:v>
              </c:pt>
              <c:pt idx="575">
                <c:v>1.9233304420158286E-2</c:v>
              </c:pt>
              <c:pt idx="576">
                <c:v>1.8122160212810282E-2</c:v>
              </c:pt>
              <c:pt idx="577">
                <c:v>1.6993131621247149E-2</c:v>
              </c:pt>
              <c:pt idx="578">
                <c:v>1.5847332860379496E-2</c:v>
              </c:pt>
              <c:pt idx="579">
                <c:v>1.4685894695250329E-2</c:v>
              </c:pt>
              <c:pt idx="580">
                <c:v>1.3509963325106506E-2</c:v>
              </c:pt>
              <c:pt idx="581">
                <c:v>1.2320699252238441E-2</c:v>
              </c:pt>
              <c:pt idx="582">
                <c:v>1.1119276136704465E-2</c:v>
              </c:pt>
              <c:pt idx="583">
                <c:v>9.9068796380700364E-3</c:v>
              </c:pt>
              <c:pt idx="584">
                <c:v>8.684706245304907E-3</c:v>
              </c:pt>
              <c:pt idx="585">
                <c:v>7.4539620959929555E-3</c:v>
              </c:pt>
              <c:pt idx="586">
                <c:v>6.21586178602001E-3</c:v>
              </c:pt>
              <c:pt idx="587">
                <c:v>4.9716271709143514E-3</c:v>
              </c:pt>
              <c:pt idx="588">
                <c:v>3.7224861600228232E-3</c:v>
              </c:pt>
              <c:pt idx="589">
                <c:v>2.469671504712554E-3</c:v>
              </c:pt>
              <c:pt idx="590">
                <c:v>1.2144195817941883E-3</c:v>
              </c:pt>
              <c:pt idx="591">
                <c:v>-4.2030826632754369E-5</c:v>
              </c:pt>
              <c:pt idx="592">
                <c:v>-1.2984397557082527E-3</c:v>
              </c:pt>
              <c:pt idx="593">
                <c:v>-2.5535672815073982E-3</c:v>
              </c:pt>
              <c:pt idx="594">
                <c:v>-3.8061747446956093E-3</c:v>
              </c:pt>
              <c:pt idx="595">
                <c:v>-5.0550259729358503E-3</c:v>
              </c:pt>
              <c:pt idx="596">
                <c:v>-6.2988885008414845E-3</c:v>
              </c:pt>
              <c:pt idx="597">
                <c:v>-7.5365347862708142E-3</c:v>
              </c:pt>
              <c:pt idx="598">
                <c:v>-8.7667434217629635E-3</c:v>
              </c:pt>
              <c:pt idx="599">
                <c:v>-9.988300339919591E-3</c:v>
              </c:pt>
              <c:pt idx="600">
                <c:v>-1.1200000011542831E-2</c:v>
              </c:pt>
            </c:numLit>
          </c:yVal>
          <c:smooth val="1"/>
          <c:extLst>
            <c:ext xmlns:c16="http://schemas.microsoft.com/office/drawing/2014/chart" uri="{C3380CC4-5D6E-409C-BE32-E72D297353CC}">
              <c16:uniqueId val="{00000001-359D-4102-9C1A-1698B8C7A888}"/>
            </c:ext>
          </c:extLst>
        </c:ser>
        <c:dLbls>
          <c:showLegendKey val="0"/>
          <c:showVal val="0"/>
          <c:showCatName val="0"/>
          <c:showSerName val="0"/>
          <c:showPercent val="0"/>
          <c:showBubbleSize val="0"/>
        </c:dLbls>
        <c:axId val="48650112"/>
        <c:axId val="48672768"/>
      </c:scatterChart>
      <c:valAx>
        <c:axId val="48672768"/>
        <c:scaling>
          <c:orientation val="minMax"/>
          <c:max val="1.2"/>
          <c:min val="-1.2"/>
        </c:scaling>
        <c:delete val="0"/>
        <c:axPos val="l"/>
        <c:majorGridlines>
          <c:spPr>
            <a:ln w="9525">
              <a:solidFill>
                <a:srgbClr val="DFE6EE"/>
              </a:solidFill>
              <a:prstDash val="solid"/>
            </a:ln>
          </c:spPr>
        </c:majorGridlines>
        <c:title>
          <c:tx>
            <c:rich>
              <a:bodyPr/>
              <a:lstStyle/>
              <a:p>
                <a:r>
                  <a:rPr sz="1650">
                    <a:solidFill>
                      <a:srgbClr val="172F46"/>
                    </a:solidFill>
                    <a:latin typeface="Arial"/>
                    <a:ea typeface="Arial"/>
                    <a:cs typeface="Arial"/>
                  </a:rPr>
                  <a:t>Normalized amplitude</a:t>
                </a:r>
              </a:p>
            </c:rich>
          </c:tx>
          <c:overlay val="0"/>
        </c:title>
        <c:numFmt formatCode="0.0" sourceLinked="1"/>
        <c:majorTickMark val="none"/>
        <c:minorTickMark val="none"/>
        <c:tickLblPos val="nextTo"/>
        <c:spPr>
          <a:ln w="9525">
            <a:solidFill>
              <a:srgbClr val="D4D4D4"/>
            </a:solidFill>
            <a:prstDash val="solid"/>
          </a:ln>
        </c:spPr>
        <c:txPr>
          <a:bodyPr anchorCtr="1"/>
          <a:lstStyle/>
          <a:p>
            <a:pPr>
              <a:defRPr sz="1650">
                <a:solidFill>
                  <a:srgbClr val="172F46"/>
                </a:solidFill>
                <a:latin typeface="Arial"/>
                <a:ea typeface="Arial"/>
                <a:cs typeface="Arial"/>
              </a:defRPr>
            </a:pPr>
            <a:endParaRPr lang="zh-CN"/>
          </a:p>
        </c:txPr>
        <c:crossAx val="48650112"/>
        <c:crosses val="autoZero"/>
        <c:crossBetween val="midCat"/>
        <c:majorUnit val="1.2"/>
      </c:valAx>
      <c:valAx>
        <c:axId val="48650112"/>
        <c:scaling>
          <c:orientation val="minMax"/>
          <c:max val="0.6"/>
          <c:min val="0"/>
        </c:scaling>
        <c:delete val="0"/>
        <c:axPos val="b"/>
        <c:majorGridlines>
          <c:spPr>
            <a:ln w="9525">
              <a:solidFill>
                <a:srgbClr val="DFE6EE"/>
              </a:solidFill>
              <a:prstDash val="solid"/>
            </a:ln>
          </c:spPr>
        </c:majorGridlines>
        <c:title>
          <c:tx>
            <c:rich>
              <a:bodyPr/>
              <a:lstStyle/>
              <a:p>
                <a:r>
                  <a:rPr sz="1650">
                    <a:solidFill>
                      <a:srgbClr val="172F46"/>
                    </a:solidFill>
                    <a:latin typeface="Arial"/>
                    <a:ea typeface="Arial"/>
                    <a:cs typeface="Arial"/>
                  </a:rPr>
                  <a:t>Time (ms)</a:t>
                </a:r>
              </a:p>
            </c:rich>
          </c:tx>
          <c:overlay val="0"/>
        </c:title>
        <c:numFmt formatCode="General" sourceLinked="1"/>
        <c:majorTickMark val="none"/>
        <c:minorTickMark val="none"/>
        <c:tickLblPos val="low"/>
        <c:spPr>
          <a:ln w="9525">
            <a:solidFill>
              <a:srgbClr val="D4D4D4"/>
            </a:solidFill>
            <a:prstDash val="solid"/>
          </a:ln>
        </c:spPr>
        <c:txPr>
          <a:bodyPr anchorCtr="1"/>
          <a:lstStyle/>
          <a:p>
            <a:pPr>
              <a:defRPr sz="1650">
                <a:solidFill>
                  <a:srgbClr val="172F46"/>
                </a:solidFill>
                <a:latin typeface="Arial"/>
                <a:ea typeface="Arial"/>
                <a:cs typeface="Arial"/>
              </a:defRPr>
            </a:pPr>
            <a:endParaRPr lang="zh-CN"/>
          </a:p>
        </c:txPr>
        <c:crossAx val="48672768"/>
        <c:crosses val="autoZero"/>
        <c:crossBetween val="midCat"/>
      </c:valAx>
      <c:spPr>
        <a:solidFill>
          <a:srgbClr val="FFFFFF"/>
        </a:solidFill>
      </c:spPr>
    </c:plotArea>
    <c:legend>
      <c:legendPos val="b"/>
      <c:overlay val="0"/>
      <c:txPr>
        <a:bodyPr anchorCtr="1"/>
        <a:lstStyle/>
        <a:p>
          <a:pPr>
            <a:defRPr sz="1650">
              <a:solidFill>
                <a:srgbClr val="172F46"/>
              </a:solidFill>
              <a:latin typeface="Arial"/>
              <a:ea typeface="Arial"/>
              <a:cs typeface="Arial"/>
            </a:defRPr>
          </a:pPr>
          <a:endParaRPr lang="zh-CN"/>
        </a:p>
      </c:txPr>
    </c:legend>
    <c:plotVisOnly val="1"/>
    <c:dispBlanksAs val="zero"/>
    <c:showDLblsOverMax val="1"/>
  </c:chart>
  <c:spPr>
    <a:solidFill>
      <a:srgbClr val="FFFFFF"/>
    </a:solidFill>
  </c:spPr>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0"/>
        <c:ser>
          <c:idx val="0"/>
          <c:order val="0"/>
          <c:tx>
            <c:v>Output displacement</c:v>
          </c:tx>
          <c:spPr>
            <a:ln w="24765">
              <a:solidFill>
                <a:srgbClr val="245B9B"/>
              </a:solidFill>
              <a:prstDash val="solid"/>
            </a:ln>
          </c:spPr>
          <c:marker>
            <c:symbol val="none"/>
          </c:marker>
          <c:xVal>
            <c:numLit>
              <c:formatCode>General</c:formatCode>
              <c:ptCount val="601"/>
              <c:pt idx="0">
                <c:v>0</c:v>
              </c:pt>
              <c:pt idx="1">
                <c:v>1.0000000000010001E-3</c:v>
              </c:pt>
              <c:pt idx="2">
                <c:v>1.9999999999985307E-3</c:v>
              </c:pt>
              <c:pt idx="3">
                <c:v>2.9999999999995308E-3</c:v>
              </c:pt>
              <c:pt idx="4">
                <c:v>4.0000000000005309E-3</c:v>
              </c:pt>
              <c:pt idx="5">
                <c:v>4.9999999999980616E-3</c:v>
              </c:pt>
              <c:pt idx="6">
                <c:v>5.9999999999990616E-3</c:v>
              </c:pt>
              <c:pt idx="7">
                <c:v>7.0000000000000617E-3</c:v>
              </c:pt>
              <c:pt idx="8">
                <c:v>8.0000000000010618E-3</c:v>
              </c:pt>
              <c:pt idx="9">
                <c:v>8.9999999999985925E-3</c:v>
              </c:pt>
              <c:pt idx="10">
                <c:v>9.9999999999995925E-3</c:v>
              </c:pt>
              <c:pt idx="11">
                <c:v>1.1000000000000593E-2</c:v>
              </c:pt>
              <c:pt idx="12">
                <c:v>1.1999999999998123E-2</c:v>
              </c:pt>
              <c:pt idx="13">
                <c:v>1.2999999999999123E-2</c:v>
              </c:pt>
              <c:pt idx="14">
                <c:v>1.4000000000000123E-2</c:v>
              </c:pt>
              <c:pt idx="15">
                <c:v>1.5000000000001124E-2</c:v>
              </c:pt>
              <c:pt idx="16">
                <c:v>1.5999999999998654E-2</c:v>
              </c:pt>
              <c:pt idx="17">
                <c:v>1.6999999999999654E-2</c:v>
              </c:pt>
              <c:pt idx="18">
                <c:v>1.8000000000000654E-2</c:v>
              </c:pt>
              <c:pt idx="19">
                <c:v>1.8999999999998185E-2</c:v>
              </c:pt>
              <c:pt idx="20">
                <c:v>1.9999999999999185E-2</c:v>
              </c:pt>
              <c:pt idx="21">
                <c:v>2.1000000000000185E-2</c:v>
              </c:pt>
              <c:pt idx="22">
                <c:v>2.2000000000001185E-2</c:v>
              </c:pt>
              <c:pt idx="23">
                <c:v>2.2999999999998716E-2</c:v>
              </c:pt>
              <c:pt idx="24">
                <c:v>2.3999999999999716E-2</c:v>
              </c:pt>
              <c:pt idx="25">
                <c:v>2.5000000000000716E-2</c:v>
              </c:pt>
              <c:pt idx="26">
                <c:v>2.5999999999998247E-2</c:v>
              </c:pt>
              <c:pt idx="27">
                <c:v>2.6999999999999247E-2</c:v>
              </c:pt>
              <c:pt idx="28">
                <c:v>2.8000000000000247E-2</c:v>
              </c:pt>
              <c:pt idx="29">
                <c:v>2.9000000000001247E-2</c:v>
              </c:pt>
              <c:pt idx="30">
                <c:v>2.9999999999998778E-2</c:v>
              </c:pt>
              <c:pt idx="31">
                <c:v>3.0999999999999778E-2</c:v>
              </c:pt>
              <c:pt idx="32">
                <c:v>3.2000000000000778E-2</c:v>
              </c:pt>
              <c:pt idx="33">
                <c:v>3.2999999999998308E-2</c:v>
              </c:pt>
              <c:pt idx="34">
                <c:v>3.3999999999999309E-2</c:v>
              </c:pt>
              <c:pt idx="35">
                <c:v>3.5000000000000309E-2</c:v>
              </c:pt>
              <c:pt idx="36">
                <c:v>3.6000000000001309E-2</c:v>
              </c:pt>
              <c:pt idx="37">
                <c:v>3.6999999999998839E-2</c:v>
              </c:pt>
              <c:pt idx="38">
                <c:v>3.7999999999999839E-2</c:v>
              </c:pt>
              <c:pt idx="39">
                <c:v>3.900000000000084E-2</c:v>
              </c:pt>
              <c:pt idx="40">
                <c:v>3.999999999999837E-2</c:v>
              </c:pt>
              <c:pt idx="41">
                <c:v>4.099999999999937E-2</c:v>
              </c:pt>
              <c:pt idx="42">
                <c:v>4.200000000000037E-2</c:v>
              </c:pt>
              <c:pt idx="43">
                <c:v>4.2999999999997901E-2</c:v>
              </c:pt>
              <c:pt idx="44">
                <c:v>4.3999999999998901E-2</c:v>
              </c:pt>
              <c:pt idx="45">
                <c:v>4.4999999999999901E-2</c:v>
              </c:pt>
              <c:pt idx="46">
                <c:v>4.6000000000000901E-2</c:v>
              </c:pt>
              <c:pt idx="47">
                <c:v>4.6999999999998432E-2</c:v>
              </c:pt>
              <c:pt idx="48">
                <c:v>4.7999999999999432E-2</c:v>
              </c:pt>
              <c:pt idx="49">
                <c:v>4.9000000000000432E-2</c:v>
              </c:pt>
              <c:pt idx="50">
                <c:v>4.9999999999997963E-2</c:v>
              </c:pt>
              <c:pt idx="51">
                <c:v>5.0999999999998963E-2</c:v>
              </c:pt>
              <c:pt idx="52">
                <c:v>5.1999999999999963E-2</c:v>
              </c:pt>
              <c:pt idx="53">
                <c:v>5.3000000000000963E-2</c:v>
              </c:pt>
              <c:pt idx="54">
                <c:v>5.3999999999998494E-2</c:v>
              </c:pt>
              <c:pt idx="55">
                <c:v>5.4999999999999494E-2</c:v>
              </c:pt>
              <c:pt idx="56">
                <c:v>5.6000000000000494E-2</c:v>
              </c:pt>
              <c:pt idx="57">
                <c:v>5.6999999999998024E-2</c:v>
              </c:pt>
              <c:pt idx="58">
                <c:v>5.7999999999999025E-2</c:v>
              </c:pt>
              <c:pt idx="59">
                <c:v>5.9000000000000025E-2</c:v>
              </c:pt>
              <c:pt idx="60">
                <c:v>6.0000000000001025E-2</c:v>
              </c:pt>
              <c:pt idx="61">
                <c:v>6.0999999999998555E-2</c:v>
              </c:pt>
              <c:pt idx="62">
                <c:v>6.1999999999999555E-2</c:v>
              </c:pt>
              <c:pt idx="63">
                <c:v>6.3000000000000556E-2</c:v>
              </c:pt>
              <c:pt idx="64">
                <c:v>6.3999999999998086E-2</c:v>
              </c:pt>
              <c:pt idx="65">
                <c:v>6.4999999999999086E-2</c:v>
              </c:pt>
              <c:pt idx="66">
                <c:v>6.6000000000000086E-2</c:v>
              </c:pt>
              <c:pt idx="67">
                <c:v>6.7000000000001086E-2</c:v>
              </c:pt>
              <c:pt idx="68">
                <c:v>6.7999999999998617E-2</c:v>
              </c:pt>
              <c:pt idx="69">
                <c:v>6.8999999999999617E-2</c:v>
              </c:pt>
              <c:pt idx="70">
                <c:v>7.0000000000000617E-2</c:v>
              </c:pt>
              <c:pt idx="71">
                <c:v>7.0999999999998148E-2</c:v>
              </c:pt>
              <c:pt idx="72">
                <c:v>7.1999999999999148E-2</c:v>
              </c:pt>
              <c:pt idx="73">
                <c:v>7.3000000000000148E-2</c:v>
              </c:pt>
              <c:pt idx="74">
                <c:v>7.4000000000001148E-2</c:v>
              </c:pt>
              <c:pt idx="75">
                <c:v>7.4999999999998679E-2</c:v>
              </c:pt>
              <c:pt idx="76">
                <c:v>7.5999999999999679E-2</c:v>
              </c:pt>
              <c:pt idx="77">
                <c:v>7.7000000000000679E-2</c:v>
              </c:pt>
              <c:pt idx="78">
                <c:v>7.799999999999821E-2</c:v>
              </c:pt>
              <c:pt idx="79">
                <c:v>7.899999999999921E-2</c:v>
              </c:pt>
              <c:pt idx="80">
                <c:v>8.000000000000021E-2</c:v>
              </c:pt>
              <c:pt idx="81">
                <c:v>8.100000000000121E-2</c:v>
              </c:pt>
              <c:pt idx="82">
                <c:v>8.1999999999998741E-2</c:v>
              </c:pt>
              <c:pt idx="83">
                <c:v>8.2999999999999741E-2</c:v>
              </c:pt>
              <c:pt idx="84">
                <c:v>8.4000000000000741E-2</c:v>
              </c:pt>
              <c:pt idx="85">
                <c:v>8.4999999999998271E-2</c:v>
              </c:pt>
              <c:pt idx="86">
                <c:v>8.5999999999999271E-2</c:v>
              </c:pt>
              <c:pt idx="87">
                <c:v>8.7000000000000272E-2</c:v>
              </c:pt>
              <c:pt idx="88">
                <c:v>8.8000000000001272E-2</c:v>
              </c:pt>
              <c:pt idx="89">
                <c:v>8.8999999999998802E-2</c:v>
              </c:pt>
              <c:pt idx="90">
                <c:v>8.9999999999999802E-2</c:v>
              </c:pt>
              <c:pt idx="91">
                <c:v>9.1000000000000802E-2</c:v>
              </c:pt>
              <c:pt idx="92">
                <c:v>9.1999999999998333E-2</c:v>
              </c:pt>
              <c:pt idx="93">
                <c:v>9.2999999999999333E-2</c:v>
              </c:pt>
              <c:pt idx="94">
                <c:v>9.4000000000000333E-2</c:v>
              </c:pt>
              <c:pt idx="95">
                <c:v>9.5000000000001333E-2</c:v>
              </c:pt>
              <c:pt idx="96">
                <c:v>9.5999999999998864E-2</c:v>
              </c:pt>
              <c:pt idx="97">
                <c:v>9.6999999999999864E-2</c:v>
              </c:pt>
              <c:pt idx="98">
                <c:v>9.8000000000000864E-2</c:v>
              </c:pt>
              <c:pt idx="99">
                <c:v>9.8999999999998395E-2</c:v>
              </c:pt>
              <c:pt idx="100">
                <c:v>9.9999999999999395E-2</c:v>
              </c:pt>
              <c:pt idx="101">
                <c:v>0.1010000000000004</c:v>
              </c:pt>
              <c:pt idx="102">
                <c:v>0.10199999999999793</c:v>
              </c:pt>
              <c:pt idx="103">
                <c:v>0.10299999999999893</c:v>
              </c:pt>
              <c:pt idx="104">
                <c:v>0.10399999999999993</c:v>
              </c:pt>
              <c:pt idx="105">
                <c:v>0.10500000000000093</c:v>
              </c:pt>
              <c:pt idx="106">
                <c:v>0.10599999999999846</c:v>
              </c:pt>
              <c:pt idx="107">
                <c:v>0.10699999999999946</c:v>
              </c:pt>
              <c:pt idx="108">
                <c:v>0.10800000000000046</c:v>
              </c:pt>
              <c:pt idx="109">
                <c:v>0.10899999999999799</c:v>
              </c:pt>
              <c:pt idx="110">
                <c:v>0.10999999999999899</c:v>
              </c:pt>
              <c:pt idx="111">
                <c:v>0.11099999999999999</c:v>
              </c:pt>
              <c:pt idx="112">
                <c:v>0.11200000000000099</c:v>
              </c:pt>
              <c:pt idx="113">
                <c:v>0.11299999999999852</c:v>
              </c:pt>
              <c:pt idx="114">
                <c:v>0.11399999999999952</c:v>
              </c:pt>
              <c:pt idx="115">
                <c:v>0.11500000000000052</c:v>
              </c:pt>
              <c:pt idx="116">
                <c:v>0.11599999999999805</c:v>
              </c:pt>
              <c:pt idx="117">
                <c:v>0.11699999999999905</c:v>
              </c:pt>
              <c:pt idx="118">
                <c:v>0.11800000000000005</c:v>
              </c:pt>
              <c:pt idx="119">
                <c:v>0.11900000000000105</c:v>
              </c:pt>
              <c:pt idx="120">
                <c:v>0.11999999999999858</c:v>
              </c:pt>
              <c:pt idx="121">
                <c:v>0.12099999999999958</c:v>
              </c:pt>
              <c:pt idx="122">
                <c:v>0.12200000000000058</c:v>
              </c:pt>
              <c:pt idx="123">
                <c:v>0.12299999999999811</c:v>
              </c:pt>
              <c:pt idx="124">
                <c:v>0.12399999999999911</c:v>
              </c:pt>
              <c:pt idx="125">
                <c:v>0.12500000000000011</c:v>
              </c:pt>
              <c:pt idx="126">
                <c:v>0.12600000000000111</c:v>
              </c:pt>
              <c:pt idx="127">
                <c:v>0.12699999999999864</c:v>
              </c:pt>
              <c:pt idx="128">
                <c:v>0.12799999999999964</c:v>
              </c:pt>
              <c:pt idx="129">
                <c:v>0.12900000000000064</c:v>
              </c:pt>
              <c:pt idx="130">
                <c:v>0.12999999999999817</c:v>
              </c:pt>
              <c:pt idx="131">
                <c:v>0.13099999999999917</c:v>
              </c:pt>
              <c:pt idx="132">
                <c:v>0.13200000000000017</c:v>
              </c:pt>
              <c:pt idx="133">
                <c:v>0.13300000000000117</c:v>
              </c:pt>
              <c:pt idx="134">
                <c:v>0.1339999999999987</c:v>
              </c:pt>
              <c:pt idx="135">
                <c:v>0.1349999999999997</c:v>
              </c:pt>
              <c:pt idx="136">
                <c:v>0.1360000000000007</c:v>
              </c:pt>
              <c:pt idx="137">
                <c:v>0.13699999999999823</c:v>
              </c:pt>
              <c:pt idx="138">
                <c:v>0.13799999999999923</c:v>
              </c:pt>
              <c:pt idx="139">
                <c:v>0.13900000000000023</c:v>
              </c:pt>
              <c:pt idx="140">
                <c:v>0.14000000000000123</c:v>
              </c:pt>
              <c:pt idx="141">
                <c:v>0.14099999999999877</c:v>
              </c:pt>
              <c:pt idx="142">
                <c:v>0.14199999999999977</c:v>
              </c:pt>
              <c:pt idx="143">
                <c:v>0.14300000000000077</c:v>
              </c:pt>
              <c:pt idx="144">
                <c:v>0.1439999999999983</c:v>
              </c:pt>
              <c:pt idx="145">
                <c:v>0.1449999999999993</c:v>
              </c:pt>
              <c:pt idx="146">
                <c:v>0.1460000000000003</c:v>
              </c:pt>
              <c:pt idx="147">
                <c:v>0.1470000000000013</c:v>
              </c:pt>
              <c:pt idx="148">
                <c:v>0.14799999999999883</c:v>
              </c:pt>
              <c:pt idx="149">
                <c:v>0.14899999999999983</c:v>
              </c:pt>
              <c:pt idx="150">
                <c:v>0.15000000000000083</c:v>
              </c:pt>
              <c:pt idx="151">
                <c:v>0.15099999999999836</c:v>
              </c:pt>
              <c:pt idx="152">
                <c:v>0.15199999999999936</c:v>
              </c:pt>
              <c:pt idx="153">
                <c:v>0.15300000000000036</c:v>
              </c:pt>
              <c:pt idx="154">
                <c:v>0.15399999999999789</c:v>
              </c:pt>
              <c:pt idx="155">
                <c:v>0.15499999999999889</c:v>
              </c:pt>
              <c:pt idx="156">
                <c:v>0.15599999999999989</c:v>
              </c:pt>
              <c:pt idx="157">
                <c:v>0.15700000000000089</c:v>
              </c:pt>
              <c:pt idx="158">
                <c:v>0.15799999999999842</c:v>
              </c:pt>
              <c:pt idx="159">
                <c:v>0.15899999999999942</c:v>
              </c:pt>
              <c:pt idx="160">
                <c:v>0.16000000000000042</c:v>
              </c:pt>
              <c:pt idx="161">
                <c:v>0.16099999999999795</c:v>
              </c:pt>
              <c:pt idx="162">
                <c:v>0.16199999999999895</c:v>
              </c:pt>
              <c:pt idx="163">
                <c:v>0.16299999999999995</c:v>
              </c:pt>
              <c:pt idx="164">
                <c:v>0.16400000000000095</c:v>
              </c:pt>
              <c:pt idx="165">
                <c:v>0.16499999999999848</c:v>
              </c:pt>
              <c:pt idx="166">
                <c:v>0.16599999999999948</c:v>
              </c:pt>
              <c:pt idx="167">
                <c:v>0.16700000000000048</c:v>
              </c:pt>
              <c:pt idx="168">
                <c:v>0.16799999999999801</c:v>
              </c:pt>
              <c:pt idx="169">
                <c:v>0.16899999999999901</c:v>
              </c:pt>
              <c:pt idx="170">
                <c:v>0.17</c:v>
              </c:pt>
              <c:pt idx="171">
                <c:v>0.17100000000000101</c:v>
              </c:pt>
              <c:pt idx="172">
                <c:v>0.17199999999999854</c:v>
              </c:pt>
              <c:pt idx="173">
                <c:v>0.17299999999999954</c:v>
              </c:pt>
              <c:pt idx="174">
                <c:v>0.17400000000000054</c:v>
              </c:pt>
              <c:pt idx="175">
                <c:v>0.17499999999999807</c:v>
              </c:pt>
              <c:pt idx="176">
                <c:v>0.17599999999999907</c:v>
              </c:pt>
              <c:pt idx="177">
                <c:v>0.17700000000000007</c:v>
              </c:pt>
              <c:pt idx="178">
                <c:v>0.17800000000000107</c:v>
              </c:pt>
              <c:pt idx="179">
                <c:v>0.1789999999999986</c:v>
              </c:pt>
              <c:pt idx="180">
                <c:v>0.1799999999999996</c:v>
              </c:pt>
              <c:pt idx="181">
                <c:v>0.1810000000000006</c:v>
              </c:pt>
              <c:pt idx="182">
                <c:v>0.18199999999999814</c:v>
              </c:pt>
              <c:pt idx="183">
                <c:v>0.18299999999999914</c:v>
              </c:pt>
              <c:pt idx="184">
                <c:v>0.18400000000000014</c:v>
              </c:pt>
              <c:pt idx="185">
                <c:v>0.18500000000000114</c:v>
              </c:pt>
              <c:pt idx="186">
                <c:v>0.18599999999999867</c:v>
              </c:pt>
              <c:pt idx="187">
                <c:v>0.18699999999999967</c:v>
              </c:pt>
              <c:pt idx="188">
                <c:v>0.18800000000000067</c:v>
              </c:pt>
              <c:pt idx="189">
                <c:v>0.1889999999999982</c:v>
              </c:pt>
              <c:pt idx="190">
                <c:v>0.1899999999999992</c:v>
              </c:pt>
              <c:pt idx="191">
                <c:v>0.1910000000000002</c:v>
              </c:pt>
              <c:pt idx="192">
                <c:v>0.1920000000000012</c:v>
              </c:pt>
              <c:pt idx="193">
                <c:v>0.19299999999999873</c:v>
              </c:pt>
              <c:pt idx="194">
                <c:v>0.19399999999999973</c:v>
              </c:pt>
              <c:pt idx="195">
                <c:v>0.19500000000000073</c:v>
              </c:pt>
              <c:pt idx="196">
                <c:v>0.19599999999999826</c:v>
              </c:pt>
              <c:pt idx="197">
                <c:v>0.19699999999999926</c:v>
              </c:pt>
              <c:pt idx="198">
                <c:v>0.19800000000000026</c:v>
              </c:pt>
              <c:pt idx="199">
                <c:v>0.19900000000000126</c:v>
              </c:pt>
              <c:pt idx="200">
                <c:v>0.19999999999999879</c:v>
              </c:pt>
              <c:pt idx="201">
                <c:v>0.20099999999999979</c:v>
              </c:pt>
              <c:pt idx="202">
                <c:v>0.20200000000000079</c:v>
              </c:pt>
              <c:pt idx="203">
                <c:v>0.20299999999999832</c:v>
              </c:pt>
              <c:pt idx="204">
                <c:v>0.20399999999999932</c:v>
              </c:pt>
              <c:pt idx="205">
                <c:v>0.20500000000000032</c:v>
              </c:pt>
              <c:pt idx="206">
                <c:v>0.20600000000000132</c:v>
              </c:pt>
              <c:pt idx="207">
                <c:v>0.20699999999999885</c:v>
              </c:pt>
              <c:pt idx="208">
                <c:v>0.20799999999999985</c:v>
              </c:pt>
              <c:pt idx="209">
                <c:v>0.20900000000000085</c:v>
              </c:pt>
              <c:pt idx="210">
                <c:v>0.20999999999999838</c:v>
              </c:pt>
              <c:pt idx="211">
                <c:v>0.21099999999999938</c:v>
              </c:pt>
              <c:pt idx="212">
                <c:v>0.21200000000000038</c:v>
              </c:pt>
              <c:pt idx="213">
                <c:v>0.21299999999999791</c:v>
              </c:pt>
              <c:pt idx="214">
                <c:v>0.21399999999999891</c:v>
              </c:pt>
              <c:pt idx="215">
                <c:v>0.21499999999999991</c:v>
              </c:pt>
              <c:pt idx="216">
                <c:v>0.21600000000000091</c:v>
              </c:pt>
              <c:pt idx="217">
                <c:v>0.21699999999999844</c:v>
              </c:pt>
              <c:pt idx="218">
                <c:v>0.21799999999999944</c:v>
              </c:pt>
              <c:pt idx="219">
                <c:v>0.21900000000000044</c:v>
              </c:pt>
              <c:pt idx="220">
                <c:v>0.21999999999999797</c:v>
              </c:pt>
              <c:pt idx="221">
                <c:v>0.22099999999999898</c:v>
              </c:pt>
              <c:pt idx="222">
                <c:v>0.22199999999999998</c:v>
              </c:pt>
              <c:pt idx="223">
                <c:v>0.22300000000000098</c:v>
              </c:pt>
              <c:pt idx="224">
                <c:v>0.22399999999999851</c:v>
              </c:pt>
              <c:pt idx="225">
                <c:v>0.22499999999999951</c:v>
              </c:pt>
              <c:pt idx="226">
                <c:v>0.22600000000000051</c:v>
              </c:pt>
              <c:pt idx="227">
                <c:v>0.22699999999999804</c:v>
              </c:pt>
              <c:pt idx="228">
                <c:v>0.22799999999999904</c:v>
              </c:pt>
              <c:pt idx="229">
                <c:v>0.22900000000000004</c:v>
              </c:pt>
              <c:pt idx="230">
                <c:v>0.23000000000000104</c:v>
              </c:pt>
              <c:pt idx="231">
                <c:v>0.23099999999999857</c:v>
              </c:pt>
              <c:pt idx="232">
                <c:v>0.23199999999999957</c:v>
              </c:pt>
              <c:pt idx="233">
                <c:v>0.23300000000000057</c:v>
              </c:pt>
              <c:pt idx="234">
                <c:v>0.2339999999999981</c:v>
              </c:pt>
              <c:pt idx="235">
                <c:v>0.2349999999999991</c:v>
              </c:pt>
              <c:pt idx="236">
                <c:v>0.2360000000000001</c:v>
              </c:pt>
              <c:pt idx="237">
                <c:v>0.2370000000000011</c:v>
              </c:pt>
              <c:pt idx="238">
                <c:v>0.23799999999999863</c:v>
              </c:pt>
              <c:pt idx="239">
                <c:v>0.23899999999999963</c:v>
              </c:pt>
              <c:pt idx="240">
                <c:v>0.24000000000000063</c:v>
              </c:pt>
              <c:pt idx="241">
                <c:v>0.24099999999999816</c:v>
              </c:pt>
              <c:pt idx="242">
                <c:v>0.24199999999999916</c:v>
              </c:pt>
              <c:pt idx="243">
                <c:v>0.24300000000000016</c:v>
              </c:pt>
              <c:pt idx="244">
                <c:v>0.24400000000000116</c:v>
              </c:pt>
              <c:pt idx="245">
                <c:v>0.24499999999999869</c:v>
              </c:pt>
              <c:pt idx="246">
                <c:v>0.24599999999999969</c:v>
              </c:pt>
              <c:pt idx="247">
                <c:v>0.24700000000000069</c:v>
              </c:pt>
              <c:pt idx="248">
                <c:v>0.24799999999999822</c:v>
              </c:pt>
              <c:pt idx="249">
                <c:v>0.24899999999999922</c:v>
              </c:pt>
              <c:pt idx="250">
                <c:v>0.25000000000000022</c:v>
              </c:pt>
              <c:pt idx="251">
                <c:v>0.25100000000000122</c:v>
              </c:pt>
              <c:pt idx="252">
                <c:v>0.25199999999999878</c:v>
              </c:pt>
              <c:pt idx="253">
                <c:v>0.25299999999999978</c:v>
              </c:pt>
              <c:pt idx="254">
                <c:v>0.25400000000000078</c:v>
              </c:pt>
              <c:pt idx="255">
                <c:v>0.25499999999999828</c:v>
              </c:pt>
              <c:pt idx="256">
                <c:v>0.25599999999999928</c:v>
              </c:pt>
              <c:pt idx="257">
                <c:v>0.25700000000000028</c:v>
              </c:pt>
              <c:pt idx="258">
                <c:v>0.25800000000000128</c:v>
              </c:pt>
              <c:pt idx="259">
                <c:v>0.25899999999999879</c:v>
              </c:pt>
              <c:pt idx="260">
                <c:v>0.25999999999999979</c:v>
              </c:pt>
              <c:pt idx="261">
                <c:v>0.26100000000000079</c:v>
              </c:pt>
              <c:pt idx="262">
                <c:v>0.26199999999999835</c:v>
              </c:pt>
              <c:pt idx="263">
                <c:v>0.26299999999999935</c:v>
              </c:pt>
              <c:pt idx="264">
                <c:v>0.26400000000000035</c:v>
              </c:pt>
              <c:pt idx="265">
                <c:v>0.2649999999999979</c:v>
              </c:pt>
              <c:pt idx="266">
                <c:v>0.2659999999999989</c:v>
              </c:pt>
              <c:pt idx="267">
                <c:v>0.2669999999999999</c:v>
              </c:pt>
              <c:pt idx="268">
                <c:v>0.2680000000000009</c:v>
              </c:pt>
              <c:pt idx="269">
                <c:v>0.26899999999999841</c:v>
              </c:pt>
              <c:pt idx="270">
                <c:v>0.26999999999999941</c:v>
              </c:pt>
              <c:pt idx="271">
                <c:v>0.27100000000000041</c:v>
              </c:pt>
              <c:pt idx="272">
                <c:v>0.27199999999999791</c:v>
              </c:pt>
              <c:pt idx="273">
                <c:v>0.27299999999999891</c:v>
              </c:pt>
              <c:pt idx="274">
                <c:v>0.27399999999999991</c:v>
              </c:pt>
              <c:pt idx="275">
                <c:v>0.27500000000000091</c:v>
              </c:pt>
              <c:pt idx="276">
                <c:v>0.27599999999999847</c:v>
              </c:pt>
              <c:pt idx="277">
                <c:v>0.27699999999999947</c:v>
              </c:pt>
              <c:pt idx="278">
                <c:v>0.27800000000000047</c:v>
              </c:pt>
              <c:pt idx="279">
                <c:v>0.27899999999999803</c:v>
              </c:pt>
              <c:pt idx="280">
                <c:v>0.27999999999999903</c:v>
              </c:pt>
              <c:pt idx="281">
                <c:v>0.28100000000000003</c:v>
              </c:pt>
              <c:pt idx="282">
                <c:v>0.28200000000000103</c:v>
              </c:pt>
              <c:pt idx="283">
                <c:v>0.28299999999999853</c:v>
              </c:pt>
              <c:pt idx="284">
                <c:v>0.28399999999999953</c:v>
              </c:pt>
              <c:pt idx="285">
                <c:v>0.28500000000000053</c:v>
              </c:pt>
              <c:pt idx="286">
                <c:v>0.28599999999999803</c:v>
              </c:pt>
              <c:pt idx="287">
                <c:v>0.28699999999999903</c:v>
              </c:pt>
              <c:pt idx="288">
                <c:v>0.28800000000000003</c:v>
              </c:pt>
              <c:pt idx="289">
                <c:v>0.28900000000000103</c:v>
              </c:pt>
              <c:pt idx="290">
                <c:v>0.28999999999999859</c:v>
              </c:pt>
              <c:pt idx="291">
                <c:v>0.29099999999999959</c:v>
              </c:pt>
              <c:pt idx="292">
                <c:v>0.29200000000000059</c:v>
              </c:pt>
              <c:pt idx="293">
                <c:v>0.29299999999999815</c:v>
              </c:pt>
              <c:pt idx="294">
                <c:v>0.29399999999999915</c:v>
              </c:pt>
              <c:pt idx="295">
                <c:v>0.29500000000000015</c:v>
              </c:pt>
              <c:pt idx="296">
                <c:v>0.29600000000000115</c:v>
              </c:pt>
              <c:pt idx="297">
                <c:v>0.29699999999999865</c:v>
              </c:pt>
              <c:pt idx="298">
                <c:v>0.29799999999999965</c:v>
              </c:pt>
              <c:pt idx="299">
                <c:v>0.29900000000000065</c:v>
              </c:pt>
              <c:pt idx="300">
                <c:v>0.29999999999999816</c:v>
              </c:pt>
              <c:pt idx="301">
                <c:v>0.30099999999999916</c:v>
              </c:pt>
              <c:pt idx="302">
                <c:v>0.30200000000000016</c:v>
              </c:pt>
              <c:pt idx="303">
                <c:v>0.30300000000000116</c:v>
              </c:pt>
              <c:pt idx="304">
                <c:v>0.30399999999999872</c:v>
              </c:pt>
              <c:pt idx="305">
                <c:v>0.30499999999999972</c:v>
              </c:pt>
              <c:pt idx="306">
                <c:v>0.30600000000000072</c:v>
              </c:pt>
              <c:pt idx="307">
                <c:v>0.30699999999999827</c:v>
              </c:pt>
              <c:pt idx="308">
                <c:v>0.30799999999999927</c:v>
              </c:pt>
              <c:pt idx="309">
                <c:v>0.30900000000000027</c:v>
              </c:pt>
              <c:pt idx="310">
                <c:v>0.31000000000000127</c:v>
              </c:pt>
              <c:pt idx="311">
                <c:v>0.31099999999999878</c:v>
              </c:pt>
              <c:pt idx="312">
                <c:v>0.31199999999999978</c:v>
              </c:pt>
              <c:pt idx="313">
                <c:v>0.31300000000000078</c:v>
              </c:pt>
              <c:pt idx="314">
                <c:v>0.31399999999999828</c:v>
              </c:pt>
              <c:pt idx="315">
                <c:v>0.31499999999999928</c:v>
              </c:pt>
              <c:pt idx="316">
                <c:v>0.31600000000000028</c:v>
              </c:pt>
              <c:pt idx="317">
                <c:v>0.31700000000000128</c:v>
              </c:pt>
              <c:pt idx="318">
                <c:v>0.31799999999999884</c:v>
              </c:pt>
              <c:pt idx="319">
                <c:v>0.31899999999999984</c:v>
              </c:pt>
              <c:pt idx="320">
                <c:v>0.32000000000000084</c:v>
              </c:pt>
              <c:pt idx="321">
                <c:v>0.3209999999999984</c:v>
              </c:pt>
              <c:pt idx="322">
                <c:v>0.3219999999999994</c:v>
              </c:pt>
              <c:pt idx="323">
                <c:v>0.3230000000000004</c:v>
              </c:pt>
              <c:pt idx="324">
                <c:v>0.3239999999999979</c:v>
              </c:pt>
              <c:pt idx="325">
                <c:v>0.3249999999999989</c:v>
              </c:pt>
              <c:pt idx="326">
                <c:v>0.3259999999999999</c:v>
              </c:pt>
              <c:pt idx="327">
                <c:v>0.3270000000000009</c:v>
              </c:pt>
              <c:pt idx="328">
                <c:v>0.3279999999999984</c:v>
              </c:pt>
              <c:pt idx="329">
                <c:v>0.3289999999999994</c:v>
              </c:pt>
              <c:pt idx="330">
                <c:v>0.3300000000000004</c:v>
              </c:pt>
              <c:pt idx="331">
                <c:v>0.33099999999999796</c:v>
              </c:pt>
              <c:pt idx="332">
                <c:v>0.33199999999999896</c:v>
              </c:pt>
              <c:pt idx="333">
                <c:v>0.33299999999999996</c:v>
              </c:pt>
              <c:pt idx="334">
                <c:v>0.33400000000000096</c:v>
              </c:pt>
              <c:pt idx="335">
                <c:v>0.33499999999999852</c:v>
              </c:pt>
              <c:pt idx="336">
                <c:v>0.33599999999999952</c:v>
              </c:pt>
              <c:pt idx="337">
                <c:v>0.33700000000000052</c:v>
              </c:pt>
              <c:pt idx="338">
                <c:v>0.33799999999999802</c:v>
              </c:pt>
              <c:pt idx="339">
                <c:v>0.33899999999999902</c:v>
              </c:pt>
              <c:pt idx="340">
                <c:v>0.34</c:v>
              </c:pt>
              <c:pt idx="341">
                <c:v>0.34100000000000102</c:v>
              </c:pt>
              <c:pt idx="342">
                <c:v>0.34199999999999853</c:v>
              </c:pt>
              <c:pt idx="343">
                <c:v>0.34299999999999953</c:v>
              </c:pt>
              <c:pt idx="344">
                <c:v>0.34400000000000053</c:v>
              </c:pt>
              <c:pt idx="345">
                <c:v>0.34499999999999809</c:v>
              </c:pt>
              <c:pt idx="346">
                <c:v>0.34599999999999909</c:v>
              </c:pt>
              <c:pt idx="347">
                <c:v>0.34700000000000009</c:v>
              </c:pt>
              <c:pt idx="348">
                <c:v>0.34800000000000109</c:v>
              </c:pt>
              <c:pt idx="349">
                <c:v>0.34899999999999864</c:v>
              </c:pt>
              <c:pt idx="350">
                <c:v>0.34999999999999964</c:v>
              </c:pt>
              <c:pt idx="351">
                <c:v>0.35100000000000064</c:v>
              </c:pt>
              <c:pt idx="352">
                <c:v>0.35199999999999815</c:v>
              </c:pt>
              <c:pt idx="353">
                <c:v>0.35299999999999915</c:v>
              </c:pt>
              <c:pt idx="354">
                <c:v>0.35400000000000015</c:v>
              </c:pt>
              <c:pt idx="355">
                <c:v>0.35500000000000115</c:v>
              </c:pt>
              <c:pt idx="356">
                <c:v>0.35599999999999865</c:v>
              </c:pt>
              <c:pt idx="357">
                <c:v>0.35699999999999965</c:v>
              </c:pt>
              <c:pt idx="358">
                <c:v>0.35800000000000065</c:v>
              </c:pt>
              <c:pt idx="359">
                <c:v>0.35899999999999821</c:v>
              </c:pt>
              <c:pt idx="360">
                <c:v>0.35999999999999921</c:v>
              </c:pt>
              <c:pt idx="361">
                <c:v>0.36100000000000021</c:v>
              </c:pt>
              <c:pt idx="362">
                <c:v>0.36200000000000121</c:v>
              </c:pt>
              <c:pt idx="363">
                <c:v>0.36299999999999877</c:v>
              </c:pt>
              <c:pt idx="364">
                <c:v>0.36399999999999977</c:v>
              </c:pt>
              <c:pt idx="365">
                <c:v>0.36500000000000077</c:v>
              </c:pt>
              <c:pt idx="366">
                <c:v>0.36599999999999827</c:v>
              </c:pt>
              <c:pt idx="367">
                <c:v>0.36699999999999927</c:v>
              </c:pt>
              <c:pt idx="368">
                <c:v>0.36800000000000027</c:v>
              </c:pt>
              <c:pt idx="369">
                <c:v>0.36900000000000127</c:v>
              </c:pt>
              <c:pt idx="370">
                <c:v>0.36999999999999877</c:v>
              </c:pt>
              <c:pt idx="371">
                <c:v>0.37099999999999977</c:v>
              </c:pt>
              <c:pt idx="372">
                <c:v>0.37200000000000077</c:v>
              </c:pt>
              <c:pt idx="373">
                <c:v>0.37299999999999833</c:v>
              </c:pt>
              <c:pt idx="374">
                <c:v>0.37399999999999933</c:v>
              </c:pt>
              <c:pt idx="375">
                <c:v>0.37500000000000033</c:v>
              </c:pt>
              <c:pt idx="376">
                <c:v>0.37600000000000133</c:v>
              </c:pt>
              <c:pt idx="377">
                <c:v>0.37699999999999889</c:v>
              </c:pt>
              <c:pt idx="378">
                <c:v>0.37799999999999989</c:v>
              </c:pt>
              <c:pt idx="379">
                <c:v>0.37900000000000089</c:v>
              </c:pt>
              <c:pt idx="380">
                <c:v>0.37999999999999839</c:v>
              </c:pt>
              <c:pt idx="381">
                <c:v>0.38099999999999939</c:v>
              </c:pt>
              <c:pt idx="382">
                <c:v>0.38200000000000039</c:v>
              </c:pt>
              <c:pt idx="383">
                <c:v>0.3829999999999979</c:v>
              </c:pt>
              <c:pt idx="384">
                <c:v>0.3839999999999989</c:v>
              </c:pt>
              <c:pt idx="385">
                <c:v>0.3849999999999999</c:v>
              </c:pt>
              <c:pt idx="386">
                <c:v>0.3860000000000009</c:v>
              </c:pt>
              <c:pt idx="387">
                <c:v>0.38699999999999846</c:v>
              </c:pt>
              <c:pt idx="388">
                <c:v>0.38799999999999946</c:v>
              </c:pt>
              <c:pt idx="389">
                <c:v>0.38900000000000046</c:v>
              </c:pt>
              <c:pt idx="390">
                <c:v>0.38999999999999801</c:v>
              </c:pt>
              <c:pt idx="391">
                <c:v>0.39099999999999902</c:v>
              </c:pt>
              <c:pt idx="392">
                <c:v>0.39200000000000002</c:v>
              </c:pt>
              <c:pt idx="393">
                <c:v>0.39300000000000102</c:v>
              </c:pt>
              <c:pt idx="394">
                <c:v>0.39399999999999852</c:v>
              </c:pt>
              <c:pt idx="395">
                <c:v>0.39499999999999952</c:v>
              </c:pt>
              <c:pt idx="396">
                <c:v>0.39600000000000052</c:v>
              </c:pt>
              <c:pt idx="397">
                <c:v>0.39699999999999802</c:v>
              </c:pt>
              <c:pt idx="398">
                <c:v>0.39799999999999902</c:v>
              </c:pt>
              <c:pt idx="399">
                <c:v>0.39900000000000002</c:v>
              </c:pt>
              <c:pt idx="400">
                <c:v>0.40000000000000102</c:v>
              </c:pt>
              <c:pt idx="401">
                <c:v>0.40099999999999858</c:v>
              </c:pt>
              <c:pt idx="402">
                <c:v>0.40199999999999958</c:v>
              </c:pt>
              <c:pt idx="403">
                <c:v>0.40300000000000058</c:v>
              </c:pt>
              <c:pt idx="404">
                <c:v>0.40399999999999814</c:v>
              </c:pt>
              <c:pt idx="405">
                <c:v>0.40499999999999914</c:v>
              </c:pt>
              <c:pt idx="406">
                <c:v>0.40600000000000014</c:v>
              </c:pt>
              <c:pt idx="407">
                <c:v>0.40700000000000114</c:v>
              </c:pt>
              <c:pt idx="408">
                <c:v>0.40799999999999864</c:v>
              </c:pt>
              <c:pt idx="409">
                <c:v>0.40899999999999964</c:v>
              </c:pt>
              <c:pt idx="410">
                <c:v>0.41000000000000064</c:v>
              </c:pt>
              <c:pt idx="411">
                <c:v>0.41099999999999814</c:v>
              </c:pt>
              <c:pt idx="412">
                <c:v>0.41199999999999914</c:v>
              </c:pt>
              <c:pt idx="413">
                <c:v>0.41300000000000014</c:v>
              </c:pt>
              <c:pt idx="414">
                <c:v>0.41400000000000114</c:v>
              </c:pt>
              <c:pt idx="415">
                <c:v>0.4149999999999987</c:v>
              </c:pt>
              <c:pt idx="416">
                <c:v>0.4159999999999997</c:v>
              </c:pt>
              <c:pt idx="417">
                <c:v>0.4170000000000007</c:v>
              </c:pt>
              <c:pt idx="418">
                <c:v>0.41799999999999826</c:v>
              </c:pt>
              <c:pt idx="419">
                <c:v>0.41899999999999926</c:v>
              </c:pt>
              <c:pt idx="420">
                <c:v>0.42000000000000026</c:v>
              </c:pt>
              <c:pt idx="421">
                <c:v>0.42100000000000126</c:v>
              </c:pt>
              <c:pt idx="422">
                <c:v>0.42199999999999876</c:v>
              </c:pt>
              <c:pt idx="423">
                <c:v>0.42299999999999977</c:v>
              </c:pt>
              <c:pt idx="424">
                <c:v>0.42400000000000077</c:v>
              </c:pt>
              <c:pt idx="425">
                <c:v>0.42499999999999827</c:v>
              </c:pt>
              <c:pt idx="426">
                <c:v>0.42599999999999927</c:v>
              </c:pt>
              <c:pt idx="427">
                <c:v>0.42700000000000027</c:v>
              </c:pt>
              <c:pt idx="428">
                <c:v>0.42800000000000127</c:v>
              </c:pt>
              <c:pt idx="429">
                <c:v>0.42899999999999883</c:v>
              </c:pt>
              <c:pt idx="430">
                <c:v>0.42999999999999983</c:v>
              </c:pt>
              <c:pt idx="431">
                <c:v>0.43100000000000083</c:v>
              </c:pt>
              <c:pt idx="432">
                <c:v>0.43199999999999839</c:v>
              </c:pt>
              <c:pt idx="433">
                <c:v>0.43299999999999939</c:v>
              </c:pt>
              <c:pt idx="434">
                <c:v>0.43400000000000039</c:v>
              </c:pt>
              <c:pt idx="435">
                <c:v>0.43499999999999789</c:v>
              </c:pt>
              <c:pt idx="436">
                <c:v>0.43599999999999889</c:v>
              </c:pt>
              <c:pt idx="437">
                <c:v>0.43699999999999989</c:v>
              </c:pt>
              <c:pt idx="438">
                <c:v>0.43800000000000089</c:v>
              </c:pt>
              <c:pt idx="439">
                <c:v>0.43899999999999839</c:v>
              </c:pt>
              <c:pt idx="440">
                <c:v>0.43999999999999939</c:v>
              </c:pt>
              <c:pt idx="441">
                <c:v>0.44100000000000039</c:v>
              </c:pt>
              <c:pt idx="442">
                <c:v>0.44199999999999795</c:v>
              </c:pt>
              <c:pt idx="443">
                <c:v>0.44299999999999895</c:v>
              </c:pt>
              <c:pt idx="444">
                <c:v>0.44399999999999995</c:v>
              </c:pt>
              <c:pt idx="445">
                <c:v>0.44500000000000095</c:v>
              </c:pt>
              <c:pt idx="446">
                <c:v>0.44599999999999851</c:v>
              </c:pt>
              <c:pt idx="447">
                <c:v>0.44699999999999951</c:v>
              </c:pt>
              <c:pt idx="448">
                <c:v>0.44800000000000051</c:v>
              </c:pt>
              <c:pt idx="449">
                <c:v>0.44899999999999801</c:v>
              </c:pt>
              <c:pt idx="450">
                <c:v>0.44999999999999901</c:v>
              </c:pt>
              <c:pt idx="451">
                <c:v>0.45100000000000001</c:v>
              </c:pt>
              <c:pt idx="452">
                <c:v>0.45200000000000101</c:v>
              </c:pt>
              <c:pt idx="453">
                <c:v>0.45299999999999851</c:v>
              </c:pt>
              <c:pt idx="454">
                <c:v>0.45399999999999952</c:v>
              </c:pt>
              <c:pt idx="455">
                <c:v>0.45500000000000052</c:v>
              </c:pt>
              <c:pt idx="456">
                <c:v>0.45599999999999807</c:v>
              </c:pt>
              <c:pt idx="457">
                <c:v>0.45699999999999907</c:v>
              </c:pt>
              <c:pt idx="458">
                <c:v>0.45800000000000007</c:v>
              </c:pt>
              <c:pt idx="459">
                <c:v>0.45900000000000107</c:v>
              </c:pt>
              <c:pt idx="460">
                <c:v>0.45999999999999863</c:v>
              </c:pt>
              <c:pt idx="461">
                <c:v>0.46099999999999963</c:v>
              </c:pt>
              <c:pt idx="462">
                <c:v>0.46200000000000063</c:v>
              </c:pt>
              <c:pt idx="463">
                <c:v>0.46299999999999814</c:v>
              </c:pt>
              <c:pt idx="464">
                <c:v>0.46399999999999914</c:v>
              </c:pt>
              <c:pt idx="465">
                <c:v>0.46500000000000014</c:v>
              </c:pt>
              <c:pt idx="466">
                <c:v>0.46600000000000114</c:v>
              </c:pt>
              <c:pt idx="467">
                <c:v>0.46699999999999864</c:v>
              </c:pt>
              <c:pt idx="468">
                <c:v>0.46799999999999964</c:v>
              </c:pt>
              <c:pt idx="469">
                <c:v>0.46900000000000064</c:v>
              </c:pt>
              <c:pt idx="470">
                <c:v>0.4699999999999982</c:v>
              </c:pt>
              <c:pt idx="471">
                <c:v>0.4709999999999992</c:v>
              </c:pt>
              <c:pt idx="472">
                <c:v>0.4720000000000002</c:v>
              </c:pt>
              <c:pt idx="473">
                <c:v>0.4730000000000012</c:v>
              </c:pt>
              <c:pt idx="474">
                <c:v>0.47399999999999876</c:v>
              </c:pt>
              <c:pt idx="475">
                <c:v>0.47499999999999976</c:v>
              </c:pt>
              <c:pt idx="476">
                <c:v>0.47600000000000076</c:v>
              </c:pt>
              <c:pt idx="477">
                <c:v>0.47699999999999826</c:v>
              </c:pt>
              <c:pt idx="478">
                <c:v>0.47799999999999926</c:v>
              </c:pt>
              <c:pt idx="479">
                <c:v>0.47900000000000026</c:v>
              </c:pt>
              <c:pt idx="480">
                <c:v>0.48000000000000126</c:v>
              </c:pt>
              <c:pt idx="481">
                <c:v>0.48099999999999876</c:v>
              </c:pt>
              <c:pt idx="482">
                <c:v>0.48199999999999976</c:v>
              </c:pt>
              <c:pt idx="483">
                <c:v>0.48300000000000076</c:v>
              </c:pt>
              <c:pt idx="484">
                <c:v>0.48399999999999832</c:v>
              </c:pt>
              <c:pt idx="485">
                <c:v>0.48499999999999932</c:v>
              </c:pt>
              <c:pt idx="486">
                <c:v>0.48600000000000032</c:v>
              </c:pt>
              <c:pt idx="487">
                <c:v>0.48700000000000132</c:v>
              </c:pt>
              <c:pt idx="488">
                <c:v>0.48799999999999888</c:v>
              </c:pt>
              <c:pt idx="489">
                <c:v>0.48899999999999988</c:v>
              </c:pt>
              <c:pt idx="490">
                <c:v>0.49000000000000088</c:v>
              </c:pt>
              <c:pt idx="491">
                <c:v>0.49099999999999838</c:v>
              </c:pt>
              <c:pt idx="492">
                <c:v>0.49199999999999938</c:v>
              </c:pt>
              <c:pt idx="493">
                <c:v>0.49300000000000038</c:v>
              </c:pt>
              <c:pt idx="494">
                <c:v>0.49399999999999789</c:v>
              </c:pt>
              <c:pt idx="495">
                <c:v>0.49499999999999889</c:v>
              </c:pt>
              <c:pt idx="496">
                <c:v>0.49599999999999989</c:v>
              </c:pt>
              <c:pt idx="497">
                <c:v>0.49700000000000089</c:v>
              </c:pt>
              <c:pt idx="498">
                <c:v>0.49799999999999844</c:v>
              </c:pt>
              <c:pt idx="499">
                <c:v>0.49899999999999944</c:v>
              </c:pt>
              <c:pt idx="500">
                <c:v>0.50000000000000044</c:v>
              </c:pt>
              <c:pt idx="501">
                <c:v>0.500999999999998</c:v>
              </c:pt>
              <c:pt idx="502">
                <c:v>0.501999999999999</c:v>
              </c:pt>
              <c:pt idx="503">
                <c:v>0.503</c:v>
              </c:pt>
              <c:pt idx="504">
                <c:v>0.504000000000001</c:v>
              </c:pt>
              <c:pt idx="505">
                <c:v>0.50499999999999856</c:v>
              </c:pt>
              <c:pt idx="506">
                <c:v>0.50599999999999956</c:v>
              </c:pt>
              <c:pt idx="507">
                <c:v>0.50700000000000056</c:v>
              </c:pt>
              <c:pt idx="508">
                <c:v>0.50799999999999801</c:v>
              </c:pt>
              <c:pt idx="509">
                <c:v>0.50899999999999901</c:v>
              </c:pt>
              <c:pt idx="510">
                <c:v>0.51</c:v>
              </c:pt>
              <c:pt idx="511">
                <c:v>0.51100000000000101</c:v>
              </c:pt>
              <c:pt idx="512">
                <c:v>0.51199999999999857</c:v>
              </c:pt>
              <c:pt idx="513">
                <c:v>0.51299999999999957</c:v>
              </c:pt>
              <c:pt idx="514">
                <c:v>0.51400000000000057</c:v>
              </c:pt>
              <c:pt idx="515">
                <c:v>0.51499999999999813</c:v>
              </c:pt>
              <c:pt idx="516">
                <c:v>0.51599999999999913</c:v>
              </c:pt>
              <c:pt idx="517">
                <c:v>0.51700000000000013</c:v>
              </c:pt>
              <c:pt idx="518">
                <c:v>0.51800000000000113</c:v>
              </c:pt>
              <c:pt idx="519">
                <c:v>0.51899999999999857</c:v>
              </c:pt>
              <c:pt idx="520">
                <c:v>0.51999999999999957</c:v>
              </c:pt>
              <c:pt idx="521">
                <c:v>0.52100000000000057</c:v>
              </c:pt>
              <c:pt idx="522">
                <c:v>0.52199999999999813</c:v>
              </c:pt>
              <c:pt idx="523">
                <c:v>0.52299999999999913</c:v>
              </c:pt>
              <c:pt idx="524">
                <c:v>0.52400000000000013</c:v>
              </c:pt>
              <c:pt idx="525">
                <c:v>0.52500000000000113</c:v>
              </c:pt>
              <c:pt idx="526">
                <c:v>0.52599999999999869</c:v>
              </c:pt>
              <c:pt idx="527">
                <c:v>0.52699999999999969</c:v>
              </c:pt>
              <c:pt idx="528">
                <c:v>0.52800000000000069</c:v>
              </c:pt>
              <c:pt idx="529">
                <c:v>0.52899999999999825</c:v>
              </c:pt>
              <c:pt idx="530">
                <c:v>0.52999999999999925</c:v>
              </c:pt>
              <c:pt idx="531">
                <c:v>0.53100000000000025</c:v>
              </c:pt>
              <c:pt idx="532">
                <c:v>0.53200000000000125</c:v>
              </c:pt>
              <c:pt idx="533">
                <c:v>0.53299999999999881</c:v>
              </c:pt>
              <c:pt idx="534">
                <c:v>0.53399999999999981</c:v>
              </c:pt>
              <c:pt idx="535">
                <c:v>0.53500000000000081</c:v>
              </c:pt>
              <c:pt idx="536">
                <c:v>0.53599999999999826</c:v>
              </c:pt>
              <c:pt idx="537">
                <c:v>0.53699999999999926</c:v>
              </c:pt>
              <c:pt idx="538">
                <c:v>0.53800000000000026</c:v>
              </c:pt>
              <c:pt idx="539">
                <c:v>0.53900000000000126</c:v>
              </c:pt>
              <c:pt idx="540">
                <c:v>0.53999999999999881</c:v>
              </c:pt>
              <c:pt idx="541">
                <c:v>0.54099999999999981</c:v>
              </c:pt>
              <c:pt idx="542">
                <c:v>0.54200000000000081</c:v>
              </c:pt>
              <c:pt idx="543">
                <c:v>0.54299999999999837</c:v>
              </c:pt>
              <c:pt idx="544">
                <c:v>0.54399999999999937</c:v>
              </c:pt>
              <c:pt idx="545">
                <c:v>0.54500000000000037</c:v>
              </c:pt>
              <c:pt idx="546">
                <c:v>0.54599999999999782</c:v>
              </c:pt>
              <c:pt idx="547">
                <c:v>0.54699999999999882</c:v>
              </c:pt>
              <c:pt idx="548">
                <c:v>0.54799999999999982</c:v>
              </c:pt>
              <c:pt idx="549">
                <c:v>0.54900000000000082</c:v>
              </c:pt>
              <c:pt idx="550">
                <c:v>0.54999999999999838</c:v>
              </c:pt>
              <c:pt idx="551">
                <c:v>0.55099999999999938</c:v>
              </c:pt>
              <c:pt idx="552">
                <c:v>0.55200000000000038</c:v>
              </c:pt>
              <c:pt idx="553">
                <c:v>0.55299999999999794</c:v>
              </c:pt>
              <c:pt idx="554">
                <c:v>0.55399999999999894</c:v>
              </c:pt>
              <c:pt idx="555">
                <c:v>0.55499999999999994</c:v>
              </c:pt>
              <c:pt idx="556">
                <c:v>0.55600000000000094</c:v>
              </c:pt>
              <c:pt idx="557">
                <c:v>0.5569999999999985</c:v>
              </c:pt>
              <c:pt idx="558">
                <c:v>0.5579999999999995</c:v>
              </c:pt>
              <c:pt idx="559">
                <c:v>0.5590000000000005</c:v>
              </c:pt>
              <c:pt idx="560">
                <c:v>0.55999999999999805</c:v>
              </c:pt>
              <c:pt idx="561">
                <c:v>0.56099999999999905</c:v>
              </c:pt>
              <c:pt idx="562">
                <c:v>0.56200000000000006</c:v>
              </c:pt>
              <c:pt idx="563">
                <c:v>0.56300000000000106</c:v>
              </c:pt>
              <c:pt idx="564">
                <c:v>0.5639999999999985</c:v>
              </c:pt>
              <c:pt idx="565">
                <c:v>0.5649999999999995</c:v>
              </c:pt>
              <c:pt idx="566">
                <c:v>0.5660000000000005</c:v>
              </c:pt>
              <c:pt idx="567">
                <c:v>0.56699999999999806</c:v>
              </c:pt>
              <c:pt idx="568">
                <c:v>0.56799999999999906</c:v>
              </c:pt>
              <c:pt idx="569">
                <c:v>0.56900000000000006</c:v>
              </c:pt>
              <c:pt idx="570">
                <c:v>0.57000000000000106</c:v>
              </c:pt>
              <c:pt idx="571">
                <c:v>0.57099999999999862</c:v>
              </c:pt>
              <c:pt idx="572">
                <c:v>0.57199999999999962</c:v>
              </c:pt>
              <c:pt idx="573">
                <c:v>0.57300000000000062</c:v>
              </c:pt>
              <c:pt idx="574">
                <c:v>0.57399999999999807</c:v>
              </c:pt>
              <c:pt idx="575">
                <c:v>0.57499999999999907</c:v>
              </c:pt>
              <c:pt idx="576">
                <c:v>0.57600000000000007</c:v>
              </c:pt>
              <c:pt idx="577">
                <c:v>0.57700000000000107</c:v>
              </c:pt>
              <c:pt idx="578">
                <c:v>0.57799999999999863</c:v>
              </c:pt>
              <c:pt idx="579">
                <c:v>0.57899999999999963</c:v>
              </c:pt>
              <c:pt idx="580">
                <c:v>0.58000000000000063</c:v>
              </c:pt>
              <c:pt idx="581">
                <c:v>0.58099999999999818</c:v>
              </c:pt>
              <c:pt idx="582">
                <c:v>0.58199999999999918</c:v>
              </c:pt>
              <c:pt idx="583">
                <c:v>0.58300000000000018</c:v>
              </c:pt>
              <c:pt idx="584">
                <c:v>0.58400000000000118</c:v>
              </c:pt>
              <c:pt idx="585">
                <c:v>0.58499999999999874</c:v>
              </c:pt>
              <c:pt idx="586">
                <c:v>0.58599999999999974</c:v>
              </c:pt>
              <c:pt idx="587">
                <c:v>0.58700000000000074</c:v>
              </c:pt>
              <c:pt idx="588">
                <c:v>0.5879999999999983</c:v>
              </c:pt>
              <c:pt idx="589">
                <c:v>0.5889999999999993</c:v>
              </c:pt>
              <c:pt idx="590">
                <c:v>0.5900000000000003</c:v>
              </c:pt>
              <c:pt idx="591">
                <c:v>0.5910000000000013</c:v>
              </c:pt>
              <c:pt idx="592">
                <c:v>0.59199999999999875</c:v>
              </c:pt>
              <c:pt idx="593">
                <c:v>0.59299999999999975</c:v>
              </c:pt>
              <c:pt idx="594">
                <c:v>0.59400000000000075</c:v>
              </c:pt>
              <c:pt idx="595">
                <c:v>0.59499999999999831</c:v>
              </c:pt>
              <c:pt idx="596">
                <c:v>0.59599999999999931</c:v>
              </c:pt>
              <c:pt idx="597">
                <c:v>0.59700000000000031</c:v>
              </c:pt>
              <c:pt idx="598">
                <c:v>0.59800000000000131</c:v>
              </c:pt>
              <c:pt idx="599">
                <c:v>0.59899999999999887</c:v>
              </c:pt>
              <c:pt idx="600">
                <c:v>0.59999999999999987</c:v>
              </c:pt>
            </c:numLit>
          </c:xVal>
          <c:yVal>
            <c:numLit>
              <c:formatCode>0.000</c:formatCode>
              <c:ptCount val="601"/>
              <c:pt idx="0">
                <c:v>-2.7821398824527149E-3</c:v>
              </c:pt>
              <c:pt idx="1">
                <c:v>-3.0803869229326314E-3</c:v>
              </c:pt>
              <c:pt idx="2">
                <c:v>-3.3755939934192337E-3</c:v>
              </c:pt>
              <c:pt idx="3">
                <c:v>-3.6674697601747326E-3</c:v>
              </c:pt>
              <c:pt idx="4">
                <c:v>-3.9557261770559295E-3</c:v>
              </c:pt>
              <c:pt idx="5">
                <c:v>-4.2400787697809798E-3</c:v>
              </c:pt>
              <c:pt idx="6">
                <c:v>-4.5202469166711716E-3</c:v>
              </c:pt>
              <c:pt idx="7">
                <c:v>-4.7959541255906324E-3</c:v>
              </c:pt>
              <c:pt idx="8">
                <c:v>-5.0669283068106941E-3</c:v>
              </c:pt>
              <c:pt idx="9">
                <c:v>-5.3329020415296014E-3</c:v>
              </c:pt>
              <c:pt idx="10">
                <c:v>-5.5936128457825859E-3</c:v>
              </c:pt>
              <c:pt idx="11">
                <c:v>-5.8488034294818456E-3</c:v>
              </c:pt>
              <c:pt idx="12">
                <c:v>-6.0982219503308028E-3</c:v>
              </c:pt>
              <c:pt idx="13">
                <c:v>-6.3416222623620417E-3</c:v>
              </c:pt>
              <c:pt idx="14">
                <c:v>-6.5787641588536637E-3</c:v>
              </c:pt>
              <c:pt idx="15">
                <c:v>-6.8094136093843193E-3</c:v>
              </c:pt>
              <c:pt idx="16">
                <c:v>-7.0333429907929812E-3</c:v>
              </c:pt>
              <c:pt idx="17">
                <c:v>-7.2503313118155201E-3</c:v>
              </c:pt>
              <c:pt idx="18">
                <c:v>-7.4601644311764036E-3</c:v>
              </c:pt>
              <c:pt idx="19">
                <c:v>-7.6626352689202837E-3</c:v>
              </c:pt>
              <c:pt idx="20">
                <c:v>-7.8575440107749063E-3</c:v>
              </c:pt>
              <c:pt idx="21">
                <c:v>-8.0446983053436786E-3</c:v>
              </c:pt>
              <c:pt idx="22">
                <c:v>-8.2239134539332757E-3</c:v>
              </c:pt>
              <c:pt idx="23">
                <c:v>-8.3950125928289442E-3</c:v>
              </c:pt>
              <c:pt idx="24">
                <c:v>-8.5578268678376413E-3</c:v>
              </c:pt>
              <c:pt idx="25">
                <c:v>-8.7121956009267431E-3</c:v>
              </c:pt>
              <c:pt idx="26">
                <c:v>-8.8579664487938529E-3</c:v>
              </c:pt>
              <c:pt idx="27">
                <c:v>-8.9949955532112515E-3</c:v>
              </c:pt>
              <c:pt idx="28">
                <c:v>-9.1231476829966053E-3</c:v>
              </c:pt>
              <c:pt idx="29">
                <c:v>-9.2422963674698103E-3</c:v>
              </c:pt>
              <c:pt idx="30">
                <c:v>-9.3523240212642841E-3</c:v>
              </c:pt>
              <c:pt idx="31">
                <c:v>-9.4531220603695336E-3</c:v>
              </c:pt>
              <c:pt idx="32">
                <c:v>-9.5445910092904554E-3</c:v>
              </c:pt>
              <c:pt idx="33">
                <c:v>-9.6266405992176448E-3</c:v>
              </c:pt>
              <c:pt idx="34">
                <c:v>-9.6991898571118108E-3</c:v>
              </c:pt>
              <c:pt idx="35">
                <c:v>-9.7621671856143906E-3</c:v>
              </c:pt>
              <c:pt idx="36">
                <c:v>-9.8155104337054946E-3</c:v>
              </c:pt>
              <c:pt idx="37">
                <c:v>-9.8591669580394697E-3</c:v>
              </c:pt>
              <c:pt idx="38">
                <c:v>-9.8930936748975098E-3</c:v>
              </c:pt>
              <c:pt idx="39">
                <c:v>-9.9172571027061011E-3</c:v>
              </c:pt>
              <c:pt idx="40">
                <c:v>-9.9316333950792805E-3</c:v>
              </c:pt>
              <c:pt idx="41">
                <c:v>-9.9362083643521493E-3</c:v>
              </c:pt>
              <c:pt idx="42">
                <c:v>-9.930977495582376E-3</c:v>
              </c:pt>
              <c:pt idx="43">
                <c:v>-9.9159459510059066E-3</c:v>
              </c:pt>
              <c:pt idx="44">
                <c:v>-9.8911285649424582E-3</c:v>
              </c:pt>
              <c:pt idx="45">
                <c:v>-9.8565498291558334E-3</c:v>
              </c:pt>
              <c:pt idx="46">
                <c:v>-9.812243868683514E-3</c:v>
              </c:pt>
              <c:pt idx="47">
                <c:v>-9.7582544081593649E-3</c:v>
              </c:pt>
              <c:pt idx="48">
                <c:v>-9.6946347286626933E-3</c:v>
              </c:pt>
              <c:pt idx="49">
                <c:v>-9.6214476151362666E-3</c:v>
              </c:pt>
              <c:pt idx="50">
                <c:v>-9.5387652944251486E-3</c:v>
              </c:pt>
              <c:pt idx="51">
                <c:v>-9.4466693639975244E-3</c:v>
              </c:pt>
              <c:pt idx="52">
                <c:v>-9.3452507114178459E-3</c:v>
              </c:pt>
              <c:pt idx="53">
                <c:v>-9.2346094246517907E-3</c:v>
              </c:pt>
              <c:pt idx="54">
                <c:v>-9.1148546932915131E-3</c:v>
              </c:pt>
              <c:pt idx="55">
                <c:v>-8.9861047007987003E-3</c:v>
              </c:pt>
              <c:pt idx="56">
                <c:v>-8.8484865078717646E-3</c:v>
              </c:pt>
              <c:pt idx="57">
                <c:v>-8.7021359270522854E-3</c:v>
              </c:pt>
              <c:pt idx="58">
                <c:v>-8.547197388694406E-3</c:v>
              </c:pt>
              <c:pt idx="59">
                <c:v>-8.3838237984295311E-3</c:v>
              </c:pt>
              <c:pt idx="60">
                <c:v>-8.2121763862669193E-3</c:v>
              </c:pt>
              <c:pt idx="61">
                <c:v>-8.0324245474791348E-3</c:v>
              </c:pt>
              <c:pt idx="62">
                <c:v>-7.8447456754293567E-3</c:v>
              </c:pt>
              <c:pt idx="63">
                <c:v>-7.6493249865055516E-3</c:v>
              </c:pt>
              <c:pt idx="64">
                <c:v>-7.4463553373342638E-3</c:v>
              </c:pt>
              <c:pt idx="65">
                <c:v>-7.2360370344544019E-3</c:v>
              </c:pt>
              <c:pt idx="66">
                <c:v>-7.0185776366388716E-3</c:v>
              </c:pt>
              <c:pt idx="67">
                <c:v>-6.7941917500591266E-3</c:v>
              </c:pt>
              <c:pt idx="68">
                <c:v>-6.5631008164947838E-3</c:v>
              </c:pt>
              <c:pt idx="69">
                <c:v>-6.3255328947973239E-3</c:v>
              </c:pt>
              <c:pt idx="70">
                <c:v>-6.0817224358235417E-3</c:v>
              </c:pt>
              <c:pt idx="71">
                <c:v>-5.8319100510608492E-3</c:v>
              </c:pt>
              <c:pt idx="72">
                <c:v>-5.5763422751727932E-3</c:v>
              </c:pt>
              <c:pt idx="73">
                <c:v>-5.3152713226991026E-3</c:v>
              </c:pt>
              <c:pt idx="74">
                <c:v>-5.0489548391503929E-3</c:v>
              </c:pt>
              <c:pt idx="75">
                <c:v>-4.7776556467431465E-3</c:v>
              </c:pt>
              <c:pt idx="76">
                <c:v>-4.5016414850259211E-3</c:v>
              </c:pt>
              <c:pt idx="77">
                <c:v>-4.2211847466527381E-3</c:v>
              </c:pt>
              <c:pt idx="78">
                <c:v>-3.9365622085644186E-3</c:v>
              </c:pt>
              <c:pt idx="79">
                <c:v>-3.6480547588431619E-3</c:v>
              </c:pt>
              <c:pt idx="80">
                <c:v>-3.3559471195099156E-3</c:v>
              </c:pt>
              <c:pt idx="81">
                <c:v>-3.0605275655381189E-3</c:v>
              </c:pt>
              <c:pt idx="82">
                <c:v>-2.7620876403611073E-3</c:v>
              </c:pt>
              <c:pt idx="83">
                <c:v>-2.460921868153942E-3</c:v>
              </c:pt>
              <c:pt idx="84">
                <c:v>-2.1573274631736059E-3</c:v>
              </c:pt>
              <c:pt idx="85">
                <c:v>-1.8516040364444195E-3</c:v>
              </c:pt>
              <c:pt idx="86">
                <c:v>-1.5440533000781263E-3</c:v>
              </c:pt>
              <c:pt idx="87">
                <c:v>-1.2349787695204696E-3</c:v>
              </c:pt>
              <c:pt idx="88">
                <c:v>-9.246854640180903E-4</c:v>
              </c:pt>
              <c:pt idx="89">
                <c:v>-6.1347960560135455E-4</c:v>
              </c:pt>
              <c:pt idx="90">
                <c:v>-3.0166831688018089E-4</c:v>
              </c:pt>
              <c:pt idx="91">
                <c:v>1.0440682048896233E-5</c:v>
              </c:pt>
              <c:pt idx="92">
                <c:v>3.2253937728530954E-4</c:v>
              </c:pt>
              <c:pt idx="93">
                <c:v>6.3431976509699319E-4</c:v>
              </c:pt>
              <c:pt idx="94">
                <c:v>9.4547415588287927E-4</c:v>
              </c:pt>
              <c:pt idx="95">
                <c:v>1.2556954778253869E-3</c:v>
              </c:pt>
              <c:pt idx="96">
                <c:v>1.5646775799332329E-3</c:v>
              </c:pt>
              <c:pt idx="97">
                <c:v>1.8721155341754983E-3</c:v>
              </c:pt>
              <c:pt idx="98">
                <c:v>2.1777059364087802E-3</c:v>
              </c:pt>
              <c:pt idx="99">
                <c:v>2.48114720580045E-3</c:v>
              </c:pt>
              <c:pt idx="100">
                <c:v>2.7821398824525267E-3</c:v>
              </c:pt>
              <c:pt idx="101">
                <c:v>3.0803869229324419E-3</c:v>
              </c:pt>
              <c:pt idx="102">
                <c:v>3.3755939934190429E-3</c:v>
              </c:pt>
              <c:pt idx="103">
                <c:v>3.6674697601745405E-3</c:v>
              </c:pt>
              <c:pt idx="104">
                <c:v>3.9557261770557369E-3</c:v>
              </c:pt>
              <c:pt idx="105">
                <c:v>4.2400787697807873E-3</c:v>
              </c:pt>
              <c:pt idx="106">
                <c:v>4.5202469166709773E-3</c:v>
              </c:pt>
              <c:pt idx="107">
                <c:v>4.7959541255904381E-3</c:v>
              </c:pt>
              <c:pt idx="108">
                <c:v>5.0669283068104989E-3</c:v>
              </c:pt>
              <c:pt idx="109">
                <c:v>5.3329020415294054E-3</c:v>
              </c:pt>
              <c:pt idx="110">
                <c:v>5.593612845782389E-3</c:v>
              </c:pt>
              <c:pt idx="111">
                <c:v>5.8488034294816487E-3</c:v>
              </c:pt>
              <c:pt idx="112">
                <c:v>6.098221950330605E-3</c:v>
              </c:pt>
              <c:pt idx="113">
                <c:v>6.3416222623618431E-3</c:v>
              </c:pt>
              <c:pt idx="114">
                <c:v>6.5787641588534633E-3</c:v>
              </c:pt>
              <c:pt idx="115">
                <c:v>6.809413609384119E-3</c:v>
              </c:pt>
              <c:pt idx="116">
                <c:v>7.0333429907927791E-3</c:v>
              </c:pt>
              <c:pt idx="117">
                <c:v>7.250331311815318E-3</c:v>
              </c:pt>
              <c:pt idx="118">
                <c:v>7.4601644311762024E-3</c:v>
              </c:pt>
              <c:pt idx="119">
                <c:v>7.6626352689200816E-3</c:v>
              </c:pt>
              <c:pt idx="120">
                <c:v>7.8575440107747051E-3</c:v>
              </c:pt>
              <c:pt idx="121">
                <c:v>8.0446983053434774E-3</c:v>
              </c:pt>
              <c:pt idx="122">
                <c:v>8.2239134539330728E-3</c:v>
              </c:pt>
              <c:pt idx="123">
                <c:v>8.3950125928287395E-3</c:v>
              </c:pt>
              <c:pt idx="124">
                <c:v>8.5578268678374383E-3</c:v>
              </c:pt>
              <c:pt idx="125">
                <c:v>8.7121956009265401E-3</c:v>
              </c:pt>
              <c:pt idx="126">
                <c:v>8.8579664487936482E-3</c:v>
              </c:pt>
              <c:pt idx="127">
                <c:v>8.9949955532110486E-3</c:v>
              </c:pt>
              <c:pt idx="128">
                <c:v>9.1231476829964041E-3</c:v>
              </c:pt>
              <c:pt idx="129">
                <c:v>9.2422963674696074E-3</c:v>
              </c:pt>
              <c:pt idx="130">
                <c:v>9.3523240212640829E-3</c:v>
              </c:pt>
              <c:pt idx="131">
                <c:v>9.4531220603693324E-3</c:v>
              </c:pt>
              <c:pt idx="132">
                <c:v>9.5445910092902542E-3</c:v>
              </c:pt>
              <c:pt idx="133">
                <c:v>9.6266405992174453E-3</c:v>
              </c:pt>
              <c:pt idx="134">
                <c:v>9.6991898571116113E-3</c:v>
              </c:pt>
              <c:pt idx="135">
                <c:v>9.7621671856141894E-3</c:v>
              </c:pt>
              <c:pt idx="136">
                <c:v>9.8155104337052951E-3</c:v>
              </c:pt>
              <c:pt idx="137">
                <c:v>9.8591669580392685E-3</c:v>
              </c:pt>
              <c:pt idx="138">
                <c:v>9.893093674897312E-3</c:v>
              </c:pt>
              <c:pt idx="139">
                <c:v>9.917257102705905E-3</c:v>
              </c:pt>
              <c:pt idx="140">
                <c:v>9.9316333950790862E-3</c:v>
              </c:pt>
              <c:pt idx="141">
                <c:v>9.9362083643519533E-3</c:v>
              </c:pt>
              <c:pt idx="142">
                <c:v>9.9309774955821817E-3</c:v>
              </c:pt>
              <c:pt idx="143">
                <c:v>9.9159459510057123E-3</c:v>
              </c:pt>
              <c:pt idx="144">
                <c:v>9.8911285649422621E-3</c:v>
              </c:pt>
              <c:pt idx="145">
                <c:v>9.8565498291556392E-3</c:v>
              </c:pt>
              <c:pt idx="146">
                <c:v>9.8122438686833215E-3</c:v>
              </c:pt>
              <c:pt idx="147">
                <c:v>9.7582544081591706E-3</c:v>
              </c:pt>
              <c:pt idx="148">
                <c:v>9.694634728662499E-3</c:v>
              </c:pt>
              <c:pt idx="149">
                <c:v>9.6214476151360723E-3</c:v>
              </c:pt>
              <c:pt idx="150">
                <c:v>9.5387652944249543E-3</c:v>
              </c:pt>
              <c:pt idx="151">
                <c:v>9.4466693639973301E-3</c:v>
              </c:pt>
              <c:pt idx="152">
                <c:v>9.3452507114176533E-3</c:v>
              </c:pt>
              <c:pt idx="153">
                <c:v>9.2346094246515999E-3</c:v>
              </c:pt>
              <c:pt idx="154">
                <c:v>9.1148546932913205E-3</c:v>
              </c:pt>
              <c:pt idx="155">
                <c:v>8.9861047007985077E-3</c:v>
              </c:pt>
              <c:pt idx="156">
                <c:v>8.8484865078715738E-3</c:v>
              </c:pt>
              <c:pt idx="157">
                <c:v>8.7021359270520928E-3</c:v>
              </c:pt>
              <c:pt idx="158">
                <c:v>8.5471973886942151E-3</c:v>
              </c:pt>
              <c:pt idx="159">
                <c:v>8.3838237984293421E-3</c:v>
              </c:pt>
              <c:pt idx="160">
                <c:v>8.212176386266732E-3</c:v>
              </c:pt>
              <c:pt idx="161">
                <c:v>8.0324245474789457E-3</c:v>
              </c:pt>
              <c:pt idx="162">
                <c:v>7.8447456754291676E-3</c:v>
              </c:pt>
              <c:pt idx="163">
                <c:v>7.6493249865053625E-3</c:v>
              </c:pt>
              <c:pt idx="164">
                <c:v>7.4463553373340756E-3</c:v>
              </c:pt>
              <c:pt idx="165">
                <c:v>7.2360370344542145E-3</c:v>
              </c:pt>
              <c:pt idx="166">
                <c:v>7.0185776366386851E-3</c:v>
              </c:pt>
              <c:pt idx="167">
                <c:v>6.7941917500589392E-3</c:v>
              </c:pt>
              <c:pt idx="168">
                <c:v>6.5631008164945964E-3</c:v>
              </c:pt>
              <c:pt idx="169">
                <c:v>6.3255328947971383E-3</c:v>
              </c:pt>
              <c:pt idx="170">
                <c:v>6.0817224358233552E-3</c:v>
              </c:pt>
              <c:pt idx="171">
                <c:v>5.8319100510606627E-3</c:v>
              </c:pt>
              <c:pt idx="172">
                <c:v>5.5763422751726067E-3</c:v>
              </c:pt>
              <c:pt idx="173">
                <c:v>5.3152713226989178E-3</c:v>
              </c:pt>
              <c:pt idx="174">
                <c:v>5.0489548391502072E-3</c:v>
              </c:pt>
              <c:pt idx="175">
                <c:v>4.7776556467429617E-3</c:v>
              </c:pt>
              <c:pt idx="176">
                <c:v>4.5016414850257364E-3</c:v>
              </c:pt>
              <c:pt idx="177">
                <c:v>4.2211847466525534E-3</c:v>
              </c:pt>
              <c:pt idx="178">
                <c:v>3.9365622085642347E-3</c:v>
              </c:pt>
              <c:pt idx="179">
                <c:v>3.6480547588429784E-3</c:v>
              </c:pt>
              <c:pt idx="180">
                <c:v>3.3559471195097322E-3</c:v>
              </c:pt>
              <c:pt idx="181">
                <c:v>3.0605275655379359E-3</c:v>
              </c:pt>
              <c:pt idx="182">
                <c:v>2.7620876403609248E-3</c:v>
              </c:pt>
              <c:pt idx="183">
                <c:v>2.460921868153759E-3</c:v>
              </c:pt>
              <c:pt idx="184">
                <c:v>2.1573274631734229E-3</c:v>
              </c:pt>
              <c:pt idx="185">
                <c:v>1.8516040364442356E-3</c:v>
              </c:pt>
              <c:pt idx="186">
                <c:v>1.5440533000779424E-3</c:v>
              </c:pt>
              <c:pt idx="187">
                <c:v>1.2349787695202861E-3</c:v>
              </c:pt>
              <c:pt idx="188">
                <c:v>9.2468546401790674E-4</c:v>
              </c:pt>
              <c:pt idx="189">
                <c:v>6.134796056011711E-4</c:v>
              </c:pt>
              <c:pt idx="190">
                <c:v>3.0166831687999707E-4</c:v>
              </c:pt>
              <c:pt idx="191">
                <c:v>-1.0440682049080591E-5</c:v>
              </c:pt>
              <c:pt idx="192">
                <c:v>-3.2253937728549462E-4</c:v>
              </c:pt>
              <c:pt idx="193">
                <c:v>-6.3431976509717826E-4</c:v>
              </c:pt>
              <c:pt idx="194">
                <c:v>-9.4547415588306434E-4</c:v>
              </c:pt>
              <c:pt idx="195">
                <c:v>-1.2556954778255723E-3</c:v>
              </c:pt>
              <c:pt idx="196">
                <c:v>-1.564677579933419E-3</c:v>
              </c:pt>
              <c:pt idx="197">
                <c:v>-1.8721155341756852E-3</c:v>
              </c:pt>
              <c:pt idx="198">
                <c:v>-2.177705936408968E-3</c:v>
              </c:pt>
              <c:pt idx="199">
                <c:v>-2.4811472058006386E-3</c:v>
              </c:pt>
              <c:pt idx="200">
                <c:v>-2.7821398824527162E-3</c:v>
              </c:pt>
              <c:pt idx="201">
                <c:v>-3.0803869229326319E-3</c:v>
              </c:pt>
              <c:pt idx="202">
                <c:v>-3.3755939934192332E-3</c:v>
              </c:pt>
              <c:pt idx="203">
                <c:v>-3.6674697601747309E-3</c:v>
              </c:pt>
              <c:pt idx="204">
                <c:v>-3.9557261770559269E-3</c:v>
              </c:pt>
              <c:pt idx="205">
                <c:v>-4.2400787697809781E-3</c:v>
              </c:pt>
              <c:pt idx="206">
                <c:v>-4.520246916671169E-3</c:v>
              </c:pt>
              <c:pt idx="207">
                <c:v>-4.7959541255906289E-3</c:v>
              </c:pt>
              <c:pt idx="208">
                <c:v>-5.0669283068106898E-3</c:v>
              </c:pt>
              <c:pt idx="209">
                <c:v>-5.3329020415295962E-3</c:v>
              </c:pt>
              <c:pt idx="210">
                <c:v>-5.5936128457825781E-3</c:v>
              </c:pt>
              <c:pt idx="211">
                <c:v>-5.8488034294818369E-3</c:v>
              </c:pt>
              <c:pt idx="212">
                <c:v>-6.0982219503307924E-3</c:v>
              </c:pt>
              <c:pt idx="213">
                <c:v>-6.3416222623620296E-3</c:v>
              </c:pt>
              <c:pt idx="214">
                <c:v>-6.5787641588536507E-3</c:v>
              </c:pt>
              <c:pt idx="215">
                <c:v>-6.8094136093843054E-3</c:v>
              </c:pt>
              <c:pt idx="216">
                <c:v>-7.0333429907929674E-3</c:v>
              </c:pt>
              <c:pt idx="217">
                <c:v>-7.2503313118155053E-3</c:v>
              </c:pt>
              <c:pt idx="218">
                <c:v>-7.4601644311763889E-3</c:v>
              </c:pt>
              <c:pt idx="219">
                <c:v>-7.6626352689202681E-3</c:v>
              </c:pt>
              <c:pt idx="220">
                <c:v>-7.8575440107748907E-3</c:v>
              </c:pt>
              <c:pt idx="221">
                <c:v>-8.0446983053436647E-3</c:v>
              </c:pt>
              <c:pt idx="222">
                <c:v>-8.2239134539332601E-3</c:v>
              </c:pt>
              <c:pt idx="223">
                <c:v>-8.3950125928289269E-3</c:v>
              </c:pt>
              <c:pt idx="224">
                <c:v>-8.5578268678376257E-3</c:v>
              </c:pt>
              <c:pt idx="225">
                <c:v>-8.7121956009267275E-3</c:v>
              </c:pt>
              <c:pt idx="226">
                <c:v>-8.8579664487938355E-3</c:v>
              </c:pt>
              <c:pt idx="227">
                <c:v>-8.9949955532112342E-3</c:v>
              </c:pt>
              <c:pt idx="228">
                <c:v>-9.123147682996588E-3</c:v>
              </c:pt>
              <c:pt idx="229">
                <c:v>-9.242296367469793E-3</c:v>
              </c:pt>
              <c:pt idx="230">
                <c:v>-9.3523240212642685E-3</c:v>
              </c:pt>
              <c:pt idx="231">
                <c:v>-9.4531220603695162E-3</c:v>
              </c:pt>
              <c:pt idx="232">
                <c:v>-9.544591009290438E-3</c:v>
              </c:pt>
              <c:pt idx="233">
                <c:v>-9.6266405992176275E-3</c:v>
              </c:pt>
              <c:pt idx="234">
                <c:v>-9.6991898571117952E-3</c:v>
              </c:pt>
              <c:pt idx="235">
                <c:v>-9.7621671856143732E-3</c:v>
              </c:pt>
              <c:pt idx="236">
                <c:v>-9.815510433705479E-3</c:v>
              </c:pt>
              <c:pt idx="237">
                <c:v>-9.8591669580394524E-3</c:v>
              </c:pt>
              <c:pt idx="238">
                <c:v>-9.8930936748974959E-3</c:v>
              </c:pt>
              <c:pt idx="239">
                <c:v>-9.9172571027060855E-3</c:v>
              </c:pt>
              <c:pt idx="240">
                <c:v>-9.9316333950792684E-3</c:v>
              </c:pt>
              <c:pt idx="241">
                <c:v>-9.9362083643521355E-3</c:v>
              </c:pt>
              <c:pt idx="242">
                <c:v>-9.9309774955823639E-3</c:v>
              </c:pt>
              <c:pt idx="243">
                <c:v>-9.9159459510058945E-3</c:v>
              </c:pt>
              <c:pt idx="244">
                <c:v>-9.8911285649424443E-3</c:v>
              </c:pt>
              <c:pt idx="245">
                <c:v>-9.8565498291558213E-3</c:v>
              </c:pt>
              <c:pt idx="246">
                <c:v>-9.8122438686835019E-3</c:v>
              </c:pt>
              <c:pt idx="247">
                <c:v>-9.758254408159351E-3</c:v>
              </c:pt>
              <c:pt idx="248">
                <c:v>-9.6946347286626794E-3</c:v>
              </c:pt>
              <c:pt idx="249">
                <c:v>-9.6214476151362527E-3</c:v>
              </c:pt>
              <c:pt idx="250">
                <c:v>-9.5387652944251347E-3</c:v>
              </c:pt>
              <c:pt idx="251">
                <c:v>-9.4466693639975105E-3</c:v>
              </c:pt>
              <c:pt idx="252">
                <c:v>-9.3452507114178338E-3</c:v>
              </c:pt>
              <c:pt idx="253">
                <c:v>-9.2346094246517803E-3</c:v>
              </c:pt>
              <c:pt idx="254">
                <c:v>-9.114854693291501E-3</c:v>
              </c:pt>
              <c:pt idx="255">
                <c:v>-8.9861047007986881E-3</c:v>
              </c:pt>
              <c:pt idx="256">
                <c:v>-8.8484865078717542E-3</c:v>
              </c:pt>
              <c:pt idx="257">
                <c:v>-8.7021359270522732E-3</c:v>
              </c:pt>
              <c:pt idx="258">
                <c:v>-8.5471973886943938E-3</c:v>
              </c:pt>
              <c:pt idx="259">
                <c:v>-8.3838237984295207E-3</c:v>
              </c:pt>
              <c:pt idx="260">
                <c:v>-8.2121763862669107E-3</c:v>
              </c:pt>
              <c:pt idx="261">
                <c:v>-8.0324245474791243E-3</c:v>
              </c:pt>
              <c:pt idx="262">
                <c:v>-7.8447456754293463E-3</c:v>
              </c:pt>
              <c:pt idx="263">
                <c:v>-7.6493249865055412E-3</c:v>
              </c:pt>
              <c:pt idx="264">
                <c:v>-7.4463553373342543E-3</c:v>
              </c:pt>
              <c:pt idx="265">
                <c:v>-7.2360370344543932E-3</c:v>
              </c:pt>
              <c:pt idx="266">
                <c:v>-7.0185776366388638E-3</c:v>
              </c:pt>
              <c:pt idx="267">
                <c:v>-6.7941917500591179E-3</c:v>
              </c:pt>
              <c:pt idx="268">
                <c:v>-6.5631008164947751E-3</c:v>
              </c:pt>
              <c:pt idx="269">
                <c:v>-6.3255328947973161E-3</c:v>
              </c:pt>
              <c:pt idx="270">
                <c:v>-6.081722435823533E-3</c:v>
              </c:pt>
              <c:pt idx="271">
                <c:v>-5.8319100510608405E-3</c:v>
              </c:pt>
              <c:pt idx="272">
                <c:v>-5.5763422751727845E-3</c:v>
              </c:pt>
              <c:pt idx="273">
                <c:v>-5.3152713226990956E-3</c:v>
              </c:pt>
              <c:pt idx="274">
                <c:v>-5.0489548391503859E-3</c:v>
              </c:pt>
              <c:pt idx="275">
                <c:v>-4.7776556467431387E-3</c:v>
              </c:pt>
              <c:pt idx="276">
                <c:v>-4.5016414850259125E-3</c:v>
              </c:pt>
              <c:pt idx="277">
                <c:v>-4.2211847466527294E-3</c:v>
              </c:pt>
              <c:pt idx="278">
                <c:v>-3.9365622085644108E-3</c:v>
              </c:pt>
              <c:pt idx="279">
                <c:v>-3.6480547588431536E-3</c:v>
              </c:pt>
              <c:pt idx="280">
                <c:v>-3.3559471195099074E-3</c:v>
              </c:pt>
              <c:pt idx="281">
                <c:v>-3.0605275655381102E-3</c:v>
              </c:pt>
              <c:pt idx="282">
                <c:v>-2.7620876403610978E-3</c:v>
              </c:pt>
              <c:pt idx="283">
                <c:v>-2.460921868153932E-3</c:v>
              </c:pt>
              <c:pt idx="284">
                <c:v>-2.1573274631735955E-3</c:v>
              </c:pt>
              <c:pt idx="285">
                <c:v>-1.8516040364444074E-3</c:v>
              </c:pt>
              <c:pt idx="286">
                <c:v>-1.5440533000781131E-3</c:v>
              </c:pt>
              <c:pt idx="287">
                <c:v>-1.2349787695204557E-3</c:v>
              </c:pt>
              <c:pt idx="288">
                <c:v>-9.2468546401807523E-4</c:v>
              </c:pt>
              <c:pt idx="289">
                <c:v>-6.1347960560133785E-4</c:v>
              </c:pt>
              <c:pt idx="290">
                <c:v>-3.0166831688016279E-4</c:v>
              </c:pt>
              <c:pt idx="291">
                <c:v>1.0440682048915621E-5</c:v>
              </c:pt>
              <c:pt idx="292">
                <c:v>3.2253937728533047E-4</c:v>
              </c:pt>
              <c:pt idx="293">
                <c:v>6.3431976509701542E-4</c:v>
              </c:pt>
              <c:pt idx="294">
                <c:v>9.4547415588290323E-4</c:v>
              </c:pt>
              <c:pt idx="295">
                <c:v>1.2556954778254134E-3</c:v>
              </c:pt>
              <c:pt idx="296">
                <c:v>1.564677579933262E-3</c:v>
              </c:pt>
              <c:pt idx="297">
                <c:v>1.8721155341755297E-3</c:v>
              </c:pt>
              <c:pt idx="298">
                <c:v>2.1777059364088132E-3</c:v>
              </c:pt>
              <c:pt idx="299">
                <c:v>2.4811472058004855E-3</c:v>
              </c:pt>
              <c:pt idx="300">
                <c:v>2.7821398824525649E-3</c:v>
              </c:pt>
              <c:pt idx="301">
                <c:v>3.0803869229324822E-3</c:v>
              </c:pt>
              <c:pt idx="302">
                <c:v>3.3755939934190849E-3</c:v>
              </c:pt>
              <c:pt idx="303">
                <c:v>3.6674697601745852E-3</c:v>
              </c:pt>
              <c:pt idx="304">
                <c:v>3.9557261770557829E-3</c:v>
              </c:pt>
              <c:pt idx="305">
                <c:v>4.240078769780835E-3</c:v>
              </c:pt>
              <c:pt idx="306">
                <c:v>4.5202469166710285E-3</c:v>
              </c:pt>
              <c:pt idx="307">
                <c:v>4.795954125590491E-3</c:v>
              </c:pt>
              <c:pt idx="308">
                <c:v>5.0669283068105536E-3</c:v>
              </c:pt>
              <c:pt idx="309">
                <c:v>5.3329020415294626E-3</c:v>
              </c:pt>
              <c:pt idx="310">
                <c:v>5.5936128457824488E-3</c:v>
              </c:pt>
              <c:pt idx="311">
                <c:v>5.8488034294817094E-3</c:v>
              </c:pt>
              <c:pt idx="312">
                <c:v>6.0982219503306657E-3</c:v>
              </c:pt>
              <c:pt idx="313">
                <c:v>6.3416222623619055E-3</c:v>
              </c:pt>
              <c:pt idx="314">
                <c:v>6.5787641588535284E-3</c:v>
              </c:pt>
              <c:pt idx="315">
                <c:v>6.8094136093841849E-3</c:v>
              </c:pt>
              <c:pt idx="316">
                <c:v>7.0333429907928477E-3</c:v>
              </c:pt>
              <c:pt idx="317">
                <c:v>7.2503313118153882E-3</c:v>
              </c:pt>
              <c:pt idx="318">
                <c:v>7.4601644311762735E-3</c:v>
              </c:pt>
              <c:pt idx="319">
                <c:v>7.6626352689201545E-3</c:v>
              </c:pt>
              <c:pt idx="320">
                <c:v>7.8575440107747779E-3</c:v>
              </c:pt>
              <c:pt idx="321">
                <c:v>8.044698305343552E-3</c:v>
              </c:pt>
              <c:pt idx="322">
                <c:v>8.2239134539331491E-3</c:v>
              </c:pt>
              <c:pt idx="323">
                <c:v>8.3950125928288176E-3</c:v>
              </c:pt>
              <c:pt idx="324">
                <c:v>8.5578268678375181E-3</c:v>
              </c:pt>
              <c:pt idx="325">
                <c:v>8.7121956009266217E-3</c:v>
              </c:pt>
              <c:pt idx="326">
                <c:v>8.8579664487937314E-3</c:v>
              </c:pt>
              <c:pt idx="327">
                <c:v>8.9949955532111318E-3</c:v>
              </c:pt>
              <c:pt idx="328">
                <c:v>9.1231476829964856E-3</c:v>
              </c:pt>
              <c:pt idx="329">
                <c:v>9.2422963674696906E-3</c:v>
              </c:pt>
              <c:pt idx="330">
                <c:v>9.3523240212641679E-3</c:v>
              </c:pt>
              <c:pt idx="331">
                <c:v>9.4531220603694174E-3</c:v>
              </c:pt>
              <c:pt idx="332">
                <c:v>9.5445910092903409E-3</c:v>
              </c:pt>
              <c:pt idx="333">
                <c:v>9.626640599217532E-3</c:v>
              </c:pt>
              <c:pt idx="334">
                <c:v>9.6991898571116997E-3</c:v>
              </c:pt>
              <c:pt idx="335">
                <c:v>9.7621671856142813E-3</c:v>
              </c:pt>
              <c:pt idx="336">
                <c:v>9.8155104337053871E-3</c:v>
              </c:pt>
              <c:pt idx="337">
                <c:v>9.8591669580393639E-3</c:v>
              </c:pt>
              <c:pt idx="338">
                <c:v>9.8930936748974074E-3</c:v>
              </c:pt>
              <c:pt idx="339">
                <c:v>9.9172571027060005E-3</c:v>
              </c:pt>
              <c:pt idx="340">
                <c:v>9.9316333950791834E-3</c:v>
              </c:pt>
              <c:pt idx="341">
                <c:v>9.9362083643520539E-3</c:v>
              </c:pt>
              <c:pt idx="342">
                <c:v>9.9309774955822824E-3</c:v>
              </c:pt>
              <c:pt idx="343">
                <c:v>9.9159459510058147E-3</c:v>
              </c:pt>
              <c:pt idx="344">
                <c:v>9.8911285649423662E-3</c:v>
              </c:pt>
              <c:pt idx="345">
                <c:v>9.856549829155745E-3</c:v>
              </c:pt>
              <c:pt idx="346">
                <c:v>9.8122438686834273E-3</c:v>
              </c:pt>
              <c:pt idx="347">
                <c:v>9.7582544081592781E-3</c:v>
              </c:pt>
              <c:pt idx="348">
                <c:v>9.6946347286626083E-3</c:v>
              </c:pt>
              <c:pt idx="349">
                <c:v>9.6214476151361833E-3</c:v>
              </c:pt>
              <c:pt idx="350">
                <c:v>9.5387652944250671E-3</c:v>
              </c:pt>
              <c:pt idx="351">
                <c:v>9.4466693639974446E-3</c:v>
              </c:pt>
              <c:pt idx="352">
                <c:v>9.3452507114177696E-3</c:v>
              </c:pt>
              <c:pt idx="353">
                <c:v>9.2346094246517161E-3</c:v>
              </c:pt>
              <c:pt idx="354">
                <c:v>9.1148546932914402E-3</c:v>
              </c:pt>
              <c:pt idx="355">
                <c:v>8.9861047007986292E-3</c:v>
              </c:pt>
              <c:pt idx="356">
                <c:v>8.8484865078716952E-3</c:v>
              </c:pt>
              <c:pt idx="357">
                <c:v>8.702135927052216E-3</c:v>
              </c:pt>
              <c:pt idx="358">
                <c:v>8.5471973886943383E-3</c:v>
              </c:pt>
              <c:pt idx="359">
                <c:v>8.383823798429467E-3</c:v>
              </c:pt>
              <c:pt idx="360">
                <c:v>8.2121763862668569E-3</c:v>
              </c:pt>
              <c:pt idx="361">
                <c:v>8.032424547479074E-3</c:v>
              </c:pt>
              <c:pt idx="362">
                <c:v>7.844745675429296E-3</c:v>
              </c:pt>
              <c:pt idx="363">
                <c:v>7.6493249865054935E-3</c:v>
              </c:pt>
              <c:pt idx="364">
                <c:v>7.4463553373342074E-3</c:v>
              </c:pt>
              <c:pt idx="365">
                <c:v>7.2360370344543472E-3</c:v>
              </c:pt>
              <c:pt idx="366">
                <c:v>7.0185776366388187E-3</c:v>
              </c:pt>
              <c:pt idx="367">
                <c:v>6.7941917500590754E-3</c:v>
              </c:pt>
              <c:pt idx="368">
                <c:v>6.5631008164947335E-3</c:v>
              </c:pt>
              <c:pt idx="369">
                <c:v>6.3255328947972762E-3</c:v>
              </c:pt>
              <c:pt idx="370">
                <c:v>6.0817224358234957E-3</c:v>
              </c:pt>
              <c:pt idx="371">
                <c:v>5.8319100510608049E-3</c:v>
              </c:pt>
              <c:pt idx="372">
                <c:v>5.5763422751727498E-3</c:v>
              </c:pt>
              <c:pt idx="373">
                <c:v>5.3152713226990627E-3</c:v>
              </c:pt>
              <c:pt idx="374">
                <c:v>5.0489548391503538E-3</c:v>
              </c:pt>
              <c:pt idx="375">
                <c:v>4.7776556467431092E-3</c:v>
              </c:pt>
              <c:pt idx="376">
                <c:v>4.5016414850258847E-3</c:v>
              </c:pt>
              <c:pt idx="377">
                <c:v>4.2211847466527043E-3</c:v>
              </c:pt>
              <c:pt idx="378">
                <c:v>3.9365622085643873E-3</c:v>
              </c:pt>
              <c:pt idx="379">
                <c:v>3.6480547588431333E-3</c:v>
              </c:pt>
              <c:pt idx="380">
                <c:v>3.3559471195098896E-3</c:v>
              </c:pt>
              <c:pt idx="381">
                <c:v>3.060527565538095E-3</c:v>
              </c:pt>
              <c:pt idx="382">
                <c:v>2.7620876403610861E-3</c:v>
              </c:pt>
              <c:pt idx="383">
                <c:v>2.4609218681539229E-3</c:v>
              </c:pt>
              <c:pt idx="384">
                <c:v>2.157327463173589E-3</c:v>
              </c:pt>
              <c:pt idx="385">
                <c:v>1.8516040364444037E-3</c:v>
              </c:pt>
              <c:pt idx="386">
                <c:v>1.5440533000781122E-3</c:v>
              </c:pt>
              <c:pt idx="387">
                <c:v>1.2349787695204581E-3</c:v>
              </c:pt>
              <c:pt idx="388">
                <c:v>9.2468546401808108E-4</c:v>
              </c:pt>
              <c:pt idx="389">
                <c:v>6.1347960560134706E-4</c:v>
              </c:pt>
              <c:pt idx="390">
                <c:v>3.016683168801752E-4</c:v>
              </c:pt>
              <c:pt idx="391">
                <c:v>-1.0440682048900111E-5</c:v>
              </c:pt>
              <c:pt idx="392">
                <c:v>-3.2253937728531198E-4</c:v>
              </c:pt>
              <c:pt idx="393">
                <c:v>-6.3431976509699395E-4</c:v>
              </c:pt>
              <c:pt idx="394">
                <c:v>-9.454741558828784E-4</c:v>
              </c:pt>
              <c:pt idx="395">
                <c:v>-1.2556954778253848E-3</c:v>
              </c:pt>
              <c:pt idx="396">
                <c:v>-1.5646775799332299E-3</c:v>
              </c:pt>
              <c:pt idx="397">
                <c:v>-1.8721155341754941E-3</c:v>
              </c:pt>
              <c:pt idx="398">
                <c:v>-2.177705936408775E-3</c:v>
              </c:pt>
              <c:pt idx="399">
                <c:v>-2.4811472058004448E-3</c:v>
              </c:pt>
              <c:pt idx="400">
                <c:v>-2.7821398824525215E-3</c:v>
              </c:pt>
              <c:pt idx="401">
                <c:v>-3.0803869229324354E-3</c:v>
              </c:pt>
              <c:pt idx="402">
                <c:v>-3.3755939934190351E-3</c:v>
              </c:pt>
              <c:pt idx="403">
                <c:v>-3.6674697601745314E-3</c:v>
              </c:pt>
              <c:pt idx="404">
                <c:v>-3.9557261770557257E-3</c:v>
              </c:pt>
              <c:pt idx="405">
                <c:v>-4.240078769780776E-3</c:v>
              </c:pt>
              <c:pt idx="406">
                <c:v>-4.520246916670966E-3</c:v>
              </c:pt>
              <c:pt idx="407">
                <c:v>-4.7959541255904251E-3</c:v>
              </c:pt>
              <c:pt idx="408">
                <c:v>-5.0669283068104851E-3</c:v>
              </c:pt>
              <c:pt idx="409">
                <c:v>-5.3329020415293906E-3</c:v>
              </c:pt>
              <c:pt idx="410">
                <c:v>-5.5936128457823734E-3</c:v>
              </c:pt>
              <c:pt idx="411">
                <c:v>-5.8488034294816313E-3</c:v>
              </c:pt>
              <c:pt idx="412">
                <c:v>-6.0982219503305859E-3</c:v>
              </c:pt>
              <c:pt idx="413">
                <c:v>-6.3416222623618223E-3</c:v>
              </c:pt>
              <c:pt idx="414">
                <c:v>-6.5787641588534425E-3</c:v>
              </c:pt>
              <c:pt idx="415">
                <c:v>-6.8094136093840955E-3</c:v>
              </c:pt>
              <c:pt idx="416">
                <c:v>-7.0333429907927549E-3</c:v>
              </c:pt>
              <c:pt idx="417">
                <c:v>-7.2503313118152911E-3</c:v>
              </c:pt>
              <c:pt idx="418">
                <c:v>-7.4601644311761721E-3</c:v>
              </c:pt>
              <c:pt idx="419">
                <c:v>-7.6626352689200504E-3</c:v>
              </c:pt>
              <c:pt idx="420">
                <c:v>-7.8575440107746704E-3</c:v>
              </c:pt>
              <c:pt idx="421">
                <c:v>-8.0446983053434427E-3</c:v>
              </c:pt>
              <c:pt idx="422">
                <c:v>-8.2239134539330364E-3</c:v>
              </c:pt>
              <c:pt idx="423">
                <c:v>-8.3950125928287014E-3</c:v>
              </c:pt>
              <c:pt idx="424">
                <c:v>-8.5578268678373984E-3</c:v>
              </c:pt>
              <c:pt idx="425">
                <c:v>-8.7121956009264985E-3</c:v>
              </c:pt>
              <c:pt idx="426">
                <c:v>-8.8579664487936065E-3</c:v>
              </c:pt>
              <c:pt idx="427">
                <c:v>-8.9949955532110035E-3</c:v>
              </c:pt>
              <c:pt idx="428">
                <c:v>-9.1231476829963572E-3</c:v>
              </c:pt>
              <c:pt idx="429">
                <c:v>-9.2422963674695605E-3</c:v>
              </c:pt>
              <c:pt idx="430">
                <c:v>-9.3523240212640326E-3</c:v>
              </c:pt>
              <c:pt idx="431">
                <c:v>-9.4531220603692803E-3</c:v>
              </c:pt>
              <c:pt idx="432">
                <c:v>-9.5445910092902004E-3</c:v>
              </c:pt>
              <c:pt idx="433">
                <c:v>-9.6266405992173881E-3</c:v>
              </c:pt>
              <c:pt idx="434">
                <c:v>-9.6991898571115523E-3</c:v>
              </c:pt>
              <c:pt idx="435">
                <c:v>-9.7621671856141321E-3</c:v>
              </c:pt>
              <c:pt idx="436">
                <c:v>-9.8155104337052379E-3</c:v>
              </c:pt>
              <c:pt idx="437">
                <c:v>-9.8591669580392095E-3</c:v>
              </c:pt>
              <c:pt idx="438">
                <c:v>-9.8930936748972496E-3</c:v>
              </c:pt>
              <c:pt idx="439">
                <c:v>-9.9172571027058409E-3</c:v>
              </c:pt>
              <c:pt idx="440">
                <c:v>-9.9316333950790221E-3</c:v>
              </c:pt>
              <c:pt idx="441">
                <c:v>-9.9362083643518891E-3</c:v>
              </c:pt>
              <c:pt idx="442">
                <c:v>-9.9309774955821158E-3</c:v>
              </c:pt>
              <c:pt idx="443">
                <c:v>-9.9159459510056447E-3</c:v>
              </c:pt>
              <c:pt idx="444">
                <c:v>-9.8911285649421928E-3</c:v>
              </c:pt>
              <c:pt idx="445">
                <c:v>-9.8565498291555698E-3</c:v>
              </c:pt>
              <c:pt idx="446">
                <c:v>-9.8122438686832503E-3</c:v>
              </c:pt>
              <c:pt idx="447">
                <c:v>-9.7582544081590977E-3</c:v>
              </c:pt>
              <c:pt idx="448">
                <c:v>-9.6946347286624261E-3</c:v>
              </c:pt>
              <c:pt idx="449">
                <c:v>-9.6214476151359994E-3</c:v>
              </c:pt>
              <c:pt idx="450">
                <c:v>-9.5387652944248814E-3</c:v>
              </c:pt>
              <c:pt idx="451">
                <c:v>-9.4466693639972555E-3</c:v>
              </c:pt>
              <c:pt idx="452">
                <c:v>-9.3452507114175788E-3</c:v>
              </c:pt>
              <c:pt idx="453">
                <c:v>-9.2346094246515235E-3</c:v>
              </c:pt>
              <c:pt idx="454">
                <c:v>-9.1148546932912442E-3</c:v>
              </c:pt>
              <c:pt idx="455">
                <c:v>-8.9861047007984279E-3</c:v>
              </c:pt>
              <c:pt idx="456">
                <c:v>-8.848486507871494E-3</c:v>
              </c:pt>
              <c:pt idx="457">
                <c:v>-8.702135927052013E-3</c:v>
              </c:pt>
              <c:pt idx="458">
                <c:v>-8.5471973886941336E-3</c:v>
              </c:pt>
              <c:pt idx="459">
                <c:v>-8.3838237984292588E-3</c:v>
              </c:pt>
              <c:pt idx="460">
                <c:v>-8.2121763862666487E-3</c:v>
              </c:pt>
              <c:pt idx="461">
                <c:v>-8.0324245474788641E-3</c:v>
              </c:pt>
              <c:pt idx="462">
                <c:v>-7.8447456754290844E-3</c:v>
              </c:pt>
              <c:pt idx="463">
                <c:v>-7.6493249865052801E-3</c:v>
              </c:pt>
              <c:pt idx="464">
                <c:v>-7.4463553373339923E-3</c:v>
              </c:pt>
              <c:pt idx="465">
                <c:v>-7.2360370344541304E-3</c:v>
              </c:pt>
              <c:pt idx="466">
                <c:v>-7.0185776366385993E-3</c:v>
              </c:pt>
              <c:pt idx="467">
                <c:v>-6.7941917500588542E-3</c:v>
              </c:pt>
              <c:pt idx="468">
                <c:v>-6.5631008164945114E-3</c:v>
              </c:pt>
              <c:pt idx="469">
                <c:v>-6.3255328947970516E-3</c:v>
              </c:pt>
              <c:pt idx="470">
                <c:v>-6.0817224358232693E-3</c:v>
              </c:pt>
              <c:pt idx="471">
                <c:v>-5.8319100510605768E-3</c:v>
              </c:pt>
              <c:pt idx="472">
                <c:v>-5.5763422751725208E-3</c:v>
              </c:pt>
              <c:pt idx="473">
                <c:v>-5.3152713226988311E-3</c:v>
              </c:pt>
              <c:pt idx="474">
                <c:v>-5.0489548391501205E-3</c:v>
              </c:pt>
              <c:pt idx="475">
                <c:v>-4.7776556467428741E-3</c:v>
              </c:pt>
              <c:pt idx="476">
                <c:v>-4.5016414850256479E-3</c:v>
              </c:pt>
              <c:pt idx="477">
                <c:v>-4.2211847466524649E-3</c:v>
              </c:pt>
              <c:pt idx="478">
                <c:v>-3.9365622085641462E-3</c:v>
              </c:pt>
              <c:pt idx="479">
                <c:v>-3.6480547588428891E-3</c:v>
              </c:pt>
              <c:pt idx="480">
                <c:v>-3.3559471195096428E-3</c:v>
              </c:pt>
              <c:pt idx="481">
                <c:v>-3.060527565537847E-3</c:v>
              </c:pt>
              <c:pt idx="482">
                <c:v>-2.7620876403608363E-3</c:v>
              </c:pt>
              <c:pt idx="483">
                <c:v>-2.4609218681536705E-3</c:v>
              </c:pt>
              <c:pt idx="484">
                <c:v>-2.1573274631733349E-3</c:v>
              </c:pt>
              <c:pt idx="485">
                <c:v>-1.851604036444148E-3</c:v>
              </c:pt>
              <c:pt idx="486">
                <c:v>-1.5440533000778548E-3</c:v>
              </c:pt>
              <c:pt idx="487">
                <c:v>-1.2349787695201987E-3</c:v>
              </c:pt>
              <c:pt idx="488">
                <c:v>-9.2468546401782E-4</c:v>
              </c:pt>
              <c:pt idx="489">
                <c:v>-6.1347960560108469E-4</c:v>
              </c:pt>
              <c:pt idx="490">
                <c:v>-3.0166831687991136E-4</c:v>
              </c:pt>
              <c:pt idx="491">
                <c:v>1.0440682049164757E-5</c:v>
              </c:pt>
              <c:pt idx="492">
                <c:v>3.2253937728557756E-4</c:v>
              </c:pt>
              <c:pt idx="493">
                <c:v>6.3431976509726099E-4</c:v>
              </c:pt>
              <c:pt idx="494">
                <c:v>9.4547415588314685E-4</c:v>
              </c:pt>
              <c:pt idx="495">
                <c:v>1.2556954778256547E-3</c:v>
              </c:pt>
              <c:pt idx="496">
                <c:v>1.5646775799335014E-3</c:v>
              </c:pt>
              <c:pt idx="497">
                <c:v>1.8721155341757676E-3</c:v>
              </c:pt>
              <c:pt idx="498">
                <c:v>2.17770593640905E-3</c:v>
              </c:pt>
              <c:pt idx="499">
                <c:v>2.4811472058007206E-3</c:v>
              </c:pt>
              <c:pt idx="500">
                <c:v>2.7821398824527986E-3</c:v>
              </c:pt>
              <c:pt idx="501">
                <c:v>3.0803869229327138E-3</c:v>
              </c:pt>
              <c:pt idx="502">
                <c:v>3.3755939934193148E-3</c:v>
              </c:pt>
              <c:pt idx="503">
                <c:v>3.6674697601748137E-3</c:v>
              </c:pt>
              <c:pt idx="504">
                <c:v>3.9557261770560102E-3</c:v>
              </c:pt>
              <c:pt idx="505">
                <c:v>4.2400787697810614E-3</c:v>
              </c:pt>
              <c:pt idx="506">
                <c:v>4.5202469166712523E-3</c:v>
              </c:pt>
              <c:pt idx="507">
                <c:v>4.795954125590713E-3</c:v>
              </c:pt>
              <c:pt idx="508">
                <c:v>5.0669283068107748E-3</c:v>
              </c:pt>
              <c:pt idx="509">
                <c:v>5.3329020415296821E-3</c:v>
              </c:pt>
              <c:pt idx="510">
                <c:v>5.5936128457826665E-3</c:v>
              </c:pt>
              <c:pt idx="511">
                <c:v>5.8488034294819254E-3</c:v>
              </c:pt>
              <c:pt idx="512">
                <c:v>6.0982219503308817E-3</c:v>
              </c:pt>
              <c:pt idx="513">
                <c:v>6.3416222623621206E-3</c:v>
              </c:pt>
              <c:pt idx="514">
                <c:v>6.5787641588537435E-3</c:v>
              </c:pt>
              <c:pt idx="515">
                <c:v>6.8094136093843991E-3</c:v>
              </c:pt>
              <c:pt idx="516">
                <c:v>7.0333429907930602E-3</c:v>
              </c:pt>
              <c:pt idx="517">
                <c:v>7.250331311815599E-3</c:v>
              </c:pt>
              <c:pt idx="518">
                <c:v>7.4601644311764834E-3</c:v>
              </c:pt>
              <c:pt idx="519">
                <c:v>7.6626352689203626E-3</c:v>
              </c:pt>
              <c:pt idx="520">
                <c:v>7.8575440107749861E-3</c:v>
              </c:pt>
              <c:pt idx="521">
                <c:v>8.0446983053437584E-3</c:v>
              </c:pt>
              <c:pt idx="522">
                <c:v>8.2239134539333538E-3</c:v>
              </c:pt>
              <c:pt idx="523">
                <c:v>8.3950125928290223E-3</c:v>
              </c:pt>
              <c:pt idx="524">
                <c:v>8.5578268678377211E-3</c:v>
              </c:pt>
              <c:pt idx="525">
                <c:v>8.7121956009268229E-3</c:v>
              </c:pt>
              <c:pt idx="526">
                <c:v>8.8579664487939309E-3</c:v>
              </c:pt>
              <c:pt idx="527">
                <c:v>8.9949955532113296E-3</c:v>
              </c:pt>
              <c:pt idx="528">
                <c:v>9.1231476829966851E-3</c:v>
              </c:pt>
              <c:pt idx="529">
                <c:v>9.2422963674698884E-3</c:v>
              </c:pt>
              <c:pt idx="530">
                <c:v>9.3523240212643622E-3</c:v>
              </c:pt>
              <c:pt idx="531">
                <c:v>9.4531220603696117E-3</c:v>
              </c:pt>
              <c:pt idx="532">
                <c:v>9.5445910092905335E-3</c:v>
              </c:pt>
              <c:pt idx="533">
                <c:v>9.6266405992177229E-3</c:v>
              </c:pt>
              <c:pt idx="534">
                <c:v>9.6991898571118888E-3</c:v>
              </c:pt>
              <c:pt idx="535">
                <c:v>9.7621671856144669E-3</c:v>
              </c:pt>
              <c:pt idx="536">
                <c:v>9.8155104337055727E-3</c:v>
              </c:pt>
              <c:pt idx="537">
                <c:v>9.8591669580395478E-3</c:v>
              </c:pt>
              <c:pt idx="538">
                <c:v>9.8930936748975896E-3</c:v>
              </c:pt>
              <c:pt idx="539">
                <c:v>9.9172571027061809E-3</c:v>
              </c:pt>
              <c:pt idx="540">
                <c:v>9.9316333950793621E-3</c:v>
              </c:pt>
              <c:pt idx="541">
                <c:v>9.9362083643522309E-3</c:v>
              </c:pt>
              <c:pt idx="542">
                <c:v>9.9309774955824576E-3</c:v>
              </c:pt>
              <c:pt idx="543">
                <c:v>9.9159459510059882E-3</c:v>
              </c:pt>
              <c:pt idx="544">
                <c:v>9.8911285649425397E-3</c:v>
              </c:pt>
              <c:pt idx="545">
                <c:v>9.856549829155915E-3</c:v>
              </c:pt>
              <c:pt idx="546">
                <c:v>9.8122438686835955E-3</c:v>
              </c:pt>
              <c:pt idx="547">
                <c:v>9.7582544081594464E-3</c:v>
              </c:pt>
              <c:pt idx="548">
                <c:v>9.6946347286627731E-3</c:v>
              </c:pt>
              <c:pt idx="549">
                <c:v>9.6214476151363481E-3</c:v>
              </c:pt>
              <c:pt idx="550">
                <c:v>9.5387652944252301E-3</c:v>
              </c:pt>
              <c:pt idx="551">
                <c:v>9.4466693639976042E-3</c:v>
              </c:pt>
              <c:pt idx="552">
                <c:v>9.3452507114179274E-3</c:v>
              </c:pt>
              <c:pt idx="553">
                <c:v>9.2346094246518722E-3</c:v>
              </c:pt>
              <c:pt idx="554">
                <c:v>9.1148546932915929E-3</c:v>
              </c:pt>
              <c:pt idx="555">
                <c:v>8.9861047007987766E-3</c:v>
              </c:pt>
              <c:pt idx="556">
                <c:v>8.8484865078718427E-3</c:v>
              </c:pt>
              <c:pt idx="557">
                <c:v>8.7021359270523617E-3</c:v>
              </c:pt>
              <c:pt idx="558">
                <c:v>8.5471973886944823E-3</c:v>
              </c:pt>
              <c:pt idx="559">
                <c:v>8.3838237984296092E-3</c:v>
              </c:pt>
              <c:pt idx="560">
                <c:v>8.2121763862669974E-3</c:v>
              </c:pt>
              <c:pt idx="561">
                <c:v>8.0324245474792128E-3</c:v>
              </c:pt>
              <c:pt idx="562">
                <c:v>7.8447456754294331E-3</c:v>
              </c:pt>
              <c:pt idx="563">
                <c:v>7.6493249865056288E-3</c:v>
              </c:pt>
              <c:pt idx="564">
                <c:v>7.446355337334341E-3</c:v>
              </c:pt>
              <c:pt idx="565">
                <c:v>7.2360370344544791E-3</c:v>
              </c:pt>
              <c:pt idx="566">
                <c:v>7.0185776366389488E-3</c:v>
              </c:pt>
              <c:pt idx="567">
                <c:v>6.7941917500592029E-3</c:v>
              </c:pt>
              <c:pt idx="568">
                <c:v>6.5631008164948592E-3</c:v>
              </c:pt>
              <c:pt idx="569">
                <c:v>6.3255328947974003E-3</c:v>
              </c:pt>
              <c:pt idx="570">
                <c:v>6.081722435823618E-3</c:v>
              </c:pt>
              <c:pt idx="571">
                <c:v>5.8319100510609255E-3</c:v>
              </c:pt>
              <c:pt idx="572">
                <c:v>5.5763422751728686E-3</c:v>
              </c:pt>
              <c:pt idx="573">
                <c:v>5.315271322699178E-3</c:v>
              </c:pt>
              <c:pt idx="574">
                <c:v>5.0489548391504675E-3</c:v>
              </c:pt>
              <c:pt idx="575">
                <c:v>4.7776556467432202E-3</c:v>
              </c:pt>
              <c:pt idx="576">
                <c:v>4.501641485025994E-3</c:v>
              </c:pt>
              <c:pt idx="577">
                <c:v>4.2211847466528101E-3</c:v>
              </c:pt>
              <c:pt idx="578">
                <c:v>3.9365622085644906E-3</c:v>
              </c:pt>
              <c:pt idx="579">
                <c:v>3.6480547588432339E-3</c:v>
              </c:pt>
              <c:pt idx="580">
                <c:v>3.3559471195099876E-3</c:v>
              </c:pt>
              <c:pt idx="581">
                <c:v>3.0605275655381909E-3</c:v>
              </c:pt>
              <c:pt idx="582">
                <c:v>2.7620876403611785E-3</c:v>
              </c:pt>
              <c:pt idx="583">
                <c:v>2.4609218681540118E-3</c:v>
              </c:pt>
              <c:pt idx="584">
                <c:v>2.1573274631736749E-3</c:v>
              </c:pt>
              <c:pt idx="585">
                <c:v>1.8516040364444869E-3</c:v>
              </c:pt>
              <c:pt idx="586">
                <c:v>1.5440533000781931E-3</c:v>
              </c:pt>
              <c:pt idx="587">
                <c:v>1.2349787695205363E-3</c:v>
              </c:pt>
              <c:pt idx="588">
                <c:v>9.2468546401815665E-4</c:v>
              </c:pt>
              <c:pt idx="589">
                <c:v>6.1347960560142036E-4</c:v>
              </c:pt>
              <c:pt idx="590">
                <c:v>3.0166831688024589E-4</c:v>
              </c:pt>
              <c:pt idx="591">
                <c:v>-1.0440682048831818E-5</c:v>
              </c:pt>
              <c:pt idx="592">
                <c:v>-3.225393772852459E-4</c:v>
              </c:pt>
              <c:pt idx="593">
                <c:v>-6.3431976509693031E-4</c:v>
              </c:pt>
              <c:pt idx="594">
                <c:v>-9.4547415588281726E-4</c:v>
              </c:pt>
              <c:pt idx="595">
                <c:v>-1.2556954778253256E-3</c:v>
              </c:pt>
              <c:pt idx="596">
                <c:v>-1.5646775799331724E-3</c:v>
              </c:pt>
              <c:pt idx="597">
                <c:v>-1.8721155341754391E-3</c:v>
              </c:pt>
              <c:pt idx="598">
                <c:v>-2.1777059364087217E-3</c:v>
              </c:pt>
              <c:pt idx="599">
                <c:v>-2.4811472058003919E-3</c:v>
              </c:pt>
              <c:pt idx="600">
                <c:v>-2.7821398824524695E-3</c:v>
              </c:pt>
            </c:numLit>
          </c:yVal>
          <c:smooth val="1"/>
          <c:extLst>
            <c:ext xmlns:c16="http://schemas.microsoft.com/office/drawing/2014/chart" uri="{C3380CC4-5D6E-409C-BE32-E72D297353CC}">
              <c16:uniqueId val="{00000000-AC94-4E35-9363-4F4FF2FA3207}"/>
            </c:ext>
          </c:extLst>
        </c:ser>
        <c:dLbls>
          <c:showLegendKey val="0"/>
          <c:showVal val="0"/>
          <c:showCatName val="0"/>
          <c:showSerName val="0"/>
          <c:showPercent val="0"/>
          <c:showBubbleSize val="0"/>
        </c:dLbls>
        <c:axId val="48650112"/>
        <c:axId val="48672768"/>
      </c:scatterChart>
      <c:valAx>
        <c:axId val="48672768"/>
        <c:scaling>
          <c:orientation val="minMax"/>
          <c:max val="1.2E-2"/>
          <c:min val="-1.2E-2"/>
        </c:scaling>
        <c:delete val="0"/>
        <c:axPos val="l"/>
        <c:majorGridlines>
          <c:spPr>
            <a:ln w="9525">
              <a:solidFill>
                <a:srgbClr val="DFE6EE"/>
              </a:solidFill>
              <a:prstDash val="solid"/>
            </a:ln>
          </c:spPr>
        </c:majorGridlines>
        <c:title>
          <c:tx>
            <c:rich>
              <a:bodyPr/>
              <a:lstStyle/>
              <a:p>
                <a:r>
                  <a:rPr sz="1650">
                    <a:solidFill>
                      <a:srgbClr val="172F46"/>
                    </a:solidFill>
                    <a:latin typeface="Arial"/>
                    <a:ea typeface="Arial"/>
                    <a:cs typeface="Arial"/>
                  </a:rPr>
                  <a:t>Output x (um)</a:t>
                </a:r>
              </a:p>
            </c:rich>
          </c:tx>
          <c:overlay val="0"/>
        </c:title>
        <c:numFmt formatCode="0.000" sourceLinked="1"/>
        <c:majorTickMark val="none"/>
        <c:minorTickMark val="none"/>
        <c:tickLblPos val="nextTo"/>
        <c:spPr>
          <a:ln w="9525">
            <a:solidFill>
              <a:srgbClr val="D4D4D4"/>
            </a:solidFill>
            <a:prstDash val="solid"/>
          </a:ln>
        </c:spPr>
        <c:txPr>
          <a:bodyPr anchorCtr="1"/>
          <a:lstStyle/>
          <a:p>
            <a:pPr>
              <a:defRPr sz="1650">
                <a:solidFill>
                  <a:srgbClr val="172F46"/>
                </a:solidFill>
                <a:latin typeface="Arial"/>
                <a:ea typeface="Arial"/>
                <a:cs typeface="Arial"/>
              </a:defRPr>
            </a:pPr>
            <a:endParaRPr lang="zh-CN"/>
          </a:p>
        </c:txPr>
        <c:crossAx val="48650112"/>
        <c:crosses val="autoZero"/>
        <c:crossBetween val="midCat"/>
        <c:majorUnit val="6.0000000000000001E-3"/>
      </c:valAx>
      <c:valAx>
        <c:axId val="48650112"/>
        <c:scaling>
          <c:orientation val="minMax"/>
          <c:max val="0.6"/>
          <c:min val="0"/>
        </c:scaling>
        <c:delete val="0"/>
        <c:axPos val="b"/>
        <c:majorGridlines>
          <c:spPr>
            <a:ln w="9525">
              <a:solidFill>
                <a:srgbClr val="DFE6EE"/>
              </a:solidFill>
              <a:prstDash val="solid"/>
            </a:ln>
          </c:spPr>
        </c:majorGridlines>
        <c:title>
          <c:tx>
            <c:rich>
              <a:bodyPr/>
              <a:lstStyle/>
              <a:p>
                <a:r>
                  <a:rPr sz="1650">
                    <a:solidFill>
                      <a:srgbClr val="172F46"/>
                    </a:solidFill>
                    <a:latin typeface="Arial"/>
                    <a:ea typeface="Arial"/>
                    <a:cs typeface="Arial"/>
                  </a:rPr>
                  <a:t>Time within the final three cycles (ms)</a:t>
                </a:r>
              </a:p>
            </c:rich>
          </c:tx>
          <c:overlay val="0"/>
        </c:title>
        <c:numFmt formatCode="General" sourceLinked="1"/>
        <c:majorTickMark val="none"/>
        <c:minorTickMark val="none"/>
        <c:tickLblPos val="low"/>
        <c:spPr>
          <a:ln w="9525">
            <a:solidFill>
              <a:srgbClr val="D4D4D4"/>
            </a:solidFill>
            <a:prstDash val="solid"/>
          </a:ln>
        </c:spPr>
        <c:txPr>
          <a:bodyPr anchorCtr="1"/>
          <a:lstStyle/>
          <a:p>
            <a:pPr>
              <a:defRPr sz="1650">
                <a:solidFill>
                  <a:srgbClr val="172F46"/>
                </a:solidFill>
                <a:latin typeface="Arial"/>
                <a:ea typeface="Arial"/>
                <a:cs typeface="Arial"/>
              </a:defRPr>
            </a:pPr>
            <a:endParaRPr lang="zh-CN"/>
          </a:p>
        </c:txPr>
        <c:crossAx val="48672768"/>
        <c:crosses val="autoZero"/>
        <c:crossBetween val="midCat"/>
      </c:valAx>
      <c:spPr>
        <a:solidFill>
          <a:srgbClr val="FFFFFF"/>
        </a:solidFill>
      </c:spPr>
    </c:plotArea>
    <c:plotVisOnly val="1"/>
    <c:dispBlanksAs val="zero"/>
    <c:showDLblsOverMax val="1"/>
  </c:chart>
  <c:spPr>
    <a:solidFill>
      <a:srgbClr val="FFFFFF"/>
    </a:solidFill>
  </c:spPr>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0"/>
        <c:ser>
          <c:idx val="0"/>
          <c:order val="0"/>
          <c:tx>
            <c:v>Analytical model</c:v>
          </c:tx>
          <c:spPr>
            <a:ln w="24765">
              <a:solidFill>
                <a:srgbClr val="245B9B"/>
              </a:solidFill>
              <a:prstDash val="solid"/>
            </a:ln>
          </c:spPr>
          <c:marker>
            <c:symbol val="none"/>
          </c:marker>
          <c:xVal>
            <c:numLit>
              <c:formatCode>General</c:formatCode>
              <c:ptCount val="180"/>
              <c:pt idx="0">
                <c:v>10</c:v>
              </c:pt>
              <c:pt idx="1">
                <c:v>10.446790972134874</c:v>
              </c:pt>
              <c:pt idx="2">
                <c:v>10.913544161547872</c:v>
              </c:pt>
              <c:pt idx="3">
                <c:v>11.401151462085359</c:v>
              </c:pt>
              <c:pt idx="4">
                <c:v>11.910544616605566</c:v>
              </c:pt>
              <c:pt idx="5">
                <c:v>12.442696997396459</c:v>
              </c:pt>
              <c:pt idx="6">
                <c:v>12.998625466141105</c:v>
              </c:pt>
              <c:pt idx="7">
                <c:v>13.579392316984537</c:v>
              </c:pt>
              <c:pt idx="8">
                <c:v>14.186107306415174</c:v>
              </c:pt>
              <c:pt idx="9">
                <c:v>14.819929773839462</c:v>
              </c:pt>
              <c:pt idx="10">
                <c:v>15.482070856901894</c:v>
              </c:pt>
              <c:pt idx="11">
                <c:v>16.173795805783516</c:v>
              </c:pt>
              <c:pt idx="12">
                <c:v>16.896426400901213</c:v>
              </c:pt>
              <c:pt idx="13">
                <c:v>17.651343478627616</c:v>
              </c:pt>
              <c:pt idx="14">
                <c:v>18.439989569857875</c:v>
              </c:pt>
              <c:pt idx="15">
                <c:v>19.263871656465252</c:v>
              </c:pt>
              <c:pt idx="16">
                <c:v>20.1245640509126</c:v>
              </c:pt>
              <c:pt idx="17">
                <c:v>21.023711404522388</c:v>
              </c:pt>
              <c:pt idx="18">
                <c:v>21.963031850153339</c:v>
              </c:pt>
              <c:pt idx="19">
                <c:v>22.944320285289262</c:v>
              </c:pt>
              <c:pt idx="20">
                <c:v>23.969451801813094</c:v>
              </c:pt>
              <c:pt idx="21">
                <c:v>25.040385269020305</c:v>
              </c:pt>
              <c:pt idx="22">
                <c:v>26.159167076718042</c:v>
              </c:pt>
              <c:pt idx="23">
                <c:v>27.32793504556259</c:v>
              </c:pt>
              <c:pt idx="24">
                <c:v>28.548922512107151</c:v>
              </c:pt>
              <c:pt idx="25">
                <c:v>29.824462596365908</c:v>
              </c:pt>
              <c:pt idx="26">
                <c:v>31.156992660048964</c:v>
              </c:pt>
              <c:pt idx="27">
                <c:v>32.549058963987186</c:v>
              </c:pt>
              <c:pt idx="28">
                <c:v>34.003321533646726</c:v>
              </c:pt>
              <c:pt idx="29">
                <c:v>35.522559242029985</c:v>
              </c:pt>
              <c:pt idx="30">
                <c:v>37.10967511967651</c:v>
              </c:pt>
              <c:pt idx="31">
                <c:v>38.767701901909476</c:v>
              </c:pt>
              <c:pt idx="32">
                <c:v>40.499807823928393</c:v>
              </c:pt>
              <c:pt idx="33">
                <c:v>42.309302674821247</c:v>
              </c:pt>
              <c:pt idx="34">
                <c:v>44.199644122064456</c:v>
              </c:pt>
              <c:pt idx="35">
                <c:v>46.174444318595718</c:v>
              </c:pt>
              <c:pt idx="36">
                <c:v>48.237476805084995</c:v>
              </c:pt>
              <c:pt idx="37">
                <c:v>50.392683720592764</c:v>
              </c:pt>
              <c:pt idx="38">
                <c:v>52.644183335393635</c:v>
              </c:pt>
              <c:pt idx="39">
                <c:v>54.99627792036037</c:v>
              </c:pt>
              <c:pt idx="40">
                <c:v>57.453461967944094</c:v>
              </c:pt>
              <c:pt idx="41">
                <c:v>60.020430780461275</c:v>
              </c:pt>
              <c:pt idx="42">
                <c:v>62.702089442096906</c:v>
              </c:pt>
              <c:pt idx="43">
                <c:v>65.503562191769134</c:v>
              </c:pt>
              <c:pt idx="44">
                <c:v>68.430202214764918</c:v>
              </c:pt>
              <c:pt idx="45">
                <c:v>71.487601871856967</c:v>
              </c:pt>
              <c:pt idx="46">
                <c:v>74.681603385448796</c:v>
              </c:pt>
              <c:pt idx="47">
                <c:v>78.018310003166334</c:v>
              </c:pt>
              <c:pt idx="48">
                <c:v>81.504097660229846</c:v>
              </c:pt>
              <c:pt idx="49">
                <c:v>85.145627162888786</c:v>
              </c:pt>
              <c:pt idx="50">
                <c:v>88.949856916202904</c:v>
              </c:pt>
              <c:pt idx="51">
                <c:v>92.924056220487699</c:v>
              </c:pt>
              <c:pt idx="52">
                <c:v>97.075819161834431</c:v>
              </c:pt>
              <c:pt idx="53">
                <c:v>101.41307912324497</c:v>
              </c:pt>
              <c:pt idx="54">
                <c:v>105.94412394411148</c:v>
              </c:pt>
              <c:pt idx="55">
                <c:v>110.67761175700826</c:v>
              </c:pt>
              <c:pt idx="56">
                <c:v>115.62258753205631</c:v>
              </c:pt>
              <c:pt idx="57">
                <c:v>120.78850036047596</c:v>
              </c:pt>
              <c:pt idx="58">
                <c:v>126.18522151035297</c:v>
              </c:pt>
              <c:pt idx="59">
                <c:v>131.82306328911955</c:v>
              </c:pt>
              <c:pt idx="60">
                <c:v>137.71279874879377</c:v>
              </c:pt>
              <c:pt idx="61">
                <c:v>143.86568227163249</c:v>
              </c:pt>
              <c:pt idx="62">
                <c:v>150.29347107553153</c:v>
              </c:pt>
              <c:pt idx="63">
                <c:v>157.00844768026775</c:v>
              </c:pt>
              <c:pt idx="64">
                <c:v>164.02344337751313</c:v>
              </c:pt>
              <c:pt idx="65">
                <c:v>171.3518627494679</c:v>
              </c:pt>
              <c:pt idx="66">
                <c:v>179.00770928296365</c:v>
              </c:pt>
              <c:pt idx="67">
                <c:v>187.00561212798098</c:v>
              </c:pt>
              <c:pt idx="68">
                <c:v>195.36085405171468</c:v>
              </c:pt>
              <c:pt idx="69">
                <c:v>204.08940064160106</c:v>
              </c:pt>
              <c:pt idx="70">
                <c:v>213.20793081310967</c:v>
              </c:pt>
              <c:pt idx="71">
                <c:v>222.73386868059498</c:v>
              </c:pt>
              <c:pt idx="72">
                <c:v>232.68541685211133</c:v>
              </c:pt>
              <c:pt idx="73">
                <c:v>243.08159121180779</c:v>
              </c:pt>
              <c:pt idx="74">
                <c:v>253.94225725636952</c:v>
              </c:pt>
              <c:pt idx="75">
                <c:v>265.28816805493915</c:v>
              </c:pt>
              <c:pt idx="76">
                <c:v>277.14100390505365</c:v>
              </c:pt>
              <c:pt idx="77">
                <c:v>289.52341376037123</c:v>
              </c:pt>
              <c:pt idx="78">
                <c:v>302.45905850935173</c:v>
              </c:pt>
              <c:pt idx="79">
                <c:v>315.97265618759047</c:v>
              </c:pt>
              <c:pt idx="80">
                <c:v>330.09002921019987</c:v>
              </c:pt>
              <c:pt idx="81">
                <c:v>344.83815371448549</c:v>
              </c:pt>
              <c:pt idx="82">
                <c:v>360.24521110721435</c:v>
              </c:pt>
              <c:pt idx="83">
                <c:v>376.34064191496668</c:v>
              </c:pt>
              <c:pt idx="84">
                <c:v>393.15520204047198</c:v>
              </c:pt>
              <c:pt idx="85">
                <c:v>410.72102153242679</c:v>
              </c:pt>
              <c:pt idx="86">
                <c:v>429.07166598109671</c:v>
              </c:pt>
              <c:pt idx="87">
                <c:v>448.24220065701894</c:v>
              </c:pt>
              <c:pt idx="88">
                <c:v>468.26925751536169</c:v>
              </c:pt>
              <c:pt idx="89">
                <c:v>489.19110519397839</c:v>
              </c:pt>
              <c:pt idx="90">
                <c:v>511.04772213891277</c:v>
              </c:pt>
              <c:pt idx="91">
                <c:v>533.88087299708889</c:v>
              </c:pt>
              <c:pt idx="92">
                <c:v>557.73418842214767</c:v>
              </c:pt>
              <c:pt idx="93">
                <c:v>582.65324844594602</c:v>
              </c:pt>
              <c:pt idx="94">
                <c:v>608.68566957501639</c:v>
              </c:pt>
              <c:pt idx="95">
                <c:v>635.88119577841564</c:v>
              </c:pt>
              <c:pt idx="96">
                <c:v>664.29179354082851</c:v>
              </c:pt>
              <c:pt idx="97">
                <c:v>693.97175116256074</c:v>
              </c:pt>
              <c:pt idx="98">
                <c:v>724.97778249616658</c:v>
              </c:pt>
              <c:pt idx="99">
                <c:v>757.36913531793175</c:v>
              </c:pt>
              <c:pt idx="100">
                <c:v>791.20770454129706</c:v>
              </c:pt>
              <c:pt idx="101">
                <c:v>826.55815048855663</c:v>
              </c:pt>
              <c:pt idx="102">
                <c:v>863.48802244683577</c:v>
              </c:pt>
              <c:pt idx="103">
                <c:v>902.06788774442043</c:v>
              </c:pt>
              <c:pt idx="104">
                <c:v>942.37146659411826</c:v>
              </c:pt>
              <c:pt idx="105">
                <c:v>984.47577296129316</c:v>
              </c:pt>
              <c:pt idx="106">
                <c:v>1028.4612617257544</c:v>
              </c:pt>
              <c:pt idx="107">
                <c:v>1074.4119824187048</c:v>
              </c:pt>
              <c:pt idx="108">
                <c:v>1122.4157398285267</c:v>
              </c:pt>
              <c:pt idx="109">
                <c:v>1172.5642617822732</c:v>
              </c:pt>
              <c:pt idx="110">
                <c:v>1224.9533744235052</c:v>
              </c:pt>
              <c:pt idx="111">
                <c:v>1279.6831853213619</c:v>
              </c:pt>
              <c:pt idx="112">
                <c:v>1336.8582747608011</c:v>
              </c:pt>
              <c:pt idx="113">
                <c:v>1396.5878955794933</c:v>
              </c:pt>
              <c:pt idx="114">
                <c:v>1458.9861819332702</c:v>
              </c:pt>
              <c:pt idx="115">
                <c:v>1524.172367389001</c:v>
              </c:pt>
              <c:pt idx="116">
                <c:v>1592.2710127616847</c:v>
              </c:pt>
              <c:pt idx="117">
                <c:v>1663.4122441310831</c:v>
              </c:pt>
              <c:pt idx="118">
                <c:v>1737.7320014927202</c:v>
              </c:pt>
              <c:pt idx="119">
                <c:v>1815.3722985184024</c:v>
              </c:pt>
              <c:pt idx="120">
                <c:v>1896.4814939225776</c:v>
              </c:pt>
              <c:pt idx="121">
                <c:v>1981.2145749531253</c:v>
              </c:pt>
              <c:pt idx="122">
                <c:v>2069.7334535482332</c:v>
              </c:pt>
              <c:pt idx="123">
                <c:v>2162.2072757253231</c:v>
              </c:pt>
              <c:pt idx="124">
                <c:v>2258.8127447931633</c:v>
              </c:pt>
              <c:pt idx="125">
                <c:v>2359.7344590048428</c:v>
              </c:pt>
              <c:pt idx="126">
                <c:v>2465.1652642967356</c:v>
              </c:pt>
              <c:pt idx="127">
                <c:v>2575.3066227875606</c:v>
              </c:pt>
              <c:pt idx="128">
                <c:v>2690.3689977416252</c:v>
              </c:pt>
              <c:pt idx="129">
                <c:v>2810.572255731875</c:v>
              </c:pt>
              <c:pt idx="130">
                <c:v>2936.1460867712517</c:v>
              </c:pt>
              <c:pt idx="131">
                <c:v>3067.330443215104</c:v>
              </c:pt>
              <c:pt idx="132">
                <c:v>3204.3759982734027</c:v>
              </c:pt>
              <c:pt idx="133">
                <c:v>3347.5446250088244</c:v>
              </c:pt>
              <c:pt idx="134">
                <c:v>3497.1098967360831</c:v>
              </c:pt>
              <c:pt idx="135">
                <c:v>3653.3576097786017</c:v>
              </c:pt>
              <c:pt idx="136">
                <c:v>3816.5863295815361</c:v>
              </c:pt>
              <c:pt idx="137">
                <c:v>3987.1079612245749</c:v>
              </c:pt>
              <c:pt idx="138">
                <c:v>4165.2483454247958</c:v>
              </c:pt>
              <c:pt idx="139">
                <c:v>4351.3478811683499</c:v>
              </c:pt>
              <c:pt idx="140">
                <c:v>4545.7621761607716</c:v>
              </c:pt>
              <c:pt idx="141">
                <c:v>4748.8627263388553</c:v>
              </c:pt>
              <c:pt idx="142">
                <c:v>4961.0376257424541</c:v>
              </c:pt>
              <c:pt idx="143">
                <c:v>5182.6923081027726</c:v>
              </c:pt>
              <c:pt idx="144">
                <c:v>5414.2503215640872</c:v>
              </c:pt>
              <c:pt idx="145">
                <c:v>5656.1541380194085</c:v>
              </c:pt>
              <c:pt idx="146">
                <c:v>5908.8659986064431</c:v>
              </c:pt>
              <c:pt idx="147">
                <c:v>6172.8687969796547</c:v>
              </c:pt>
              <c:pt idx="148">
                <c:v>6448.6670020460097</c:v>
              </c:pt>
              <c:pt idx="149">
                <c:v>6736.7876219278278</c:v>
              </c:pt>
              <c:pt idx="150">
                <c:v>7037.7812109945644</c:v>
              </c:pt>
              <c:pt idx="151">
                <c:v>7352.2229218878429</c:v>
              </c:pt>
              <c:pt idx="152">
                <c:v>7680.7136045501047</c:v>
              </c:pt>
              <c:pt idx="153">
                <c:v>8023.8809543567586</c:v>
              </c:pt>
              <c:pt idx="154">
                <c:v>8382.3807115459113</c:v>
              </c:pt>
              <c:pt idx="155">
                <c:v>8756.8979142375192</c:v>
              </c:pt>
              <c:pt idx="156">
                <c:v>9148.1482074363375</c:v>
              </c:pt>
              <c:pt idx="157">
                <c:v>9556.8792105197826</c:v>
              </c:pt>
              <c:pt idx="158">
                <c:v>9983.8719458241376</c:v>
              </c:pt>
              <c:pt idx="159">
                <c:v>10429.942331058619</c:v>
              </c:pt>
              <c:pt idx="160">
                <c:v>10895.942738399061</c:v>
              </c:pt>
              <c:pt idx="161">
                <c:v>11382.763623240615</c:v>
              </c:pt>
              <c:pt idx="162">
                <c:v>11891.335225721512</c:v>
              </c:pt>
              <c:pt idx="163">
                <c:v>12422.629348269675</c:v>
              </c:pt>
              <c:pt idx="164">
                <c:v>12977.661212568144</c:v>
              </c:pt>
              <c:pt idx="165">
                <c:v>13557.491399488188</c:v>
              </c:pt>
              <c:pt idx="166">
                <c:v>14163.227875696921</c:v>
              </c:pt>
              <c:pt idx="167">
                <c:v>14796.028110811967</c:v>
              </c:pt>
              <c:pt idx="168">
                <c:v>15457.101289148435</c:v>
              </c:pt>
              <c:pt idx="169">
                <c:v>16147.71062028503</c:v>
              </c:pt>
              <c:pt idx="170">
                <c:v>16869.175752864019</c:v>
              </c:pt>
              <c:pt idx="171">
                <c:v>17622.875296237609</c:v>
              </c:pt>
              <c:pt idx="172">
                <c:v>18410.249454779383</c:v>
              </c:pt>
              <c:pt idx="173">
                <c:v>19232.802779894038</c:v>
              </c:pt>
              <c:pt idx="174">
                <c:v>20092.107044984725</c:v>
              </c:pt>
              <c:pt idx="175">
                <c:v>20989.804248871362</c:v>
              </c:pt>
              <c:pt idx="176">
                <c:v>21927.609753398814</c:v>
              </c:pt>
              <c:pt idx="177">
                <c:v>22907.315561230349</c:v>
              </c:pt>
              <c:pt idx="178">
                <c:v>23930.793740090605</c:v>
              </c:pt>
              <c:pt idx="179">
                <c:v>24999.999999999993</c:v>
              </c:pt>
            </c:numLit>
          </c:xVal>
          <c:yVal>
            <c:numLit>
              <c:formatCode>0</c:formatCode>
              <c:ptCount val="180"/>
              <c:pt idx="0">
                <c:v>1.7328384399338993E-5</c:v>
              </c:pt>
              <c:pt idx="1">
                <c:v>1.8907082348243127E-5</c:v>
              </c:pt>
              <c:pt idx="2">
                <c:v>2.0629174727301653E-5</c:v>
              </c:pt>
              <c:pt idx="3">
                <c:v>2.2507603324898507E-5</c:v>
              </c:pt>
              <c:pt idx="4">
                <c:v>2.4556462044925364E-5</c:v>
              </c:pt>
              <c:pt idx="5">
                <c:v>2.679109639416189E-5</c:v>
              </c:pt>
              <c:pt idx="6">
                <c:v>2.9228210957362397E-5</c:v>
              </c:pt>
              <c:pt idx="7">
                <c:v>3.1885985370999643E-5</c:v>
              </c:pt>
              <c:pt idx="8">
                <c:v>3.4784199341307219E-5</c:v>
              </c:pt>
              <c:pt idx="9">
                <c:v>3.7944367213659133E-5</c:v>
              </c:pt>
              <c:pt idx="10">
                <c:v>4.1389882623434937E-5</c:v>
              </c:pt>
              <c:pt idx="11">
                <c:v>4.514617371219089E-5</c:v>
              </c:pt>
              <c:pt idx="12">
                <c:v>4.9240869394840146E-5</c:v>
              </c:pt>
              <c:pt idx="13">
                <c:v>5.3703977059343999E-5</c:v>
              </c:pt>
              <c:pt idx="14">
                <c:v>5.8568072034067268E-5</c:v>
              </c:pt>
              <c:pt idx="15">
                <c:v>6.3868499063376012E-5</c:v>
              </c:pt>
              <c:pt idx="16">
                <c:v>6.9643585860325148E-5</c:v>
              </c:pt>
              <c:pt idx="17">
                <c:v>7.5934868612327581E-5</c:v>
              </c:pt>
              <c:pt idx="18">
                <c:v>8.2787329124656503E-5</c:v>
              </c:pt>
              <c:pt idx="19">
                <c:v>9.0249642939360222E-5</c:v>
              </c:pt>
              <c:pt idx="20">
                <c:v>9.8374437373598673E-5</c:v>
              </c:pt>
              <c:pt idx="21">
                <c:v>1.0721855794103615E-4</c:v>
              </c:pt>
              <c:pt idx="22">
                <c:v>1.1684334109711333E-4</c:v>
              </c:pt>
              <c:pt idx="23">
                <c:v>1.2731489031539935E-4</c:v>
              </c:pt>
              <c:pt idx="24">
                <c:v>1.3870435179810672E-4</c:v>
              </c:pt>
              <c:pt idx="25">
                <c:v>1.5108818479486058E-4</c:v>
              </c:pt>
              <c:pt idx="26">
                <c:v>1.6454842029440725E-4</c:v>
              </c:pt>
              <c:pt idx="27">
                <c:v>1.7917289998883602E-4</c:v>
              </c:pt>
              <c:pt idx="28">
                <c:v>1.9505548549274968E-4</c:v>
              </c:pt>
              <c:pt idx="29">
                <c:v>2.1229622520966437E-4</c:v>
              </c:pt>
              <c:pt idx="30">
                <c:v>2.3100146323901273E-4</c:v>
              </c:pt>
              <c:pt idx="31">
                <c:v>2.5128387104336036E-4</c:v>
              </c:pt>
              <c:pt idx="32">
                <c:v>2.7326237813504164E-4</c:v>
              </c:pt>
              <c:pt idx="33">
                <c:v>2.9706197274238945E-4</c:v>
              </c:pt>
              <c:pt idx="34">
                <c:v>3.2281333689633269E-4</c:v>
              </c:pt>
              <c:pt idx="35">
                <c:v>3.506522726770821E-4</c:v>
              </c:pt>
              <c:pt idx="36">
                <c:v>3.8071886698633466E-4</c:v>
              </c:pt>
              <c:pt idx="37">
                <c:v>4.1315633097412346E-4</c:v>
              </c:pt>
              <c:pt idx="38">
                <c:v>4.481094368621609E-4</c:v>
              </c:pt>
              <c:pt idx="39">
                <c:v>4.8572245859426484E-4</c:v>
              </c:pt>
              <c:pt idx="40">
                <c:v>5.261365035559739E-4</c:v>
              </c:pt>
              <c:pt idx="41">
                <c:v>5.6948609918256344E-4</c:v>
              </c:pt>
              <c:pt idx="42">
                <c:v>6.1589487066234481E-4</c:v>
              </c:pt>
              <c:pt idx="43">
                <c:v>6.6547011245935653E-4</c:v>
              </c:pt>
              <c:pt idx="44">
                <c:v>7.1829601673195631E-4</c:v>
              </c:pt>
              <c:pt idx="45">
                <c:v>7.744252739198984E-4</c:v>
              </c:pt>
              <c:pt idx="46">
                <c:v>8.3386870396219678E-4</c:v>
              </c:pt>
              <c:pt idx="47">
                <c:v>8.965825084232674E-4</c:v>
              </c:pt>
              <c:pt idx="48">
                <c:v>9.62452652551552E-4</c:v>
              </c:pt>
              <c:pt idx="49">
                <c:v>1.0312757891552966E-3</c:v>
              </c:pt>
              <c:pt idx="50">
                <c:v>1.1027360202109677E-3</c:v>
              </c:pt>
              <c:pt idx="51">
                <c:v>1.1763766536891725E-3</c:v>
              </c:pt>
              <c:pt idx="52">
                <c:v>1.2515659479689571E-3</c:v>
              </c:pt>
              <c:pt idx="53">
                <c:v>1.3274556391744171E-3</c:v>
              </c:pt>
              <c:pt idx="54">
                <c:v>1.4029308118445128E-3</c:v>
              </c:pt>
              <c:pt idx="55">
                <c:v>1.4765493933078429E-3</c:v>
              </c:pt>
              <c:pt idx="56">
                <c:v>1.5464692184774479E-3</c:v>
              </c:pt>
              <c:pt idx="57">
                <c:v>1.610360214266646E-3</c:v>
              </c:pt>
              <c:pt idx="58">
                <c:v>1.6652987796958723E-3</c:v>
              </c:pt>
              <c:pt idx="59">
                <c:v>1.707640874710842E-3</c:v>
              </c:pt>
              <c:pt idx="60">
                <c:v>1.7328696611636925E-3</c:v>
              </c:pt>
              <c:pt idx="61">
                <c:v>1.7354127438398309E-3</c:v>
              </c:pt>
              <c:pt idx="62">
                <c:v>1.7084231148206737E-3</c:v>
              </c:pt>
              <c:pt idx="63">
                <c:v>1.6435167840313223E-3</c:v>
              </c:pt>
              <c:pt idx="64">
                <c:v>1.5304587516027834E-3</c:v>
              </c:pt>
              <c:pt idx="65">
                <c:v>1.3567874076503143E-3</c:v>
              </c:pt>
              <c:pt idx="66">
                <c:v>1.1073655908781909E-3</c:v>
              </c:pt>
              <c:pt idx="67">
                <c:v>7.6384435266913192E-4</c:v>
              </c:pt>
              <c:pt idx="68">
                <c:v>3.040229051407598E-4</c:v>
              </c:pt>
              <c:pt idx="69">
                <c:v>-2.9891477742804431E-4</c:v>
              </c:pt>
              <c:pt idx="70">
                <c:v>-1.0773097469950598E-3</c:v>
              </c:pt>
              <c:pt idx="71">
                <c:v>-2.0701113837829745E-3</c:v>
              </c:pt>
              <c:pt idx="72">
                <c:v>-3.3241660489193199E-3</c:v>
              </c:pt>
              <c:pt idx="73">
                <c:v>-4.8957483279147155E-3</c:v>
              </c:pt>
              <c:pt idx="74">
                <c:v>-6.8523782418959556E-3</c:v>
              </c:pt>
              <c:pt idx="75">
                <c:v>-9.2749746888304927E-3</c:v>
              </c:pt>
              <c:pt idx="76">
                <c:v>-1.2260402979108145E-2</c:v>
              </c:pt>
              <c:pt idx="77">
                <c:v>-1.5924482542309805E-2</c:v>
              </c:pt>
              <c:pt idx="78">
                <c:v>-2.0405529483847419E-2</c:v>
              </c:pt>
              <c:pt idx="79">
                <c:v>-2.5868517271393957E-2</c:v>
              </c:pt>
              <c:pt idx="80">
                <c:v>-3.2509946797924523E-2</c:v>
              </c:pt>
              <c:pt idx="81">
                <c:v>-4.0563523423384588E-2</c:v>
              </c:pt>
              <c:pt idx="82">
                <c:v>-5.0306741891199783E-2</c:v>
              </c:pt>
              <c:pt idx="83">
                <c:v>-6.2068478166203755E-2</c:v>
              </c:pt>
              <c:pt idx="84">
                <c:v>-7.6237677340211765E-2</c:v>
              </c:pt>
              <c:pt idx="85">
                <c:v>-9.3273204858629902E-2</c:v>
              </c:pt>
              <c:pt idx="86">
                <c:v>-0.11371488925817241</c:v>
              </c:pt>
              <c:pt idx="87">
                <c:v>-0.13819572182084125</c:v>
              </c:pt>
              <c:pt idx="88">
                <c:v>-0.16745508414233143</c:v>
              </c:pt>
              <c:pt idx="89">
                <c:v>-0.20235273968022144</c:v>
              </c:pt>
              <c:pt idx="90">
                <c:v>-0.24388314087841159</c:v>
              </c:pt>
              <c:pt idx="91">
                <c:v>-0.2931893621049404</c:v>
              </c:pt>
              <c:pt idx="92">
                <c:v>-0.35157566767679144</c:v>
              </c:pt>
              <c:pt idx="93">
                <c:v>-0.42051737012194829</c:v>
              </c:pt>
              <c:pt idx="94">
                <c:v>-0.50166624825472617</c:v>
              </c:pt>
              <c:pt idx="95">
                <c:v>-0.59684942173694866</c:v>
              </c:pt>
              <c:pt idx="96">
                <c:v>-0.70805929165938775</c:v>
              </c:pt>
              <c:pt idx="97">
                <c:v>-0.83743206014677662</c:v>
              </c:pt>
              <c:pt idx="98">
                <c:v>-0.98721256676612912</c:v>
              </c:pt>
              <c:pt idx="99">
                <c:v>-1.1597038618591</c:v>
              </c:pt>
              <c:pt idx="100">
                <c:v>-1.3572011797784669</c:v>
              </c:pt>
              <c:pt idx="101">
                <c:v>-1.5819117923706838</c:v>
              </c:pt>
              <c:pt idx="102">
                <c:v>-1.8358644800485906</c:v>
              </c:pt>
              <c:pt idx="103">
                <c:v>-2.1208147322877848</c:v>
              </c:pt>
              <c:pt idx="104">
                <c:v>-2.4381537881657294</c:v>
              </c:pt>
              <c:pt idx="105">
                <c:v>-2.7888306822619735</c:v>
              </c:pt>
              <c:pt idx="106">
                <c:v>-3.1732960979297031</c:v>
              </c:pt>
              <c:pt idx="107">
                <c:v>-3.5914748616337673</c:v>
              </c:pt>
              <c:pt idx="108">
                <c:v>-4.0427705685344453</c:v>
              </c:pt>
              <c:pt idx="109">
                <c:v>-4.5261017459991191</c:v>
              </c:pt>
              <c:pt idx="110">
                <c:v>-5.0399650057036194</c:v>
              </c:pt>
              <c:pt idx="111">
                <c:v>-5.5825176332625537</c:v>
              </c:pt>
              <c:pt idx="112">
                <c:v>-6.1516705479789113</c:v>
              </c:pt>
              <c:pt idx="113">
                <c:v>-6.7451826396706673</c:v>
              </c:pt>
              <c:pt idx="114">
                <c:v>-7.3607488684402478</c:v>
              </c:pt>
              <c:pt idx="115">
                <c:v>-7.9960766759498583</c:v>
              </c:pt>
              <c:pt idx="116">
                <c:v>-8.6489476416462008</c:v>
              </c:pt>
              <c:pt idx="117">
                <c:v>-9.3172634737952293</c:v>
              </c:pt>
              <c:pt idx="118">
                <c:v>-9.9990770855469329</c:v>
              </c:pt>
              <c:pt idx="119">
                <c:v>-10.692610583415741</c:v>
              </c:pt>
              <c:pt idx="120">
                <c:v>-11.396262535069607</c:v>
              </c:pt>
              <c:pt idx="121">
                <c:v>-12.108607002642406</c:v>
              </c:pt>
              <c:pt idx="122">
                <c:v>-12.828386664701458</c:v>
              </c:pt>
              <c:pt idx="123">
                <c:v>-13.554502029205162</c:v>
              </c:pt>
              <c:pt idx="124">
                <c:v>-14.285998357209772</c:v>
              </c:pt>
              <c:pt idx="125">
                <c:v>-15.02205153707151</c:v>
              </c:pt>
              <c:pt idx="126">
                <c:v>-15.761953808453521</c:v>
              </c:pt>
              <c:pt idx="127">
                <c:v>-16.505099951262526</c:v>
              </c:pt>
              <c:pt idx="128">
                <c:v>-17.250974329990449</c:v>
              </c:pt>
              <c:pt idx="129">
                <c:v>-17.999139014404829</c:v>
              </c:pt>
              <c:pt idx="130">
                <c:v>-18.749223075048011</c:v>
              </c:pt>
              <c:pt idx="131">
                <c:v>-19.500913067454171</c:v>
              </c:pt>
              <c:pt idx="132">
                <c:v>-20.253944663695979</c:v>
              </c:pt>
              <c:pt idx="133">
                <c:v>-21.008095356291399</c:v>
              </c:pt>
              <c:pt idx="134">
                <c:v>-21.763178141485866</c:v>
              </c:pt>
              <c:pt idx="135">
                <c:v>-22.519036081662534</c:v>
              </c:pt>
              <c:pt idx="136">
                <c:v>-23.275537646502038</c:v>
              </c:pt>
              <c:pt idx="137">
                <c:v>-24.032572736856768</c:v>
              </c:pt>
              <c:pt idx="138">
                <c:v>-24.790049302243105</c:v>
              </c:pt>
              <c:pt idx="139">
                <c:v>-25.547890471083214</c:v>
              </c:pt>
              <c:pt idx="140">
                <c:v>-26.306032121482485</c:v>
              </c:pt>
              <c:pt idx="141">
                <c:v>-27.064420828850928</c:v>
              </c:pt>
              <c:pt idx="142">
                <c:v>-27.823012134731858</c:v>
              </c:pt>
              <c:pt idx="143">
                <c:v>-28.581769088607707</c:v>
              </c:pt>
              <c:pt idx="144">
                <c:v>-29.340661021125058</c:v>
              </c:pt>
              <c:pt idx="145">
                <c:v>-30.099662513107276</c:v>
              </c:pt>
              <c:pt idx="146">
                <c:v>-30.858752529924214</c:v>
              </c:pt>
              <c:pt idx="147">
                <c:v>-31.617913695316439</c:v>
              </c:pt>
              <c:pt idx="148">
                <c:v>-32.377131682683185</c:v>
              </c:pt>
              <c:pt idx="149">
                <c:v>-33.136394705207202</c:v>
              </c:pt>
              <c:pt idx="150">
                <c:v>-33.895693089066455</c:v>
              </c:pt>
              <c:pt idx="151">
                <c:v>-34.655018916436674</c:v>
              </c:pt>
              <c:pt idx="152">
                <c:v>-35.41436572707471</c:v>
              </c:pt>
              <c:pt idx="153">
                <c:v>-36.173728269040794</c:v>
              </c:pt>
              <c:pt idx="154">
                <c:v>-36.933102290615992</c:v>
              </c:pt>
              <c:pt idx="155">
                <c:v>-37.692484366735215</c:v>
              </c:pt>
              <c:pt idx="156">
                <c:v>-38.451871754324316</c:v>
              </c:pt>
              <c:pt idx="157">
                <c:v>-39.211262271828808</c:v>
              </c:pt>
              <c:pt idx="158">
                <c:v>-39.970654198980569</c:v>
              </c:pt>
              <c:pt idx="159">
                <c:v>-40.730046193484966</c:v>
              </c:pt>
              <c:pt idx="160">
                <c:v>-41.48943722184729</c:v>
              </c:pt>
              <c:pt idx="161">
                <c:v>-42.248826502008292</c:v>
              </c:pt>
              <c:pt idx="162">
                <c:v>-43.008213455835772</c:v>
              </c:pt>
              <c:pt idx="163">
                <c:v>-43.767597669837983</c:v>
              </c:pt>
              <c:pt idx="164">
                <c:v>-44.526978862729159</c:v>
              </c:pt>
              <c:pt idx="165">
                <c:v>-45.28635685870298</c:v>
              </c:pt>
              <c:pt idx="166">
                <c:v>-46.045731565455803</c:v>
              </c:pt>
              <c:pt idx="167">
                <c:v>-46.805102956159374</c:v>
              </c:pt>
              <c:pt idx="168">
                <c:v>-47.564471054713209</c:v>
              </c:pt>
              <c:pt idx="169">
                <c:v>-48.323835923718981</c:v>
              </c:pt>
              <c:pt idx="170">
                <c:v>-49.083197654709565</c:v>
              </c:pt>
              <c:pt idx="171">
                <c:v>-49.84255636024416</c:v>
              </c:pt>
              <c:pt idx="172">
                <c:v>-50.601912167545152</c:v>
              </c:pt>
              <c:pt idx="173">
                <c:v>-51.361265213405893</c:v>
              </c:pt>
              <c:pt idx="174">
                <c:v>-52.120615640145203</c:v>
              </c:pt>
              <c:pt idx="175">
                <c:v>-52.879963592421156</c:v>
              </c:pt>
              <c:pt idx="176">
                <c:v>-53.63930921474843</c:v>
              </c:pt>
              <c:pt idx="177">
                <c:v>-54.398652649590325</c:v>
              </c:pt>
              <c:pt idx="178">
                <c:v>-55.157994035919025</c:v>
              </c:pt>
              <c:pt idx="179">
                <c:v>-55.917333508154449</c:v>
              </c:pt>
            </c:numLit>
          </c:yVal>
          <c:smooth val="1"/>
          <c:extLst>
            <c:ext xmlns:c16="http://schemas.microsoft.com/office/drawing/2014/chart" uri="{C3380CC4-5D6E-409C-BE32-E72D297353CC}">
              <c16:uniqueId val="{00000000-2867-4C30-9CC4-E79407368587}"/>
            </c:ext>
          </c:extLst>
        </c:ser>
        <c:ser>
          <c:idx val="1"/>
          <c:order val="1"/>
          <c:tx>
            <c:v>Simulink measurements</c:v>
          </c:tx>
          <c:spPr>
            <a:ln w="0">
              <a:noFill/>
              <a:prstDash val="solid"/>
            </a:ln>
          </c:spPr>
          <c:marker>
            <c:symbol val="circle"/>
            <c:size val="8"/>
            <c:spPr>
              <a:solidFill>
                <a:srgbClr val="CE681D"/>
              </a:solidFill>
            </c:spPr>
          </c:marker>
          <c:xVal>
            <c:numLit>
              <c:formatCode>General</c:formatCode>
              <c:ptCount val="3"/>
              <c:pt idx="0">
                <c:v>100</c:v>
              </c:pt>
              <c:pt idx="1">
                <c:v>1000</c:v>
              </c:pt>
              <c:pt idx="2">
                <c:v>5000</c:v>
              </c:pt>
            </c:numLit>
          </c:xVal>
          <c:yVal>
            <c:numLit>
              <c:formatCode>0</c:formatCode>
              <c:ptCount val="3"/>
              <c:pt idx="0">
                <c:v>1.3030789187583563E-3</c:v>
              </c:pt>
              <c:pt idx="1">
                <c:v>-2.9225607133244322</c:v>
              </c:pt>
              <c:pt idx="2">
                <c:v>-27.958800178621498</c:v>
              </c:pt>
            </c:numLit>
          </c:yVal>
          <c:smooth val="1"/>
          <c:extLst>
            <c:ext xmlns:c16="http://schemas.microsoft.com/office/drawing/2014/chart" uri="{C3380CC4-5D6E-409C-BE32-E72D297353CC}">
              <c16:uniqueId val="{00000001-2867-4C30-9CC4-E79407368587}"/>
            </c:ext>
          </c:extLst>
        </c:ser>
        <c:ser>
          <c:idx val="2"/>
          <c:order val="2"/>
          <c:tx>
            <c:v>Half-power level</c:v>
          </c:tx>
          <c:spPr>
            <a:ln w="24765">
              <a:solidFill>
                <a:srgbClr val="4A5968"/>
              </a:solidFill>
              <a:prstDash val="dash"/>
            </a:ln>
          </c:spPr>
          <c:marker>
            <c:symbol val="none"/>
          </c:marker>
          <c:xVal>
            <c:numLit>
              <c:formatCode>General</c:formatCode>
              <c:ptCount val="180"/>
              <c:pt idx="0">
                <c:v>10</c:v>
              </c:pt>
              <c:pt idx="1">
                <c:v>10.446790972134874</c:v>
              </c:pt>
              <c:pt idx="2">
                <c:v>10.913544161547872</c:v>
              </c:pt>
              <c:pt idx="3">
                <c:v>11.401151462085359</c:v>
              </c:pt>
              <c:pt idx="4">
                <c:v>11.910544616605566</c:v>
              </c:pt>
              <c:pt idx="5">
                <c:v>12.442696997396459</c:v>
              </c:pt>
              <c:pt idx="6">
                <c:v>12.998625466141105</c:v>
              </c:pt>
              <c:pt idx="7">
                <c:v>13.579392316984537</c:v>
              </c:pt>
              <c:pt idx="8">
                <c:v>14.186107306415174</c:v>
              </c:pt>
              <c:pt idx="9">
                <c:v>14.819929773839462</c:v>
              </c:pt>
              <c:pt idx="10">
                <c:v>15.482070856901894</c:v>
              </c:pt>
              <c:pt idx="11">
                <c:v>16.173795805783516</c:v>
              </c:pt>
              <c:pt idx="12">
                <c:v>16.896426400901213</c:v>
              </c:pt>
              <c:pt idx="13">
                <c:v>17.651343478627616</c:v>
              </c:pt>
              <c:pt idx="14">
                <c:v>18.439989569857875</c:v>
              </c:pt>
              <c:pt idx="15">
                <c:v>19.263871656465252</c:v>
              </c:pt>
              <c:pt idx="16">
                <c:v>20.1245640509126</c:v>
              </c:pt>
              <c:pt idx="17">
                <c:v>21.023711404522388</c:v>
              </c:pt>
              <c:pt idx="18">
                <c:v>21.963031850153339</c:v>
              </c:pt>
              <c:pt idx="19">
                <c:v>22.944320285289262</c:v>
              </c:pt>
              <c:pt idx="20">
                <c:v>23.969451801813094</c:v>
              </c:pt>
              <c:pt idx="21">
                <c:v>25.040385269020305</c:v>
              </c:pt>
              <c:pt idx="22">
                <c:v>26.159167076718042</c:v>
              </c:pt>
              <c:pt idx="23">
                <c:v>27.32793504556259</c:v>
              </c:pt>
              <c:pt idx="24">
                <c:v>28.548922512107151</c:v>
              </c:pt>
              <c:pt idx="25">
                <c:v>29.824462596365908</c:v>
              </c:pt>
              <c:pt idx="26">
                <c:v>31.156992660048964</c:v>
              </c:pt>
              <c:pt idx="27">
                <c:v>32.549058963987186</c:v>
              </c:pt>
              <c:pt idx="28">
                <c:v>34.003321533646726</c:v>
              </c:pt>
              <c:pt idx="29">
                <c:v>35.522559242029985</c:v>
              </c:pt>
              <c:pt idx="30">
                <c:v>37.10967511967651</c:v>
              </c:pt>
              <c:pt idx="31">
                <c:v>38.767701901909476</c:v>
              </c:pt>
              <c:pt idx="32">
                <c:v>40.499807823928393</c:v>
              </c:pt>
              <c:pt idx="33">
                <c:v>42.309302674821247</c:v>
              </c:pt>
              <c:pt idx="34">
                <c:v>44.199644122064456</c:v>
              </c:pt>
              <c:pt idx="35">
                <c:v>46.174444318595718</c:v>
              </c:pt>
              <c:pt idx="36">
                <c:v>48.237476805084995</c:v>
              </c:pt>
              <c:pt idx="37">
                <c:v>50.392683720592764</c:v>
              </c:pt>
              <c:pt idx="38">
                <c:v>52.644183335393635</c:v>
              </c:pt>
              <c:pt idx="39">
                <c:v>54.99627792036037</c:v>
              </c:pt>
              <c:pt idx="40">
                <c:v>57.453461967944094</c:v>
              </c:pt>
              <c:pt idx="41">
                <c:v>60.020430780461275</c:v>
              </c:pt>
              <c:pt idx="42">
                <c:v>62.702089442096906</c:v>
              </c:pt>
              <c:pt idx="43">
                <c:v>65.503562191769134</c:v>
              </c:pt>
              <c:pt idx="44">
                <c:v>68.430202214764918</c:v>
              </c:pt>
              <c:pt idx="45">
                <c:v>71.487601871856967</c:v>
              </c:pt>
              <c:pt idx="46">
                <c:v>74.681603385448796</c:v>
              </c:pt>
              <c:pt idx="47">
                <c:v>78.018310003166334</c:v>
              </c:pt>
              <c:pt idx="48">
                <c:v>81.504097660229846</c:v>
              </c:pt>
              <c:pt idx="49">
                <c:v>85.145627162888786</c:v>
              </c:pt>
              <c:pt idx="50">
                <c:v>88.949856916202904</c:v>
              </c:pt>
              <c:pt idx="51">
                <c:v>92.924056220487699</c:v>
              </c:pt>
              <c:pt idx="52">
                <c:v>97.075819161834431</c:v>
              </c:pt>
              <c:pt idx="53">
                <c:v>101.41307912324497</c:v>
              </c:pt>
              <c:pt idx="54">
                <c:v>105.94412394411148</c:v>
              </c:pt>
              <c:pt idx="55">
                <c:v>110.67761175700826</c:v>
              </c:pt>
              <c:pt idx="56">
                <c:v>115.62258753205631</c:v>
              </c:pt>
              <c:pt idx="57">
                <c:v>120.78850036047596</c:v>
              </c:pt>
              <c:pt idx="58">
                <c:v>126.18522151035297</c:v>
              </c:pt>
              <c:pt idx="59">
                <c:v>131.82306328911955</c:v>
              </c:pt>
              <c:pt idx="60">
                <c:v>137.71279874879377</c:v>
              </c:pt>
              <c:pt idx="61">
                <c:v>143.86568227163249</c:v>
              </c:pt>
              <c:pt idx="62">
                <c:v>150.29347107553153</c:v>
              </c:pt>
              <c:pt idx="63">
                <c:v>157.00844768026775</c:v>
              </c:pt>
              <c:pt idx="64">
                <c:v>164.02344337751313</c:v>
              </c:pt>
              <c:pt idx="65">
                <c:v>171.3518627494679</c:v>
              </c:pt>
              <c:pt idx="66">
                <c:v>179.00770928296365</c:v>
              </c:pt>
              <c:pt idx="67">
                <c:v>187.00561212798098</c:v>
              </c:pt>
              <c:pt idx="68">
                <c:v>195.36085405171468</c:v>
              </c:pt>
              <c:pt idx="69">
                <c:v>204.08940064160106</c:v>
              </c:pt>
              <c:pt idx="70">
                <c:v>213.20793081310967</c:v>
              </c:pt>
              <c:pt idx="71">
                <c:v>222.73386868059498</c:v>
              </c:pt>
              <c:pt idx="72">
                <c:v>232.68541685211133</c:v>
              </c:pt>
              <c:pt idx="73">
                <c:v>243.08159121180779</c:v>
              </c:pt>
              <c:pt idx="74">
                <c:v>253.94225725636952</c:v>
              </c:pt>
              <c:pt idx="75">
                <c:v>265.28816805493915</c:v>
              </c:pt>
              <c:pt idx="76">
                <c:v>277.14100390505365</c:v>
              </c:pt>
              <c:pt idx="77">
                <c:v>289.52341376037123</c:v>
              </c:pt>
              <c:pt idx="78">
                <c:v>302.45905850935173</c:v>
              </c:pt>
              <c:pt idx="79">
                <c:v>315.97265618759047</c:v>
              </c:pt>
              <c:pt idx="80">
                <c:v>330.09002921019987</c:v>
              </c:pt>
              <c:pt idx="81">
                <c:v>344.83815371448549</c:v>
              </c:pt>
              <c:pt idx="82">
                <c:v>360.24521110721435</c:v>
              </c:pt>
              <c:pt idx="83">
                <c:v>376.34064191496668</c:v>
              </c:pt>
              <c:pt idx="84">
                <c:v>393.15520204047198</c:v>
              </c:pt>
              <c:pt idx="85">
                <c:v>410.72102153242679</c:v>
              </c:pt>
              <c:pt idx="86">
                <c:v>429.07166598109671</c:v>
              </c:pt>
              <c:pt idx="87">
                <c:v>448.24220065701894</c:v>
              </c:pt>
              <c:pt idx="88">
                <c:v>468.26925751536169</c:v>
              </c:pt>
              <c:pt idx="89">
                <c:v>489.19110519397839</c:v>
              </c:pt>
              <c:pt idx="90">
                <c:v>511.04772213891277</c:v>
              </c:pt>
              <c:pt idx="91">
                <c:v>533.88087299708889</c:v>
              </c:pt>
              <c:pt idx="92">
                <c:v>557.73418842214767</c:v>
              </c:pt>
              <c:pt idx="93">
                <c:v>582.65324844594602</c:v>
              </c:pt>
              <c:pt idx="94">
                <c:v>608.68566957501639</c:v>
              </c:pt>
              <c:pt idx="95">
                <c:v>635.88119577841564</c:v>
              </c:pt>
              <c:pt idx="96">
                <c:v>664.29179354082851</c:v>
              </c:pt>
              <c:pt idx="97">
                <c:v>693.97175116256074</c:v>
              </c:pt>
              <c:pt idx="98">
                <c:v>724.97778249616658</c:v>
              </c:pt>
              <c:pt idx="99">
                <c:v>757.36913531793175</c:v>
              </c:pt>
              <c:pt idx="100">
                <c:v>791.20770454129706</c:v>
              </c:pt>
              <c:pt idx="101">
                <c:v>826.55815048855663</c:v>
              </c:pt>
              <c:pt idx="102">
                <c:v>863.48802244683577</c:v>
              </c:pt>
              <c:pt idx="103">
                <c:v>902.06788774442043</c:v>
              </c:pt>
              <c:pt idx="104">
                <c:v>942.37146659411826</c:v>
              </c:pt>
              <c:pt idx="105">
                <c:v>984.47577296129316</c:v>
              </c:pt>
              <c:pt idx="106">
                <c:v>1028.4612617257544</c:v>
              </c:pt>
              <c:pt idx="107">
                <c:v>1074.4119824187048</c:v>
              </c:pt>
              <c:pt idx="108">
                <c:v>1122.4157398285267</c:v>
              </c:pt>
              <c:pt idx="109">
                <c:v>1172.5642617822732</c:v>
              </c:pt>
              <c:pt idx="110">
                <c:v>1224.9533744235052</c:v>
              </c:pt>
              <c:pt idx="111">
                <c:v>1279.6831853213619</c:v>
              </c:pt>
              <c:pt idx="112">
                <c:v>1336.8582747608011</c:v>
              </c:pt>
              <c:pt idx="113">
                <c:v>1396.5878955794933</c:v>
              </c:pt>
              <c:pt idx="114">
                <c:v>1458.9861819332702</c:v>
              </c:pt>
              <c:pt idx="115">
                <c:v>1524.172367389001</c:v>
              </c:pt>
              <c:pt idx="116">
                <c:v>1592.2710127616847</c:v>
              </c:pt>
              <c:pt idx="117">
                <c:v>1663.4122441310831</c:v>
              </c:pt>
              <c:pt idx="118">
                <c:v>1737.7320014927202</c:v>
              </c:pt>
              <c:pt idx="119">
                <c:v>1815.3722985184024</c:v>
              </c:pt>
              <c:pt idx="120">
                <c:v>1896.4814939225776</c:v>
              </c:pt>
              <c:pt idx="121">
                <c:v>1981.2145749531253</c:v>
              </c:pt>
              <c:pt idx="122">
                <c:v>2069.7334535482332</c:v>
              </c:pt>
              <c:pt idx="123">
                <c:v>2162.2072757253231</c:v>
              </c:pt>
              <c:pt idx="124">
                <c:v>2258.8127447931633</c:v>
              </c:pt>
              <c:pt idx="125">
                <c:v>2359.7344590048428</c:v>
              </c:pt>
              <c:pt idx="126">
                <c:v>2465.1652642967356</c:v>
              </c:pt>
              <c:pt idx="127">
                <c:v>2575.3066227875606</c:v>
              </c:pt>
              <c:pt idx="128">
                <c:v>2690.3689977416252</c:v>
              </c:pt>
              <c:pt idx="129">
                <c:v>2810.572255731875</c:v>
              </c:pt>
              <c:pt idx="130">
                <c:v>2936.1460867712517</c:v>
              </c:pt>
              <c:pt idx="131">
                <c:v>3067.330443215104</c:v>
              </c:pt>
              <c:pt idx="132">
                <c:v>3204.3759982734027</c:v>
              </c:pt>
              <c:pt idx="133">
                <c:v>3347.5446250088244</c:v>
              </c:pt>
              <c:pt idx="134">
                <c:v>3497.1098967360831</c:v>
              </c:pt>
              <c:pt idx="135">
                <c:v>3653.3576097786017</c:v>
              </c:pt>
              <c:pt idx="136">
                <c:v>3816.5863295815361</c:v>
              </c:pt>
              <c:pt idx="137">
                <c:v>3987.1079612245749</c:v>
              </c:pt>
              <c:pt idx="138">
                <c:v>4165.2483454247958</c:v>
              </c:pt>
              <c:pt idx="139">
                <c:v>4351.3478811683499</c:v>
              </c:pt>
              <c:pt idx="140">
                <c:v>4545.7621761607716</c:v>
              </c:pt>
              <c:pt idx="141">
                <c:v>4748.8627263388553</c:v>
              </c:pt>
              <c:pt idx="142">
                <c:v>4961.0376257424541</c:v>
              </c:pt>
              <c:pt idx="143">
                <c:v>5182.6923081027726</c:v>
              </c:pt>
              <c:pt idx="144">
                <c:v>5414.2503215640872</c:v>
              </c:pt>
              <c:pt idx="145">
                <c:v>5656.1541380194085</c:v>
              </c:pt>
              <c:pt idx="146">
                <c:v>5908.8659986064431</c:v>
              </c:pt>
              <c:pt idx="147">
                <c:v>6172.8687969796547</c:v>
              </c:pt>
              <c:pt idx="148">
                <c:v>6448.6670020460097</c:v>
              </c:pt>
              <c:pt idx="149">
                <c:v>6736.7876219278278</c:v>
              </c:pt>
              <c:pt idx="150">
                <c:v>7037.7812109945644</c:v>
              </c:pt>
              <c:pt idx="151">
                <c:v>7352.2229218878429</c:v>
              </c:pt>
              <c:pt idx="152">
                <c:v>7680.7136045501047</c:v>
              </c:pt>
              <c:pt idx="153">
                <c:v>8023.8809543567586</c:v>
              </c:pt>
              <c:pt idx="154">
                <c:v>8382.3807115459113</c:v>
              </c:pt>
              <c:pt idx="155">
                <c:v>8756.8979142375192</c:v>
              </c:pt>
              <c:pt idx="156">
                <c:v>9148.1482074363375</c:v>
              </c:pt>
              <c:pt idx="157">
                <c:v>9556.8792105197826</c:v>
              </c:pt>
              <c:pt idx="158">
                <c:v>9983.8719458241376</c:v>
              </c:pt>
              <c:pt idx="159">
                <c:v>10429.942331058619</c:v>
              </c:pt>
              <c:pt idx="160">
                <c:v>10895.942738399061</c:v>
              </c:pt>
              <c:pt idx="161">
                <c:v>11382.763623240615</c:v>
              </c:pt>
              <c:pt idx="162">
                <c:v>11891.335225721512</c:v>
              </c:pt>
              <c:pt idx="163">
                <c:v>12422.629348269675</c:v>
              </c:pt>
              <c:pt idx="164">
                <c:v>12977.661212568144</c:v>
              </c:pt>
              <c:pt idx="165">
                <c:v>13557.491399488188</c:v>
              </c:pt>
              <c:pt idx="166">
                <c:v>14163.227875696921</c:v>
              </c:pt>
              <c:pt idx="167">
                <c:v>14796.028110811967</c:v>
              </c:pt>
              <c:pt idx="168">
                <c:v>15457.101289148435</c:v>
              </c:pt>
              <c:pt idx="169">
                <c:v>16147.71062028503</c:v>
              </c:pt>
              <c:pt idx="170">
                <c:v>16869.175752864019</c:v>
              </c:pt>
              <c:pt idx="171">
                <c:v>17622.875296237609</c:v>
              </c:pt>
              <c:pt idx="172">
                <c:v>18410.249454779383</c:v>
              </c:pt>
              <c:pt idx="173">
                <c:v>19232.802779894038</c:v>
              </c:pt>
              <c:pt idx="174">
                <c:v>20092.107044984725</c:v>
              </c:pt>
              <c:pt idx="175">
                <c:v>20989.804248871362</c:v>
              </c:pt>
              <c:pt idx="176">
                <c:v>21927.609753398814</c:v>
              </c:pt>
              <c:pt idx="177">
                <c:v>22907.315561230349</c:v>
              </c:pt>
              <c:pt idx="178">
                <c:v>23930.793740090605</c:v>
              </c:pt>
              <c:pt idx="179">
                <c:v>24999.999999999993</c:v>
              </c:pt>
            </c:numLit>
          </c:xVal>
          <c:yVal>
            <c:numLit>
              <c:formatCode>0</c:formatCode>
              <c:ptCount val="180"/>
              <c:pt idx="0">
                <c:v>-3.0102999566398125</c:v>
              </c:pt>
              <c:pt idx="1">
                <c:v>-3.0102999566398125</c:v>
              </c:pt>
              <c:pt idx="2">
                <c:v>-3.0102999566398125</c:v>
              </c:pt>
              <c:pt idx="3">
                <c:v>-3.0102999566398125</c:v>
              </c:pt>
              <c:pt idx="4">
                <c:v>-3.0102999566398125</c:v>
              </c:pt>
              <c:pt idx="5">
                <c:v>-3.0102999566398125</c:v>
              </c:pt>
              <c:pt idx="6">
                <c:v>-3.0102999566398125</c:v>
              </c:pt>
              <c:pt idx="7">
                <c:v>-3.0102999566398125</c:v>
              </c:pt>
              <c:pt idx="8">
                <c:v>-3.0102999566398125</c:v>
              </c:pt>
              <c:pt idx="9">
                <c:v>-3.0102999566398125</c:v>
              </c:pt>
              <c:pt idx="10">
                <c:v>-3.0102999566398125</c:v>
              </c:pt>
              <c:pt idx="11">
                <c:v>-3.0102999566398125</c:v>
              </c:pt>
              <c:pt idx="12">
                <c:v>-3.0102999566398125</c:v>
              </c:pt>
              <c:pt idx="13">
                <c:v>-3.0102999566398125</c:v>
              </c:pt>
              <c:pt idx="14">
                <c:v>-3.0102999566398125</c:v>
              </c:pt>
              <c:pt idx="15">
                <c:v>-3.0102999566398125</c:v>
              </c:pt>
              <c:pt idx="16">
                <c:v>-3.0102999566398125</c:v>
              </c:pt>
              <c:pt idx="17">
                <c:v>-3.0102999566398125</c:v>
              </c:pt>
              <c:pt idx="18">
                <c:v>-3.0102999566398125</c:v>
              </c:pt>
              <c:pt idx="19">
                <c:v>-3.0102999566398125</c:v>
              </c:pt>
              <c:pt idx="20">
                <c:v>-3.0102999566398125</c:v>
              </c:pt>
              <c:pt idx="21">
                <c:v>-3.0102999566398125</c:v>
              </c:pt>
              <c:pt idx="22">
                <c:v>-3.0102999566398125</c:v>
              </c:pt>
              <c:pt idx="23">
                <c:v>-3.0102999566398125</c:v>
              </c:pt>
              <c:pt idx="24">
                <c:v>-3.0102999566398125</c:v>
              </c:pt>
              <c:pt idx="25">
                <c:v>-3.0102999566398125</c:v>
              </c:pt>
              <c:pt idx="26">
                <c:v>-3.0102999566398125</c:v>
              </c:pt>
              <c:pt idx="27">
                <c:v>-3.0102999566398125</c:v>
              </c:pt>
              <c:pt idx="28">
                <c:v>-3.0102999566398125</c:v>
              </c:pt>
              <c:pt idx="29">
                <c:v>-3.0102999566398125</c:v>
              </c:pt>
              <c:pt idx="30">
                <c:v>-3.0102999566398125</c:v>
              </c:pt>
              <c:pt idx="31">
                <c:v>-3.0102999566398125</c:v>
              </c:pt>
              <c:pt idx="32">
                <c:v>-3.0102999566398125</c:v>
              </c:pt>
              <c:pt idx="33">
                <c:v>-3.0102999566398125</c:v>
              </c:pt>
              <c:pt idx="34">
                <c:v>-3.0102999566398125</c:v>
              </c:pt>
              <c:pt idx="35">
                <c:v>-3.0102999566398125</c:v>
              </c:pt>
              <c:pt idx="36">
                <c:v>-3.0102999566398125</c:v>
              </c:pt>
              <c:pt idx="37">
                <c:v>-3.0102999566398125</c:v>
              </c:pt>
              <c:pt idx="38">
                <c:v>-3.0102999566398125</c:v>
              </c:pt>
              <c:pt idx="39">
                <c:v>-3.0102999566398125</c:v>
              </c:pt>
              <c:pt idx="40">
                <c:v>-3.0102999566398125</c:v>
              </c:pt>
              <c:pt idx="41">
                <c:v>-3.0102999566398125</c:v>
              </c:pt>
              <c:pt idx="42">
                <c:v>-3.0102999566398125</c:v>
              </c:pt>
              <c:pt idx="43">
                <c:v>-3.0102999566398125</c:v>
              </c:pt>
              <c:pt idx="44">
                <c:v>-3.0102999566398125</c:v>
              </c:pt>
              <c:pt idx="45">
                <c:v>-3.0102999566398125</c:v>
              </c:pt>
              <c:pt idx="46">
                <c:v>-3.0102999566398125</c:v>
              </c:pt>
              <c:pt idx="47">
                <c:v>-3.0102999566398125</c:v>
              </c:pt>
              <c:pt idx="48">
                <c:v>-3.0102999566398125</c:v>
              </c:pt>
              <c:pt idx="49">
                <c:v>-3.0102999566398125</c:v>
              </c:pt>
              <c:pt idx="50">
                <c:v>-3.0102999566398125</c:v>
              </c:pt>
              <c:pt idx="51">
                <c:v>-3.0102999566398125</c:v>
              </c:pt>
              <c:pt idx="52">
                <c:v>-3.0102999566398125</c:v>
              </c:pt>
              <c:pt idx="53">
                <c:v>-3.0102999566398125</c:v>
              </c:pt>
              <c:pt idx="54">
                <c:v>-3.0102999566398125</c:v>
              </c:pt>
              <c:pt idx="55">
                <c:v>-3.0102999566398125</c:v>
              </c:pt>
              <c:pt idx="56">
                <c:v>-3.0102999566398125</c:v>
              </c:pt>
              <c:pt idx="57">
                <c:v>-3.0102999566398125</c:v>
              </c:pt>
              <c:pt idx="58">
                <c:v>-3.0102999566398125</c:v>
              </c:pt>
              <c:pt idx="59">
                <c:v>-3.0102999566398125</c:v>
              </c:pt>
              <c:pt idx="60">
                <c:v>-3.0102999566398125</c:v>
              </c:pt>
              <c:pt idx="61">
                <c:v>-3.0102999566398125</c:v>
              </c:pt>
              <c:pt idx="62">
                <c:v>-3.0102999566398125</c:v>
              </c:pt>
              <c:pt idx="63">
                <c:v>-3.0102999566398125</c:v>
              </c:pt>
              <c:pt idx="64">
                <c:v>-3.0102999566398125</c:v>
              </c:pt>
              <c:pt idx="65">
                <c:v>-3.0102999566398125</c:v>
              </c:pt>
              <c:pt idx="66">
                <c:v>-3.0102999566398125</c:v>
              </c:pt>
              <c:pt idx="67">
                <c:v>-3.0102999566398125</c:v>
              </c:pt>
              <c:pt idx="68">
                <c:v>-3.0102999566398125</c:v>
              </c:pt>
              <c:pt idx="69">
                <c:v>-3.0102999566398125</c:v>
              </c:pt>
              <c:pt idx="70">
                <c:v>-3.0102999566398125</c:v>
              </c:pt>
              <c:pt idx="71">
                <c:v>-3.0102999566398125</c:v>
              </c:pt>
              <c:pt idx="72">
                <c:v>-3.0102999566398125</c:v>
              </c:pt>
              <c:pt idx="73">
                <c:v>-3.0102999566398125</c:v>
              </c:pt>
              <c:pt idx="74">
                <c:v>-3.0102999566398125</c:v>
              </c:pt>
              <c:pt idx="75">
                <c:v>-3.0102999566398125</c:v>
              </c:pt>
              <c:pt idx="76">
                <c:v>-3.0102999566398125</c:v>
              </c:pt>
              <c:pt idx="77">
                <c:v>-3.0102999566398125</c:v>
              </c:pt>
              <c:pt idx="78">
                <c:v>-3.0102999566398125</c:v>
              </c:pt>
              <c:pt idx="79">
                <c:v>-3.0102999566398125</c:v>
              </c:pt>
              <c:pt idx="80">
                <c:v>-3.0102999566398125</c:v>
              </c:pt>
              <c:pt idx="81">
                <c:v>-3.0102999566398125</c:v>
              </c:pt>
              <c:pt idx="82">
                <c:v>-3.0102999566398125</c:v>
              </c:pt>
              <c:pt idx="83">
                <c:v>-3.0102999566398125</c:v>
              </c:pt>
              <c:pt idx="84">
                <c:v>-3.0102999566398125</c:v>
              </c:pt>
              <c:pt idx="85">
                <c:v>-3.0102999566398125</c:v>
              </c:pt>
              <c:pt idx="86">
                <c:v>-3.0102999566398125</c:v>
              </c:pt>
              <c:pt idx="87">
                <c:v>-3.0102999566398125</c:v>
              </c:pt>
              <c:pt idx="88">
                <c:v>-3.0102999566398125</c:v>
              </c:pt>
              <c:pt idx="89">
                <c:v>-3.0102999566398125</c:v>
              </c:pt>
              <c:pt idx="90">
                <c:v>-3.0102999566398125</c:v>
              </c:pt>
              <c:pt idx="91">
                <c:v>-3.0102999566398125</c:v>
              </c:pt>
              <c:pt idx="92">
                <c:v>-3.0102999566398125</c:v>
              </c:pt>
              <c:pt idx="93">
                <c:v>-3.0102999566398125</c:v>
              </c:pt>
              <c:pt idx="94">
                <c:v>-3.0102999566398125</c:v>
              </c:pt>
              <c:pt idx="95">
                <c:v>-3.0102999566398125</c:v>
              </c:pt>
              <c:pt idx="96">
                <c:v>-3.0102999566398125</c:v>
              </c:pt>
              <c:pt idx="97">
                <c:v>-3.0102999566398125</c:v>
              </c:pt>
              <c:pt idx="98">
                <c:v>-3.0102999566398125</c:v>
              </c:pt>
              <c:pt idx="99">
                <c:v>-3.0102999566398125</c:v>
              </c:pt>
              <c:pt idx="100">
                <c:v>-3.0102999566398125</c:v>
              </c:pt>
              <c:pt idx="101">
                <c:v>-3.0102999566398125</c:v>
              </c:pt>
              <c:pt idx="102">
                <c:v>-3.0102999566398125</c:v>
              </c:pt>
              <c:pt idx="103">
                <c:v>-3.0102999566398125</c:v>
              </c:pt>
              <c:pt idx="104">
                <c:v>-3.0102999566398125</c:v>
              </c:pt>
              <c:pt idx="105">
                <c:v>-3.0102999566398125</c:v>
              </c:pt>
              <c:pt idx="106">
                <c:v>-3.0102999566398125</c:v>
              </c:pt>
              <c:pt idx="107">
                <c:v>-3.0102999566398125</c:v>
              </c:pt>
              <c:pt idx="108">
                <c:v>-3.0102999566398125</c:v>
              </c:pt>
              <c:pt idx="109">
                <c:v>-3.0102999566398125</c:v>
              </c:pt>
              <c:pt idx="110">
                <c:v>-3.0102999566398125</c:v>
              </c:pt>
              <c:pt idx="111">
                <c:v>-3.0102999566398125</c:v>
              </c:pt>
              <c:pt idx="112">
                <c:v>-3.0102999566398125</c:v>
              </c:pt>
              <c:pt idx="113">
                <c:v>-3.0102999566398125</c:v>
              </c:pt>
              <c:pt idx="114">
                <c:v>-3.0102999566398125</c:v>
              </c:pt>
              <c:pt idx="115">
                <c:v>-3.0102999566398125</c:v>
              </c:pt>
              <c:pt idx="116">
                <c:v>-3.0102999566398125</c:v>
              </c:pt>
              <c:pt idx="117">
                <c:v>-3.0102999566398125</c:v>
              </c:pt>
              <c:pt idx="118">
                <c:v>-3.0102999566398125</c:v>
              </c:pt>
              <c:pt idx="119">
                <c:v>-3.0102999566398125</c:v>
              </c:pt>
              <c:pt idx="120">
                <c:v>-3.0102999566398125</c:v>
              </c:pt>
              <c:pt idx="121">
                <c:v>-3.0102999566398125</c:v>
              </c:pt>
              <c:pt idx="122">
                <c:v>-3.0102999566398125</c:v>
              </c:pt>
              <c:pt idx="123">
                <c:v>-3.0102999566398125</c:v>
              </c:pt>
              <c:pt idx="124">
                <c:v>-3.0102999566398125</c:v>
              </c:pt>
              <c:pt idx="125">
                <c:v>-3.0102999566398125</c:v>
              </c:pt>
              <c:pt idx="126">
                <c:v>-3.0102999566398125</c:v>
              </c:pt>
              <c:pt idx="127">
                <c:v>-3.0102999566398125</c:v>
              </c:pt>
              <c:pt idx="128">
                <c:v>-3.0102999566398125</c:v>
              </c:pt>
              <c:pt idx="129">
                <c:v>-3.0102999566398125</c:v>
              </c:pt>
              <c:pt idx="130">
                <c:v>-3.0102999566398125</c:v>
              </c:pt>
              <c:pt idx="131">
                <c:v>-3.0102999566398125</c:v>
              </c:pt>
              <c:pt idx="132">
                <c:v>-3.0102999566398125</c:v>
              </c:pt>
              <c:pt idx="133">
                <c:v>-3.0102999566398125</c:v>
              </c:pt>
              <c:pt idx="134">
                <c:v>-3.0102999566398125</c:v>
              </c:pt>
              <c:pt idx="135">
                <c:v>-3.0102999566398125</c:v>
              </c:pt>
              <c:pt idx="136">
                <c:v>-3.0102999566398125</c:v>
              </c:pt>
              <c:pt idx="137">
                <c:v>-3.0102999566398125</c:v>
              </c:pt>
              <c:pt idx="138">
                <c:v>-3.0102999566398125</c:v>
              </c:pt>
              <c:pt idx="139">
                <c:v>-3.0102999566398125</c:v>
              </c:pt>
              <c:pt idx="140">
                <c:v>-3.0102999566398125</c:v>
              </c:pt>
              <c:pt idx="141">
                <c:v>-3.0102999566398125</c:v>
              </c:pt>
              <c:pt idx="142">
                <c:v>-3.0102999566398125</c:v>
              </c:pt>
              <c:pt idx="143">
                <c:v>-3.0102999566398125</c:v>
              </c:pt>
              <c:pt idx="144">
                <c:v>-3.0102999566398125</c:v>
              </c:pt>
              <c:pt idx="145">
                <c:v>-3.0102999566398125</c:v>
              </c:pt>
              <c:pt idx="146">
                <c:v>-3.0102999566398125</c:v>
              </c:pt>
              <c:pt idx="147">
                <c:v>-3.0102999566398125</c:v>
              </c:pt>
              <c:pt idx="148">
                <c:v>-3.0102999566398125</c:v>
              </c:pt>
              <c:pt idx="149">
                <c:v>-3.0102999566398125</c:v>
              </c:pt>
              <c:pt idx="150">
                <c:v>-3.0102999566398125</c:v>
              </c:pt>
              <c:pt idx="151">
                <c:v>-3.0102999566398125</c:v>
              </c:pt>
              <c:pt idx="152">
                <c:v>-3.0102999566398125</c:v>
              </c:pt>
              <c:pt idx="153">
                <c:v>-3.0102999566398125</c:v>
              </c:pt>
              <c:pt idx="154">
                <c:v>-3.0102999566398125</c:v>
              </c:pt>
              <c:pt idx="155">
                <c:v>-3.0102999566398125</c:v>
              </c:pt>
              <c:pt idx="156">
                <c:v>-3.0102999566398125</c:v>
              </c:pt>
              <c:pt idx="157">
                <c:v>-3.0102999566398125</c:v>
              </c:pt>
              <c:pt idx="158">
                <c:v>-3.0102999566398125</c:v>
              </c:pt>
              <c:pt idx="159">
                <c:v>-3.0102999566398125</c:v>
              </c:pt>
              <c:pt idx="160">
                <c:v>-3.0102999566398125</c:v>
              </c:pt>
              <c:pt idx="161">
                <c:v>-3.0102999566398125</c:v>
              </c:pt>
              <c:pt idx="162">
                <c:v>-3.0102999566398125</c:v>
              </c:pt>
              <c:pt idx="163">
                <c:v>-3.0102999566398125</c:v>
              </c:pt>
              <c:pt idx="164">
                <c:v>-3.0102999566398125</c:v>
              </c:pt>
              <c:pt idx="165">
                <c:v>-3.0102999566398125</c:v>
              </c:pt>
              <c:pt idx="166">
                <c:v>-3.0102999566398125</c:v>
              </c:pt>
              <c:pt idx="167">
                <c:v>-3.0102999566398125</c:v>
              </c:pt>
              <c:pt idx="168">
                <c:v>-3.0102999566398125</c:v>
              </c:pt>
              <c:pt idx="169">
                <c:v>-3.0102999566398125</c:v>
              </c:pt>
              <c:pt idx="170">
                <c:v>-3.0102999566398125</c:v>
              </c:pt>
              <c:pt idx="171">
                <c:v>-3.0102999566398125</c:v>
              </c:pt>
              <c:pt idx="172">
                <c:v>-3.0102999566398125</c:v>
              </c:pt>
              <c:pt idx="173">
                <c:v>-3.0102999566398125</c:v>
              </c:pt>
              <c:pt idx="174">
                <c:v>-3.0102999566398125</c:v>
              </c:pt>
              <c:pt idx="175">
                <c:v>-3.0102999566398125</c:v>
              </c:pt>
              <c:pt idx="176">
                <c:v>-3.0102999566398125</c:v>
              </c:pt>
              <c:pt idx="177">
                <c:v>-3.0102999566398125</c:v>
              </c:pt>
              <c:pt idx="178">
                <c:v>-3.0102999566398125</c:v>
              </c:pt>
              <c:pt idx="179">
                <c:v>-3.0102999566398125</c:v>
              </c:pt>
            </c:numLit>
          </c:yVal>
          <c:smooth val="1"/>
          <c:extLst>
            <c:ext xmlns:c16="http://schemas.microsoft.com/office/drawing/2014/chart" uri="{C3380CC4-5D6E-409C-BE32-E72D297353CC}">
              <c16:uniqueId val="{00000002-2867-4C30-9CC4-E79407368587}"/>
            </c:ext>
          </c:extLst>
        </c:ser>
        <c:dLbls>
          <c:showLegendKey val="0"/>
          <c:showVal val="0"/>
          <c:showCatName val="0"/>
          <c:showSerName val="0"/>
          <c:showPercent val="0"/>
          <c:showBubbleSize val="0"/>
        </c:dLbls>
        <c:axId val="48650112"/>
        <c:axId val="48672768"/>
      </c:scatterChart>
      <c:valAx>
        <c:axId val="48672768"/>
        <c:scaling>
          <c:orientation val="minMax"/>
          <c:max val="5"/>
          <c:min val="-60"/>
        </c:scaling>
        <c:delete val="0"/>
        <c:axPos val="l"/>
        <c:majorGridlines>
          <c:spPr>
            <a:ln w="9525">
              <a:solidFill>
                <a:srgbClr val="DFE6EE"/>
              </a:solidFill>
              <a:prstDash val="solid"/>
            </a:ln>
          </c:spPr>
        </c:majorGridlines>
        <c:title>
          <c:tx>
            <c:rich>
              <a:bodyPr/>
              <a:lstStyle/>
              <a:p>
                <a:r>
                  <a:rPr sz="1650">
                    <a:solidFill>
                      <a:srgbClr val="172F46"/>
                    </a:solidFill>
                    <a:latin typeface="Arial"/>
                    <a:ea typeface="Arial"/>
                    <a:cs typeface="Arial"/>
                  </a:rPr>
                  <a:t>Gain relative to DC (dB)</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650">
                <a:solidFill>
                  <a:srgbClr val="172F46"/>
                </a:solidFill>
                <a:latin typeface="Arial"/>
                <a:ea typeface="Arial"/>
                <a:cs typeface="Arial"/>
              </a:defRPr>
            </a:pPr>
            <a:endParaRPr lang="zh-CN"/>
          </a:p>
        </c:txPr>
        <c:crossAx val="48650112"/>
        <c:crosses val="autoZero"/>
        <c:crossBetween val="midCat"/>
      </c:valAx>
      <c:valAx>
        <c:axId val="48650112"/>
        <c:scaling>
          <c:logBase val="10"/>
          <c:orientation val="minMax"/>
          <c:max val="25000"/>
          <c:min val="10"/>
        </c:scaling>
        <c:delete val="0"/>
        <c:axPos val="b"/>
        <c:majorGridlines>
          <c:spPr>
            <a:ln w="9525">
              <a:solidFill>
                <a:srgbClr val="DFE6EE"/>
              </a:solidFill>
              <a:prstDash val="solid"/>
            </a:ln>
          </c:spPr>
        </c:majorGridlines>
        <c:title>
          <c:tx>
            <c:rich>
              <a:bodyPr/>
              <a:lstStyle/>
              <a:p>
                <a:r>
                  <a:rPr sz="1650">
                    <a:solidFill>
                      <a:srgbClr val="172F46"/>
                    </a:solidFill>
                    <a:latin typeface="Arial"/>
                    <a:ea typeface="Arial"/>
                    <a:cs typeface="Arial"/>
                  </a:rPr>
                  <a:t>Frequency (Hz, logarithmic)</a:t>
                </a:r>
              </a:p>
            </c:rich>
          </c:tx>
          <c:overlay val="0"/>
        </c:title>
        <c:numFmt formatCode="General" sourceLinked="1"/>
        <c:majorTickMark val="none"/>
        <c:minorTickMark val="none"/>
        <c:tickLblPos val="low"/>
        <c:spPr>
          <a:ln w="9525">
            <a:solidFill>
              <a:srgbClr val="D4D4D4"/>
            </a:solidFill>
            <a:prstDash val="solid"/>
          </a:ln>
        </c:spPr>
        <c:txPr>
          <a:bodyPr anchorCtr="1"/>
          <a:lstStyle/>
          <a:p>
            <a:pPr>
              <a:defRPr sz="1650">
                <a:solidFill>
                  <a:srgbClr val="172F46"/>
                </a:solidFill>
                <a:latin typeface="Arial"/>
                <a:ea typeface="Arial"/>
                <a:cs typeface="Arial"/>
              </a:defRPr>
            </a:pPr>
            <a:endParaRPr lang="zh-CN"/>
          </a:p>
        </c:txPr>
        <c:crossAx val="48672768"/>
        <c:crosses val="autoZero"/>
        <c:crossBetween val="midCat"/>
      </c:valAx>
      <c:spPr>
        <a:solidFill>
          <a:srgbClr val="FFFFFF"/>
        </a:solidFill>
      </c:spPr>
    </c:plotArea>
    <c:legend>
      <c:legendPos val="b"/>
      <c:overlay val="0"/>
      <c:txPr>
        <a:bodyPr anchorCtr="1"/>
        <a:lstStyle/>
        <a:p>
          <a:pPr>
            <a:defRPr sz="1650">
              <a:solidFill>
                <a:srgbClr val="172F46"/>
              </a:solidFill>
              <a:latin typeface="Arial"/>
              <a:ea typeface="Arial"/>
              <a:cs typeface="Arial"/>
            </a:defRPr>
          </a:pPr>
          <a:endParaRPr lang="zh-CN"/>
        </a:p>
      </c:txPr>
    </c:legend>
    <c:plotVisOnly val="1"/>
    <c:dispBlanksAs val="zero"/>
    <c:showDLblsOverMax val="1"/>
  </c:chart>
  <c:spPr>
    <a:solidFill>
      <a:srgbClr val="FFFFFF"/>
    </a:solidFill>
  </c:spPr>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0"/>
        <c:ser>
          <c:idx val="0"/>
          <c:order val="0"/>
          <c:tx>
            <c:v>Analytical model</c:v>
          </c:tx>
          <c:spPr>
            <a:ln w="24765">
              <a:solidFill>
                <a:srgbClr val="245B9B"/>
              </a:solidFill>
              <a:prstDash val="solid"/>
            </a:ln>
          </c:spPr>
          <c:marker>
            <c:symbol val="none"/>
          </c:marker>
          <c:xVal>
            <c:numLit>
              <c:formatCode>General</c:formatCode>
              <c:ptCount val="180"/>
              <c:pt idx="0">
                <c:v>10</c:v>
              </c:pt>
              <c:pt idx="1">
                <c:v>10.446790972134874</c:v>
              </c:pt>
              <c:pt idx="2">
                <c:v>10.913544161547872</c:v>
              </c:pt>
              <c:pt idx="3">
                <c:v>11.401151462085359</c:v>
              </c:pt>
              <c:pt idx="4">
                <c:v>11.910544616605566</c:v>
              </c:pt>
              <c:pt idx="5">
                <c:v>12.442696997396459</c:v>
              </c:pt>
              <c:pt idx="6">
                <c:v>12.998625466141105</c:v>
              </c:pt>
              <c:pt idx="7">
                <c:v>13.579392316984537</c:v>
              </c:pt>
              <c:pt idx="8">
                <c:v>14.186107306415174</c:v>
              </c:pt>
              <c:pt idx="9">
                <c:v>14.819929773839462</c:v>
              </c:pt>
              <c:pt idx="10">
                <c:v>15.482070856901894</c:v>
              </c:pt>
              <c:pt idx="11">
                <c:v>16.173795805783516</c:v>
              </c:pt>
              <c:pt idx="12">
                <c:v>16.896426400901213</c:v>
              </c:pt>
              <c:pt idx="13">
                <c:v>17.651343478627616</c:v>
              </c:pt>
              <c:pt idx="14">
                <c:v>18.439989569857875</c:v>
              </c:pt>
              <c:pt idx="15">
                <c:v>19.263871656465252</c:v>
              </c:pt>
              <c:pt idx="16">
                <c:v>20.1245640509126</c:v>
              </c:pt>
              <c:pt idx="17">
                <c:v>21.023711404522388</c:v>
              </c:pt>
              <c:pt idx="18">
                <c:v>21.963031850153339</c:v>
              </c:pt>
              <c:pt idx="19">
                <c:v>22.944320285289262</c:v>
              </c:pt>
              <c:pt idx="20">
                <c:v>23.969451801813094</c:v>
              </c:pt>
              <c:pt idx="21">
                <c:v>25.040385269020305</c:v>
              </c:pt>
              <c:pt idx="22">
                <c:v>26.159167076718042</c:v>
              </c:pt>
              <c:pt idx="23">
                <c:v>27.32793504556259</c:v>
              </c:pt>
              <c:pt idx="24">
                <c:v>28.548922512107151</c:v>
              </c:pt>
              <c:pt idx="25">
                <c:v>29.824462596365908</c:v>
              </c:pt>
              <c:pt idx="26">
                <c:v>31.156992660048964</c:v>
              </c:pt>
              <c:pt idx="27">
                <c:v>32.549058963987186</c:v>
              </c:pt>
              <c:pt idx="28">
                <c:v>34.003321533646726</c:v>
              </c:pt>
              <c:pt idx="29">
                <c:v>35.522559242029985</c:v>
              </c:pt>
              <c:pt idx="30">
                <c:v>37.10967511967651</c:v>
              </c:pt>
              <c:pt idx="31">
                <c:v>38.767701901909476</c:v>
              </c:pt>
              <c:pt idx="32">
                <c:v>40.499807823928393</c:v>
              </c:pt>
              <c:pt idx="33">
                <c:v>42.309302674821247</c:v>
              </c:pt>
              <c:pt idx="34">
                <c:v>44.199644122064456</c:v>
              </c:pt>
              <c:pt idx="35">
                <c:v>46.174444318595718</c:v>
              </c:pt>
              <c:pt idx="36">
                <c:v>48.237476805084995</c:v>
              </c:pt>
              <c:pt idx="37">
                <c:v>50.392683720592764</c:v>
              </c:pt>
              <c:pt idx="38">
                <c:v>52.644183335393635</c:v>
              </c:pt>
              <c:pt idx="39">
                <c:v>54.99627792036037</c:v>
              </c:pt>
              <c:pt idx="40">
                <c:v>57.453461967944094</c:v>
              </c:pt>
              <c:pt idx="41">
                <c:v>60.020430780461275</c:v>
              </c:pt>
              <c:pt idx="42">
                <c:v>62.702089442096906</c:v>
              </c:pt>
              <c:pt idx="43">
                <c:v>65.503562191769134</c:v>
              </c:pt>
              <c:pt idx="44">
                <c:v>68.430202214764918</c:v>
              </c:pt>
              <c:pt idx="45">
                <c:v>71.487601871856967</c:v>
              </c:pt>
              <c:pt idx="46">
                <c:v>74.681603385448796</c:v>
              </c:pt>
              <c:pt idx="47">
                <c:v>78.018310003166334</c:v>
              </c:pt>
              <c:pt idx="48">
                <c:v>81.504097660229846</c:v>
              </c:pt>
              <c:pt idx="49">
                <c:v>85.145627162888786</c:v>
              </c:pt>
              <c:pt idx="50">
                <c:v>88.949856916202904</c:v>
              </c:pt>
              <c:pt idx="51">
                <c:v>92.924056220487699</c:v>
              </c:pt>
              <c:pt idx="52">
                <c:v>97.075819161834431</c:v>
              </c:pt>
              <c:pt idx="53">
                <c:v>101.41307912324497</c:v>
              </c:pt>
              <c:pt idx="54">
                <c:v>105.94412394411148</c:v>
              </c:pt>
              <c:pt idx="55">
                <c:v>110.67761175700826</c:v>
              </c:pt>
              <c:pt idx="56">
                <c:v>115.62258753205631</c:v>
              </c:pt>
              <c:pt idx="57">
                <c:v>120.78850036047596</c:v>
              </c:pt>
              <c:pt idx="58">
                <c:v>126.18522151035297</c:v>
              </c:pt>
              <c:pt idx="59">
                <c:v>131.82306328911955</c:v>
              </c:pt>
              <c:pt idx="60">
                <c:v>137.71279874879377</c:v>
              </c:pt>
              <c:pt idx="61">
                <c:v>143.86568227163249</c:v>
              </c:pt>
              <c:pt idx="62">
                <c:v>150.29347107553153</c:v>
              </c:pt>
              <c:pt idx="63">
                <c:v>157.00844768026775</c:v>
              </c:pt>
              <c:pt idx="64">
                <c:v>164.02344337751313</c:v>
              </c:pt>
              <c:pt idx="65">
                <c:v>171.3518627494679</c:v>
              </c:pt>
              <c:pt idx="66">
                <c:v>179.00770928296365</c:v>
              </c:pt>
              <c:pt idx="67">
                <c:v>187.00561212798098</c:v>
              </c:pt>
              <c:pt idx="68">
                <c:v>195.36085405171468</c:v>
              </c:pt>
              <c:pt idx="69">
                <c:v>204.08940064160106</c:v>
              </c:pt>
              <c:pt idx="70">
                <c:v>213.20793081310967</c:v>
              </c:pt>
              <c:pt idx="71">
                <c:v>222.73386868059498</c:v>
              </c:pt>
              <c:pt idx="72">
                <c:v>232.68541685211133</c:v>
              </c:pt>
              <c:pt idx="73">
                <c:v>243.08159121180779</c:v>
              </c:pt>
              <c:pt idx="74">
                <c:v>253.94225725636952</c:v>
              </c:pt>
              <c:pt idx="75">
                <c:v>265.28816805493915</c:v>
              </c:pt>
              <c:pt idx="76">
                <c:v>277.14100390505365</c:v>
              </c:pt>
              <c:pt idx="77">
                <c:v>289.52341376037123</c:v>
              </c:pt>
              <c:pt idx="78">
                <c:v>302.45905850935173</c:v>
              </c:pt>
              <c:pt idx="79">
                <c:v>315.97265618759047</c:v>
              </c:pt>
              <c:pt idx="80">
                <c:v>330.09002921019987</c:v>
              </c:pt>
              <c:pt idx="81">
                <c:v>344.83815371448549</c:v>
              </c:pt>
              <c:pt idx="82">
                <c:v>360.24521110721435</c:v>
              </c:pt>
              <c:pt idx="83">
                <c:v>376.34064191496668</c:v>
              </c:pt>
              <c:pt idx="84">
                <c:v>393.15520204047198</c:v>
              </c:pt>
              <c:pt idx="85">
                <c:v>410.72102153242679</c:v>
              </c:pt>
              <c:pt idx="86">
                <c:v>429.07166598109671</c:v>
              </c:pt>
              <c:pt idx="87">
                <c:v>448.24220065701894</c:v>
              </c:pt>
              <c:pt idx="88">
                <c:v>468.26925751536169</c:v>
              </c:pt>
              <c:pt idx="89">
                <c:v>489.19110519397839</c:v>
              </c:pt>
              <c:pt idx="90">
                <c:v>511.04772213891277</c:v>
              </c:pt>
              <c:pt idx="91">
                <c:v>533.88087299708889</c:v>
              </c:pt>
              <c:pt idx="92">
                <c:v>557.73418842214767</c:v>
              </c:pt>
              <c:pt idx="93">
                <c:v>582.65324844594602</c:v>
              </c:pt>
              <c:pt idx="94">
                <c:v>608.68566957501639</c:v>
              </c:pt>
              <c:pt idx="95">
                <c:v>635.88119577841564</c:v>
              </c:pt>
              <c:pt idx="96">
                <c:v>664.29179354082851</c:v>
              </c:pt>
              <c:pt idx="97">
                <c:v>693.97175116256074</c:v>
              </c:pt>
              <c:pt idx="98">
                <c:v>724.97778249616658</c:v>
              </c:pt>
              <c:pt idx="99">
                <c:v>757.36913531793175</c:v>
              </c:pt>
              <c:pt idx="100">
                <c:v>791.20770454129706</c:v>
              </c:pt>
              <c:pt idx="101">
                <c:v>826.55815048855663</c:v>
              </c:pt>
              <c:pt idx="102">
                <c:v>863.48802244683577</c:v>
              </c:pt>
              <c:pt idx="103">
                <c:v>902.06788774442043</c:v>
              </c:pt>
              <c:pt idx="104">
                <c:v>942.37146659411826</c:v>
              </c:pt>
              <c:pt idx="105">
                <c:v>984.47577296129316</c:v>
              </c:pt>
              <c:pt idx="106">
                <c:v>1028.4612617257544</c:v>
              </c:pt>
              <c:pt idx="107">
                <c:v>1074.4119824187048</c:v>
              </c:pt>
              <c:pt idx="108">
                <c:v>1122.4157398285267</c:v>
              </c:pt>
              <c:pt idx="109">
                <c:v>1172.5642617822732</c:v>
              </c:pt>
              <c:pt idx="110">
                <c:v>1224.9533744235052</c:v>
              </c:pt>
              <c:pt idx="111">
                <c:v>1279.6831853213619</c:v>
              </c:pt>
              <c:pt idx="112">
                <c:v>1336.8582747608011</c:v>
              </c:pt>
              <c:pt idx="113">
                <c:v>1396.5878955794933</c:v>
              </c:pt>
              <c:pt idx="114">
                <c:v>1458.9861819332702</c:v>
              </c:pt>
              <c:pt idx="115">
                <c:v>1524.172367389001</c:v>
              </c:pt>
              <c:pt idx="116">
                <c:v>1592.2710127616847</c:v>
              </c:pt>
              <c:pt idx="117">
                <c:v>1663.4122441310831</c:v>
              </c:pt>
              <c:pt idx="118">
                <c:v>1737.7320014927202</c:v>
              </c:pt>
              <c:pt idx="119">
                <c:v>1815.3722985184024</c:v>
              </c:pt>
              <c:pt idx="120">
                <c:v>1896.4814939225776</c:v>
              </c:pt>
              <c:pt idx="121">
                <c:v>1981.2145749531253</c:v>
              </c:pt>
              <c:pt idx="122">
                <c:v>2069.7334535482332</c:v>
              </c:pt>
              <c:pt idx="123">
                <c:v>2162.2072757253231</c:v>
              </c:pt>
              <c:pt idx="124">
                <c:v>2258.8127447931633</c:v>
              </c:pt>
              <c:pt idx="125">
                <c:v>2359.7344590048428</c:v>
              </c:pt>
              <c:pt idx="126">
                <c:v>2465.1652642967356</c:v>
              </c:pt>
              <c:pt idx="127">
                <c:v>2575.3066227875606</c:v>
              </c:pt>
              <c:pt idx="128">
                <c:v>2690.3689977416252</c:v>
              </c:pt>
              <c:pt idx="129">
                <c:v>2810.572255731875</c:v>
              </c:pt>
              <c:pt idx="130">
                <c:v>2936.1460867712517</c:v>
              </c:pt>
              <c:pt idx="131">
                <c:v>3067.330443215104</c:v>
              </c:pt>
              <c:pt idx="132">
                <c:v>3204.3759982734027</c:v>
              </c:pt>
              <c:pt idx="133">
                <c:v>3347.5446250088244</c:v>
              </c:pt>
              <c:pt idx="134">
                <c:v>3497.1098967360831</c:v>
              </c:pt>
              <c:pt idx="135">
                <c:v>3653.3576097786017</c:v>
              </c:pt>
              <c:pt idx="136">
                <c:v>3816.5863295815361</c:v>
              </c:pt>
              <c:pt idx="137">
                <c:v>3987.1079612245749</c:v>
              </c:pt>
              <c:pt idx="138">
                <c:v>4165.2483454247958</c:v>
              </c:pt>
              <c:pt idx="139">
                <c:v>4351.3478811683499</c:v>
              </c:pt>
              <c:pt idx="140">
                <c:v>4545.7621761607716</c:v>
              </c:pt>
              <c:pt idx="141">
                <c:v>4748.8627263388553</c:v>
              </c:pt>
              <c:pt idx="142">
                <c:v>4961.0376257424541</c:v>
              </c:pt>
              <c:pt idx="143">
                <c:v>5182.6923081027726</c:v>
              </c:pt>
              <c:pt idx="144">
                <c:v>5414.2503215640872</c:v>
              </c:pt>
              <c:pt idx="145">
                <c:v>5656.1541380194085</c:v>
              </c:pt>
              <c:pt idx="146">
                <c:v>5908.8659986064431</c:v>
              </c:pt>
              <c:pt idx="147">
                <c:v>6172.8687969796547</c:v>
              </c:pt>
              <c:pt idx="148">
                <c:v>6448.6670020460097</c:v>
              </c:pt>
              <c:pt idx="149">
                <c:v>6736.7876219278278</c:v>
              </c:pt>
              <c:pt idx="150">
                <c:v>7037.7812109945644</c:v>
              </c:pt>
              <c:pt idx="151">
                <c:v>7352.2229218878429</c:v>
              </c:pt>
              <c:pt idx="152">
                <c:v>7680.7136045501047</c:v>
              </c:pt>
              <c:pt idx="153">
                <c:v>8023.8809543567586</c:v>
              </c:pt>
              <c:pt idx="154">
                <c:v>8382.3807115459113</c:v>
              </c:pt>
              <c:pt idx="155">
                <c:v>8756.8979142375192</c:v>
              </c:pt>
              <c:pt idx="156">
                <c:v>9148.1482074363375</c:v>
              </c:pt>
              <c:pt idx="157">
                <c:v>9556.8792105197826</c:v>
              </c:pt>
              <c:pt idx="158">
                <c:v>9983.8719458241376</c:v>
              </c:pt>
              <c:pt idx="159">
                <c:v>10429.942331058619</c:v>
              </c:pt>
              <c:pt idx="160">
                <c:v>10895.942738399061</c:v>
              </c:pt>
              <c:pt idx="161">
                <c:v>11382.763623240615</c:v>
              </c:pt>
              <c:pt idx="162">
                <c:v>11891.335225721512</c:v>
              </c:pt>
              <c:pt idx="163">
                <c:v>12422.629348269675</c:v>
              </c:pt>
              <c:pt idx="164">
                <c:v>12977.661212568144</c:v>
              </c:pt>
              <c:pt idx="165">
                <c:v>13557.491399488188</c:v>
              </c:pt>
              <c:pt idx="166">
                <c:v>14163.227875696921</c:v>
              </c:pt>
              <c:pt idx="167">
                <c:v>14796.028110811967</c:v>
              </c:pt>
              <c:pt idx="168">
                <c:v>15457.101289148435</c:v>
              </c:pt>
              <c:pt idx="169">
                <c:v>16147.71062028503</c:v>
              </c:pt>
              <c:pt idx="170">
                <c:v>16869.175752864019</c:v>
              </c:pt>
              <c:pt idx="171">
                <c:v>17622.875296237609</c:v>
              </c:pt>
              <c:pt idx="172">
                <c:v>18410.249454779383</c:v>
              </c:pt>
              <c:pt idx="173">
                <c:v>19232.802779894038</c:v>
              </c:pt>
              <c:pt idx="174">
                <c:v>20092.107044984725</c:v>
              </c:pt>
              <c:pt idx="175">
                <c:v>20989.804248871362</c:v>
              </c:pt>
              <c:pt idx="176">
                <c:v>21927.609753398814</c:v>
              </c:pt>
              <c:pt idx="177">
                <c:v>22907.315561230349</c:v>
              </c:pt>
              <c:pt idx="178">
                <c:v>23930.793740090605</c:v>
              </c:pt>
              <c:pt idx="179">
                <c:v>24999.999999999993</c:v>
              </c:pt>
            </c:numLit>
          </c:xVal>
          <c:yVal>
            <c:numLit>
              <c:formatCode>0</c:formatCode>
              <c:ptCount val="180"/>
              <c:pt idx="0">
                <c:v>-0.80216871919714217</c:v>
              </c:pt>
              <c:pt idx="1">
                <c:v>-0.83801154691971436</c:v>
              </c:pt>
              <c:pt idx="2">
                <c:v>-0.87545617159511524</c:v>
              </c:pt>
              <c:pt idx="3">
                <c:v>-0.91457421214771872</c:v>
              </c:pt>
              <c:pt idx="4">
                <c:v>-0.95544049466643499</c:v>
              </c:pt>
              <c:pt idx="5">
                <c:v>-0.99813319671969447</c:v>
              </c:pt>
              <c:pt idx="6">
                <c:v>-1.0427339982613431</c:v>
              </c:pt>
              <c:pt idx="7">
                <c:v>-1.0893282394419397</c:v>
              </c:pt>
              <c:pt idx="8">
                <c:v>-1.1380050856568071</c:v>
              </c:pt>
              <c:pt idx="9">
                <c:v>-1.1888577001801595</c:v>
              </c:pt>
              <c:pt idx="10">
                <c:v>-1.2419834247538788</c:v>
              </c:pt>
              <c:pt idx="11">
                <c:v>-1.2974839685201303</c:v>
              </c:pt>
              <c:pt idx="12">
                <c:v>-1.3554656057090868</c:v>
              </c:pt>
              <c:pt idx="13">
                <c:v>-1.4160393825168121</c:v>
              </c:pt>
              <c:pt idx="14">
                <c:v>-1.4793213336338693</c:v>
              </c:pt>
              <c:pt idx="15">
                <c:v>-1.5454327089128199</c:v>
              </c:pt>
              <c:pt idx="16">
                <c:v>-1.6145002106924828</c:v>
              </c:pt>
              <c:pt idx="17">
                <c:v>-1.6866562423290401</c:v>
              </c:pt>
              <c:pt idx="18">
                <c:v>-1.7620391685189267</c:v>
              </c:pt>
              <c:pt idx="19">
                <c:v>-1.8407935880363369</c:v>
              </c:pt>
              <c:pt idx="20">
                <c:v>-1.9230706195493035</c:v>
              </c:pt>
              <c:pt idx="21">
                <c:v>-2.0090282012232383</c:v>
              </c:pt>
              <c:pt idx="22">
                <c:v>-2.0988314048697481</c:v>
              </c:pt>
              <c:pt idx="23">
                <c:v>-2.1926527654520962</c:v>
              </c:pt>
              <c:pt idx="24">
                <c:v>-2.290672626817349</c:v>
              </c:pt>
              <c:pt idx="25">
                <c:v>-2.3930795045895903</c:v>
              </c:pt>
              <c:pt idx="26">
                <c:v>-2.500070467229337</c:v>
              </c:pt>
              <c:pt idx="27">
                <c:v>-2.6118515363421317</c:v>
              </c:pt>
              <c:pt idx="28">
                <c:v>-2.7286381074052</c:v>
              </c:pt>
              <c:pt idx="29">
                <c:v>-2.8506553921758018</c:v>
              </c:pt>
              <c:pt idx="30">
                <c:v>-2.9781388841498595</c:v>
              </c:pt>
              <c:pt idx="31">
                <c:v>-3.1113348485554244</c:v>
              </c:pt>
              <c:pt idx="32">
                <c:v>-3.2505008384944154</c:v>
              </c:pt>
              <c:pt idx="33">
                <c:v>-3.3959062389888564</c:v>
              </c:pt>
              <c:pt idx="34">
                <c:v>-3.5478328408467372</c:v>
              </c:pt>
              <c:pt idx="35">
                <c:v>-3.7065754464392202</c:v>
              </c:pt>
              <c:pt idx="36">
                <c:v>-3.8724425096776498</c:v>
              </c:pt>
              <c:pt idx="37">
                <c:v>-4.045756812697948</c:v>
              </c:pt>
              <c:pt idx="38">
                <c:v>-4.2268561820043047</c:v>
              </c:pt>
              <c:pt idx="39">
                <c:v>-4.4160942470967193</c:v>
              </c:pt>
              <c:pt idx="40">
                <c:v>-4.6138412449109802</c:v>
              </c:pt>
              <c:pt idx="41">
                <c:v>-4.8204848737394004</c:v>
              </c:pt>
              <c:pt idx="42">
                <c:v>-5.0364312006794272</c:v>
              </c:pt>
              <c:pt idx="43">
                <c:v>-5.262105627080615</c:v>
              </c:pt>
              <c:pt idx="44">
                <c:v>-5.4979539169324507</c:v>
              </c:pt>
              <c:pt idx="45">
                <c:v>-5.7444432936624121</c:v>
              </c:pt>
              <c:pt idx="46">
                <c:v>-6.0020636114009625</c:v>
              </c:pt>
              <c:pt idx="47">
                <c:v>-6.2713286074241665</c:v>
              </c:pt>
              <c:pt idx="48">
                <c:v>-6.5527772432128506</c:v>
              </c:pt>
              <c:pt idx="49">
                <c:v>-6.8469751423755314</c:v>
              </c:pt>
              <c:pt idx="50">
                <c:v>-7.1545161345797608</c:v>
              </c:pt>
              <c:pt idx="51">
                <c:v>-7.4760239156288577</c:v>
              </c:pt>
              <c:pt idx="52">
                <c:v>-7.8121538349173019</c:v>
              </c:pt>
              <c:pt idx="53">
                <c:v>-8.1635948227033435</c:v>
              </c:pt>
              <c:pt idx="54">
                <c:v>-8.5310714709594766</c:v>
              </c:pt>
              <c:pt idx="55">
                <c:v>-8.9153462830029984</c:v>
              </c:pt>
              <c:pt idx="56">
                <c:v>-9.317222108672663</c:v>
              </c:pt>
              <c:pt idx="57">
                <c:v>-9.737544783501793</c:v>
              </c:pt>
              <c:pt idx="58">
                <c:v>-10.177205992135361</c:v>
              </c:pt>
              <c:pt idx="59">
                <c:v>-10.637146378135034</c:v>
              </c:pt>
              <c:pt idx="60">
                <c:v>-11.118358924287714</c:v>
              </c:pt>
              <c:pt idx="61">
                <c:v>-11.621892629541836</c:v>
              </c:pt>
              <c:pt idx="62">
                <c:v>-12.148856510685709</c:v>
              </c:pt>
              <c:pt idx="63">
                <c:v>-12.700423958774081</c:v>
              </c:pt>
              <c:pt idx="64">
                <c:v>-13.277837481990449</c:v>
              </c:pt>
              <c:pt idx="65">
                <c:v>-13.882413867949277</c:v>
              </c:pt>
              <c:pt idx="66">
                <c:v>-14.515549799185433</c:v>
              </c:pt>
              <c:pt idx="67">
                <c:v>-15.178727955466858</c:v>
              </c:pt>
              <c:pt idx="68">
                <c:v>-15.873523635227105</c:v>
              </c:pt>
              <c:pt idx="69">
                <c:v>-16.601611925353165</c:v>
              </c:pt>
              <c:pt idx="70">
                <c:v>-17.36477544313485</c:v>
              </c:pt>
              <c:pt idx="71">
                <c:v>-18.164912665542214</c:v>
              </c:pt>
              <c:pt idx="72">
                <c:v>-19.004046848057957</c:v>
              </c:pt>
              <c:pt idx="73">
                <c:v>-19.884335516650506</c:v>
              </c:pt>
              <c:pt idx="74">
                <c:v>-20.808080490347265</c:v>
              </c:pt>
              <c:pt idx="75">
                <c:v>-21.777738355992312</c:v>
              </c:pt>
              <c:pt idx="76">
                <c:v>-22.795931268317162</c:v>
              </c:pt>
              <c:pt idx="77">
                <c:v>-23.865457883903943</c:v>
              </c:pt>
              <c:pt idx="78">
                <c:v>-24.989304152686508</c:v>
              </c:pt>
              <c:pt idx="79">
                <c:v>-26.170653580164064</c:v>
              </c:pt>
              <c:pt idx="80">
                <c:v>-27.412896431457803</c:v>
              </c:pt>
              <c:pt idx="81">
                <c:v>-28.71963716787716</c:v>
              </c:pt>
              <c:pt idx="82">
                <c:v>-30.094699180392517</c:v>
              </c:pt>
              <c:pt idx="83">
                <c:v>-31.542125604955089</c:v>
              </c:pt>
              <c:pt idx="84">
                <c:v>-33.066174665649946</c:v>
              </c:pt>
              <c:pt idx="85">
                <c:v>-34.671307589685128</c:v>
              </c:pt>
              <c:pt idx="86">
                <c:v>-36.362166675217068</c:v>
              </c:pt>
              <c:pt idx="87">
                <c:v>-38.143540580621639</c:v>
              </c:pt>
              <c:pt idx="88">
                <c:v>-40.020313369065882</c:v>
              </c:pt>
              <c:pt idx="89">
                <c:v>-41.997393335204265</c:v>
              </c:pt>
              <c:pt idx="90">
                <c:v>-44.079617244028704</c:v>
              </c:pt>
              <c:pt idx="91">
                <c:v>-46.271625450430669</c:v>
              </c:pt>
              <c:pt idx="92">
                <c:v>-48.577703618094013</c:v>
              </c:pt>
              <c:pt idx="93">
                <c:v>-51.001587647841703</c:v>
              </c:pt>
              <c:pt idx="94">
                <c:v>-53.546230231512247</c:v>
              </c:pt>
              <c:pt idx="95">
                <c:v>-56.213530450388376</c:v>
              </c:pt>
              <c:pt idx="96">
                <c:v>-59.0040322616168</c:v>
              </c:pt>
              <c:pt idx="97">
                <c:v>-61.91660361919223</c:v>
              </c:pt>
              <c:pt idx="98">
                <c:v>-64.948115101235743</c:v>
              </c:pt>
              <c:pt idx="99">
                <c:v>-68.093144534833556</c:v>
              </c:pt>
              <c:pt idx="100">
                <c:v>-71.343740918249964</c:v>
              </c:pt>
              <c:pt idx="101">
                <c:v>-74.689285090861205</c:v>
              </c:pt>
              <c:pt idx="102">
                <c:v>-78.116483982820313</c:v>
              </c:pt>
              <c:pt idx="103">
                <c:v>-81.609528081372346</c:v>
              </c:pt>
              <c:pt idx="104">
                <c:v>-85.150427249119815</c:v>
              </c:pt>
              <c:pt idx="105">
                <c:v>-88.719519297254166</c:v>
              </c:pt>
              <c:pt idx="106">
                <c:v>-92.296121932217744</c:v>
              </c:pt>
              <c:pt idx="107">
                <c:v>-95.859276670727212</c:v>
              </c:pt>
              <c:pt idx="108">
                <c:v>-99.388518230086447</c:v>
              </c:pt>
              <c:pt idx="109">
                <c:v>-102.86459859756752</c:v>
              </c:pt>
              <c:pt idx="110">
                <c:v>-106.27010260147775</c:v>
              </c:pt>
              <c:pt idx="111">
                <c:v>-109.58990934549732</c:v>
              </c:pt>
              <c:pt idx="112">
                <c:v>-112.81147693257427</c:v>
              </c:pt>
              <c:pt idx="113">
                <c:v>-115.92495125799506</c:v>
              </c:pt>
              <c:pt idx="114">
                <c:v>-118.92311884645353</c:v>
              </c:pt>
              <c:pt idx="115">
                <c:v>-121.80123615381581</c:v>
              </c:pt>
              <c:pt idx="116">
                <c:v>-124.55677294446508</c:v>
              </c:pt>
              <c:pt idx="117">
                <c:v>-127.18910640822908</c:v>
              </c:pt>
              <c:pt idx="118">
                <c:v>-129.69919756392446</c:v>
              </c:pt>
              <c:pt idx="119">
                <c:v>-132.08927429056476</c:v>
              </c:pt>
              <c:pt idx="120">
                <c:v>-134.36253774154451</c:v>
              </c:pt>
              <c:pt idx="121">
                <c:v>-136.52290206836417</c:v>
              </c:pt>
              <c:pt idx="122">
                <c:v>-138.57477188799297</c:v>
              </c:pt>
              <c:pt idx="123">
                <c:v>-140.52285792296212</c:v>
              </c:pt>
              <c:pt idx="124">
                <c:v>-142.37202860741627</c:v>
              </c:pt>
              <c:pt idx="125">
                <c:v>-144.12719393544015</c:v>
              </c:pt>
              <c:pt idx="126">
                <c:v>-145.79321714497928</c:v>
              </c:pt>
              <c:pt idx="127">
                <c:v>-147.37484971862315</c:v>
              </c:pt>
              <c:pt idx="128">
                <c:v>-148.87668542641637</c:v>
              </c:pt>
              <c:pt idx="129">
                <c:v>-150.30312957465648</c:v>
              </c:pt>
              <c:pt idx="130">
                <c:v>-151.65838014633783</c:v>
              </c:pt>
              <c:pt idx="131">
                <c:v>-152.94641805122609</c:v>
              </c:pt>
              <c:pt idx="132">
                <c:v>-154.17100420386186</c:v>
              </c:pt>
              <c:pt idx="133">
                <c:v>-155.33568159412815</c:v>
              </c:pt>
              <c:pt idx="134">
                <c:v>-156.44378089899664</c:v>
              </c:pt>
              <c:pt idx="135">
                <c:v>-157.49842850559429</c:v>
              </c:pt>
              <c:pt idx="136">
                <c:v>-158.50255607936634</c:v>
              </c:pt>
              <c:pt idx="137">
                <c:v>-159.45891102360147</c:v>
              </c:pt>
              <c:pt idx="138">
                <c:v>-160.37006734539997</c:v>
              </c:pt>
              <c:pt idx="139">
                <c:v>-161.23843657557563</c:v>
              </c:pt>
              <c:pt idx="140">
                <c:v>-162.06627849262156</c:v>
              </c:pt>
              <c:pt idx="141">
                <c:v>-162.85571147952936</c:v>
              </c:pt>
              <c:pt idx="142">
                <c:v>-163.60872240182496</c:v>
              </c:pt>
              <c:pt idx="143">
                <c:v>-164.32717593974314</c:v>
              </c:pt>
              <c:pt idx="144">
                <c:v>-165.01282334030415</c:v>
              </c:pt>
              <c:pt idx="145">
                <c:v>-165.66731057885096</c:v>
              </c:pt>
              <c:pt idx="146">
                <c:v>-166.2921859364611</c:v>
              </c:pt>
              <c:pt idx="147">
                <c:v>-166.88890701123992</c:v>
              </c:pt>
              <c:pt idx="148">
                <c:v>-167.45884718912862</c:v>
              </c:pt>
              <c:pt idx="149">
                <c:v>-168.00330160454249</c:v>
              </c:pt>
              <c:pt idx="150">
                <c:v>-168.52349262366667</c:v>
              </c:pt>
              <c:pt idx="151">
                <c:v>-169.02057488418436</c:v>
              </c:pt>
              <c:pt idx="152">
                <c:v>-169.49563992504656</c:v>
              </c:pt>
              <c:pt idx="153">
                <c:v>-169.94972043896169</c:v>
              </c:pt>
              <c:pt idx="154">
                <c:v>-170.38379417884363</c:v>
              </c:pt>
              <c:pt idx="155">
                <c:v>-170.79878754770422</c:v>
              </c:pt>
              <c:pt idx="156">
                <c:v>-171.19557889954351</c:v>
              </c:pt>
              <c:pt idx="157">
                <c:v>-171.57500157679152</c:v>
              </c:pt>
              <c:pt idx="158">
                <c:v>-171.9378467078507</c:v>
              </c:pt>
              <c:pt idx="159">
                <c:v>-172.28486578633573</c:v>
              </c:pt>
              <c:pt idx="160">
                <c:v>-172.61677305173652</c:v>
              </c:pt>
              <c:pt idx="161">
                <c:v>-172.93424768946417</c:v>
              </c:pt>
              <c:pt idx="162">
                <c:v>-173.23793586658977</c:v>
              </c:pt>
              <c:pt idx="163">
                <c:v>-173.52845261805584</c:v>
              </c:pt>
              <c:pt idx="164">
                <c:v>-173.80638359673361</c:v>
              </c:pt>
              <c:pt idx="165">
                <c:v>-174.07228669941063</c:v>
              </c:pt>
              <c:pt idx="166">
                <c:v>-174.32669357961973</c:v>
              </c:pt>
              <c:pt idx="167">
                <c:v>-174.57011105715418</c:v>
              </c:pt>
              <c:pt idx="168">
                <c:v>-174.80302243314935</c:v>
              </c:pt>
              <c:pt idx="169">
                <c:v>-175.02588871873974</c:v>
              </c:pt>
              <c:pt idx="170">
                <c:v>-175.23914978451532</c:v>
              </c:pt>
              <c:pt idx="171">
                <c:v>-175.44322543729564</c:v>
              </c:pt>
              <c:pt idx="172">
                <c:v>-175.6385164301042</c:v>
              </c:pt>
              <c:pt idx="173">
                <c:v>-175.82540541065705</c:v>
              </c:pt>
              <c:pt idx="174">
                <c:v>-176.00425781316889</c:v>
              </c:pt>
              <c:pt idx="175">
                <c:v>-176.17542269782271</c:v>
              </c:pt>
              <c:pt idx="176">
                <c:v>-176.33923354183656</c:v>
              </c:pt>
              <c:pt idx="177">
                <c:v>-176.49600898569724</c:v>
              </c:pt>
              <c:pt idx="178">
                <c:v>-176.64605353779854</c:v>
              </c:pt>
              <c:pt idx="179">
                <c:v>-176.78965824042851</c:v>
              </c:pt>
            </c:numLit>
          </c:yVal>
          <c:smooth val="1"/>
          <c:extLst>
            <c:ext xmlns:c16="http://schemas.microsoft.com/office/drawing/2014/chart" uri="{C3380CC4-5D6E-409C-BE32-E72D297353CC}">
              <c16:uniqueId val="{00000000-9979-4FCA-AAF7-7AED4206FB28}"/>
            </c:ext>
          </c:extLst>
        </c:ser>
        <c:ser>
          <c:idx val="1"/>
          <c:order val="1"/>
          <c:tx>
            <c:v>Simulink measurements</c:v>
          </c:tx>
          <c:spPr>
            <a:ln w="0">
              <a:noFill/>
              <a:prstDash val="solid"/>
            </a:ln>
          </c:spPr>
          <c:marker>
            <c:symbol val="circle"/>
            <c:size val="8"/>
            <c:spPr>
              <a:solidFill>
                <a:srgbClr val="CE681D"/>
              </a:solidFill>
            </c:spPr>
          </c:marker>
          <c:xVal>
            <c:numLit>
              <c:formatCode>General</c:formatCode>
              <c:ptCount val="3"/>
              <c:pt idx="0">
                <c:v>100</c:v>
              </c:pt>
              <c:pt idx="1">
                <c:v>1000</c:v>
              </c:pt>
              <c:pt idx="2">
                <c:v>5000</c:v>
              </c:pt>
            </c:numLit>
          </c:xVal>
          <c:yVal>
            <c:numLit>
              <c:formatCode>0</c:formatCode>
              <c:ptCount val="3"/>
              <c:pt idx="0">
                <c:v>-8.0490617016731942</c:v>
              </c:pt>
              <c:pt idx="1">
                <c:v>-89.99999999976572</c:v>
              </c:pt>
              <c:pt idx="2">
                <c:v>-163.73979526449358</c:v>
              </c:pt>
            </c:numLit>
          </c:yVal>
          <c:smooth val="1"/>
          <c:extLst>
            <c:ext xmlns:c16="http://schemas.microsoft.com/office/drawing/2014/chart" uri="{C3380CC4-5D6E-409C-BE32-E72D297353CC}">
              <c16:uniqueId val="{00000001-9979-4FCA-AAF7-7AED4206FB28}"/>
            </c:ext>
          </c:extLst>
        </c:ser>
        <c:dLbls>
          <c:showLegendKey val="0"/>
          <c:showVal val="0"/>
          <c:showCatName val="0"/>
          <c:showSerName val="0"/>
          <c:showPercent val="0"/>
          <c:showBubbleSize val="0"/>
        </c:dLbls>
        <c:axId val="48650112"/>
        <c:axId val="48672768"/>
      </c:scatterChart>
      <c:valAx>
        <c:axId val="48672768"/>
        <c:scaling>
          <c:orientation val="minMax"/>
          <c:max val="0"/>
          <c:min val="-180"/>
        </c:scaling>
        <c:delete val="0"/>
        <c:axPos val="l"/>
        <c:majorGridlines>
          <c:spPr>
            <a:ln w="9525">
              <a:solidFill>
                <a:srgbClr val="DFE6EE"/>
              </a:solidFill>
              <a:prstDash val="solid"/>
            </a:ln>
          </c:spPr>
        </c:majorGridlines>
        <c:title>
          <c:tx>
            <c:rich>
              <a:bodyPr/>
              <a:lstStyle/>
              <a:p>
                <a:r>
                  <a:rPr sz="1650">
                    <a:solidFill>
                      <a:srgbClr val="172F46"/>
                    </a:solidFill>
                    <a:latin typeface="Arial"/>
                    <a:ea typeface="Arial"/>
                    <a:cs typeface="Arial"/>
                  </a:rPr>
                  <a:t>Phase (deg)</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650">
                <a:solidFill>
                  <a:srgbClr val="172F46"/>
                </a:solidFill>
                <a:latin typeface="Arial"/>
                <a:ea typeface="Arial"/>
                <a:cs typeface="Arial"/>
              </a:defRPr>
            </a:pPr>
            <a:endParaRPr lang="zh-CN"/>
          </a:p>
        </c:txPr>
        <c:crossAx val="48650112"/>
        <c:crosses val="autoZero"/>
        <c:crossBetween val="midCat"/>
        <c:majorUnit val="45"/>
      </c:valAx>
      <c:valAx>
        <c:axId val="48650112"/>
        <c:scaling>
          <c:logBase val="10"/>
          <c:orientation val="minMax"/>
          <c:max val="25000"/>
          <c:min val="10"/>
        </c:scaling>
        <c:delete val="0"/>
        <c:axPos val="b"/>
        <c:majorGridlines>
          <c:spPr>
            <a:ln w="9525">
              <a:solidFill>
                <a:srgbClr val="DFE6EE"/>
              </a:solidFill>
              <a:prstDash val="solid"/>
            </a:ln>
          </c:spPr>
        </c:majorGridlines>
        <c:title>
          <c:tx>
            <c:rich>
              <a:bodyPr/>
              <a:lstStyle/>
              <a:p>
                <a:r>
                  <a:rPr sz="1650">
                    <a:solidFill>
                      <a:srgbClr val="172F46"/>
                    </a:solidFill>
                    <a:latin typeface="Arial"/>
                    <a:ea typeface="Arial"/>
                    <a:cs typeface="Arial"/>
                  </a:rPr>
                  <a:t>Frequency (Hz, logarithmic)</a:t>
                </a:r>
              </a:p>
            </c:rich>
          </c:tx>
          <c:overlay val="0"/>
        </c:title>
        <c:numFmt formatCode="General" sourceLinked="1"/>
        <c:majorTickMark val="none"/>
        <c:minorTickMark val="none"/>
        <c:tickLblPos val="low"/>
        <c:spPr>
          <a:ln w="9525">
            <a:solidFill>
              <a:srgbClr val="D4D4D4"/>
            </a:solidFill>
            <a:prstDash val="solid"/>
          </a:ln>
        </c:spPr>
        <c:txPr>
          <a:bodyPr anchorCtr="1"/>
          <a:lstStyle/>
          <a:p>
            <a:pPr>
              <a:defRPr sz="1650">
                <a:solidFill>
                  <a:srgbClr val="172F46"/>
                </a:solidFill>
                <a:latin typeface="Arial"/>
                <a:ea typeface="Arial"/>
                <a:cs typeface="Arial"/>
              </a:defRPr>
            </a:pPr>
            <a:endParaRPr lang="zh-CN"/>
          </a:p>
        </c:txPr>
        <c:crossAx val="48672768"/>
        <c:crosses val="autoZero"/>
        <c:crossBetween val="midCat"/>
      </c:valAx>
      <c:spPr>
        <a:solidFill>
          <a:srgbClr val="FFFFFF"/>
        </a:solidFill>
      </c:spPr>
    </c:plotArea>
    <c:legend>
      <c:legendPos val="b"/>
      <c:overlay val="0"/>
      <c:txPr>
        <a:bodyPr anchorCtr="1"/>
        <a:lstStyle/>
        <a:p>
          <a:pPr>
            <a:defRPr sz="1650">
              <a:solidFill>
                <a:srgbClr val="172F46"/>
              </a:solidFill>
              <a:latin typeface="Arial"/>
              <a:ea typeface="Arial"/>
              <a:cs typeface="Arial"/>
            </a:defRPr>
          </a:pPr>
          <a:endParaRPr lang="zh-CN"/>
        </a:p>
      </c:txPr>
    </c:legend>
    <c:plotVisOnly val="1"/>
    <c:dispBlanksAs val="zero"/>
    <c:showDLblsOverMax val="1"/>
  </c:chart>
  <c:spPr>
    <a:solidFill>
      <a:srgbClr val="FFFFFF"/>
    </a:solidFill>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session covers the design workflow and the construction of an editable second-order Simulink model. Students will replace the demonstration parameters with parameters from a traceable literature source. The tutorial uses the same assumed parameters as the locally verified Simulink experiment.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a design record at each stage. Specifications motivate parameter selection. The mechanical model predicts relative motion. A transduction and readout model can extend the mechanical output to voltage. This tutorial implements the mechanical stage and checks the response.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natural frequency is a model parameter. A usable measurement bandwidth also needs an accuracy criterion. A specified acceleration range needs structural clearance and linearity checks before it can be claimed for a device. We model displacement only; electrical sensitivity and resolution need further transduction, readout and noise models.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students to cite the paper and identify where every adopted value appears. Parameters should correspond to the same mechanical coordinate and mode. Do not mix a damped resonance peak with the undamped natural frequency without checking the definition. An assumed damping ratio must be stated clearly. COMSOL is optional and is not taught in this session.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 y be the casing position and z the proof-mass position in an inertial frame. Define x = y - z and a = d^2y/dt^2. Substitution into the proof-mass force balance gives m*xddot + b*xdot + k*x = m*a. This coordinate choice matches the positive numerator used in the supplied model. Choosing x = z - y changes the input sign. Initial displacement and velocity are zero.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assumed teaching values, not a reported physical device. Select m, fn and zeta first, then compute k and b. The static sensitivity follows directly from m/k. The plus or minus 2g example only specifies the illustrative input range of the linear model and does not prove mechanical range or linearity.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numerical values are from the actual local Simulink runs saved with this course workspace. A step checks steady-state sensitivity and transients. Sine inputs check gain and phase. Comparing two realizations catches equation-to-block mapping mistakes. The reference settling time is measured from the input step, using the final exit from the plus or minus two-percent band.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Students can search for each named block in the Library Browser or use quick insert. The complete model contains 17 blocks. Four Gain blocks provide two mechanical feedback coefficients and two displacement unit conversions. Three To Workspace blocks store acceleration and both displacement outputs.</a:t>
            </a:r>
          </a:p>
          <a:p>
            <a:endParaRPr/>
          </a:p>
          <a:p>
            <a:r>
              <a:t>Sources:</a:t>
            </a:r>
          </a:p>
          <a:p>
            <a:r>
              <a:t>https://www.mathworks.com/help/simulink/ug/add-blocks-to-models.html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the Simulink start page using the MATLAB Home tab or the command shown. Choose Blank Model, save the model with the specified name, and search for blocks by double-clicking the canvas. The block name matters because quick insert can return similarly named blocks from other libraries.</a:t>
            </a:r>
          </a:p>
          <a:p>
            <a:endParaRPr/>
          </a:p>
          <a:p>
            <a:r>
              <a:t>Sources:</a:t>
            </a:r>
          </a:p>
          <a:p>
            <a:r>
              <a:t>https://www.mathworks.com/help/simulink/gs/create-a-simple-model.html</a:t>
            </a:r>
          </a:p>
          <a:p>
            <a:r>
              <a:t>https://www.mathworks.com/help/simulink/ug/add-blocks-to-models.html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Model Explorer, for example by entering daexplr in the MATLAB command window while the model is open. Select this model and its Model Workspace. Use its properties to choose MATLAB Code as the data source, paste the definitions, and click Reinitialize from Source. Save the model. Keeping the initialization code in the model allows the derived parameters to be recomputed together. Parameter names on the right are used as block expressions in later slides.</a:t>
            </a:r>
          </a:p>
          <a:p>
            <a:endParaRPr/>
          </a:p>
          <a:p>
            <a:r>
              <a:t>Sources:</a:t>
            </a:r>
          </a:p>
          <a:p>
            <a:r>
              <a:t>https://www.mathworks.com/help/simulink/ug/specify-source-for-data-in-model-workspace.html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model uses continuous-time Integrator and Transfer Fcn blocks. Open Model Settings using Ctrl+E. In the Solver pane, select fixed-step ode4 and set the step to one microsecond. Use 30 milliseconds for the first step experiment. The fixed-step size controls numerical integration and is different from a source block sample time. These settings match the verified local experiment.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Add Step from Sources and enter the listed values. The output is acceleration in SI units. input_g is the amplitude in g, and multiplying by g0 converts it to m/s^2. The step occurs at five milliseconds. The screenshot is an actual model-diagram export from local Simulink.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Add the continuous Transfer Fcn block and connect Step to its input. The acceleration-to-displacement transfer function has a normalized denominator and numerator one. If the input were force, the transfer function would instead use denominator m*s^2+b*s+k. Do not combine a force-input denominator with an acceleration input without including the mass factor.</a:t>
            </a:r>
          </a:p>
          <a:p>
            <a:endParaRPr/>
          </a:p>
          <a:p>
            <a:r>
              <a:t>Sources:</a:t>
            </a:r>
          </a:p>
          <a:p>
            <a:r>
              <a:t>https://www.mathworks.com/help/simulink/slref/transferfcn.html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Add Gain and Scope, then connect Transfer Fcn to Gain and Gain to Scope. A gain of one million converts meters into micrometers for display. The mechanical equation and transfer function still operate in SI units. Rename the unit-conversion block clearly so students do not confuse it with physical sensor gain.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the minimal model, open Scope and use autoscale if needed. The example curve comes from the completed local experiment, with the same transfer-function branch. The two traces overlap because the other realization is mathematically equivalent. After the step at five milliseconds, the final displacement should be 0.2484 micrometers. Pause here and check students can explain why the final value equals g0*m/k.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a second branch from the same acceleration signal. Add Sum and two continuous Integrator blocks. Set the Sum list of signs to +-- and both initial conditions to zero. Sum outputs xddot; the first integrator outputs xdot; the second outputs x. The two negative inputs will be connected on the next slides. This partial model is not ready to run yet.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Branch the signal between the two integrators. Add Gain with value b/m, orient it to fit the return path, and connect its output to a negative Sum port. The negative sign is in the Sum block, so the Gain value stays positive. This return path implements the damping term. The stiffness port is still unconnected.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Branch the displacement signal after the second integrator. Add Gain k/m and return it to the remaining negative Sum port. With both feedback terms in place, the acceleration equation is complete. Again, the sign is supplied by the Sum port rather than a negative Gain value.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Step signal drives both mechanical realizations. Keep one Gain of one million on the transfer-function output and add another on the second integrator output. Add Mux with two inputs, connect these converted signals to its two data ports, and connect Mux to the existing Scope. The screenshot shows the complete mechanical comparison before sine selection and logging are added.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Simulink Sources Sine Wave block with time-based behavior and simulation time as the source. Set the amplitude in SI acceleration units and frequency in radians per second. freq_hz remains a convenient user variable in hertz. The diagram export shows the source connected to an input log for clarity.</a:t>
            </a:r>
          </a:p>
          <a:p>
            <a:endParaRPr/>
          </a:p>
          <a:p>
            <a:r>
              <a:t>Sources:</a:t>
            </a:r>
          </a:p>
          <a:p>
            <a:r>
              <a:t>https://www.mathworks.com/help/simulink/slref/sinewave.html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Add Constant and Switch. Set Constant to input_mode, the Switch criterion to u2 &gt;= Threshold, and the threshold to 0.5. The top data port receives sine, the middle port receives the constant control, and the bottom data port receives step. Replace the old direct Step connection so Switch output feeds both mechanical branches. Keep input_mode numeric, as in the initialization code.</a:t>
            </a:r>
          </a:p>
          <a:p>
            <a:endParaRPr/>
          </a:p>
          <a:p>
            <a:r>
              <a:t>Sources:</a:t>
            </a:r>
          </a:p>
          <a:p>
            <a:r>
              <a:t>https://www.mathworks.com/help/simulink/slref/switch.html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Add three To Workspace blocks and branch the indicated signals into them. Use unique variable names, Timeseries format, decimation one and no limit on the number of saved data points. Keep the logs before the micrometer conversion, so the displacement arrays remain in SI units. Enable Single simulation output in Model Settings, Data Import/Export. With an output object named out, use the three listed fields to access the logged data.</a:t>
            </a:r>
          </a:p>
          <a:p>
            <a:endParaRPr/>
          </a:p>
          <a:p>
            <a:r>
              <a:t>Sources:</a:t>
            </a:r>
          </a:p>
          <a:p>
            <a:r>
              <a:t>https://www.mathworks.com/help/simulink/slref/toworkspace.html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original screenshot supplied by the instructor. Preserve it as the reference overview. Students should identify the shared input, the transfer-function branch, the two integrators and the two feedback gains, then identify the unit-conversion Gains and data logging blocks. The coordinate convention is shown in the screenshot.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with the step input and confirm both displacement traces coincide. The listed step checks are from the actual local baseline run. For the 100-hertz sine, use at least 80 milliseconds so the first few cycles do not dominate the measurement; inspect the last three cycles. For one and five kilohertz, 30 milliseconds is sufficient for the chosen model. Change only the appropriate Model Workspace variables and save.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while students debug their own models. An undefined expression often indicates a variable is not in the model workspace or the initialization code has not run. A rising or unstable response may be a feedback sign mistake. A unit mistake can create a million-fold scale error. Model Workspace variables can hide changes made to identically named variables in the base workspace.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input jumps from zero to 1g at t = 5 ms. Both displacement signals below are saved outputs of actual local Simulink runs. The traces overlap. Their agreement checks the mapping between the normalized transfer function and the two-integrator equation. Source: simulation_results.mat and sine_validation.csv from the verified local MATLAB R2024b / Simulink 24.2 run. Assumed teaching parameters, not a measured device.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final displacement is obtained from the saved baseline output. The overshoot prediction uses exp(-pi*zeta/sqrt(1-zeta^2)). The measured 2-percent settling time is the time after the step when the output finally remains within the tolerance band. The expression 4/(zeta*wn) is only a common approximation. The difference between the two realizations is at floating-point precision. Source: simulation_results.mat and sine_validation.csv from the verified local MATLAB R2024b / Simulink 24.2 run. Assumed teaching parameters, not a measured device.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Mass and stiffness remain fixed. Damping is recalculated using b = 2*zeta*m*wn for each chosen ratio. All traces are actual local Simulink output. Normalization uses the common steady-state displacement at 1g. A small damping ratio produces strong ringing. The overdamped case rises more slowly without overshoot. Source: simulation_results.mat and sine_validation.csv from the verified local MATLAB R2024b / Simulink 24.2 run. Assumed teaching parameters, not a measured device.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frequency curves are evaluated analytically from the same parameter sets. They are not a new broadband Simulink sweep. Frequency is logarithmic and gain is normalized to DC. The small-damping peak is near 990 Hz for zeta = 0.1, rather than exactly at the undamped natural frequency. A clearly visible peak is not required for zeta = 0.7. Source: simulation_results.mat and sine_validation.csv from the verified local MATLAB R2024b / Simulink 24.2 run. Assumed teaching parameters, not a measured device.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Input amplitude is 1g. This plot uses the final three steady-state cycles from the original Simulink run. The input is divided by 1g and displacement is divided by the static displacement at 1g. Therefore the relative output amplitude directly gives the transfer-function gain normalized to DC. Amplitude and phase were estimated by sine/cosine least-squares fitting. Source: simulation_results.mat and sine_validation.csv from the verified local MATLAB R2024b / Simulink 24.2 run. Assumed teaching parameters, not a measured device.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Input amplitude is 1g. This plot uses the final three steady-state cycles from the original Simulink run. The input is divided by 1g and displacement is divided by the static displacement at 1g. Therefore the relative output amplitude directly gives the transfer-function gain normalized to DC. Amplitude and phase were estimated by sine/cosine least-squares fitting. Source: simulation_results.mat and sine_validation.csv from the verified local MATLAB R2024b / Simulink 24.2 run. Assumed teaching parameters, not a measured device.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Input amplitude is 1g. This plot uses the final three steady-state cycles from the original Simulink run. The input is divided by 1g and displacement is divided by the static displacement at 1g. Therefore the relative output amplitude directly gives the transfer-function gain normalized to DC. Amplitude and phase were estimated by sine/cosine least-squares fitting. Source: simulation_results.mat and sine_validation.csv from the verified local MATLAB R2024b / Simulink 24.2 run. Assumed teaching parameters, not a measured device.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table compares the analytic transfer function against estimates extracted from the actual Simulink sine outputs. The output gain is normalized to DC and phase is in degrees. Agreement is shown at the displayed precision. In the original validation script all three frequencies met a relative gain tolerance of 1e-5 and a phase tolerance of 0.01 degree. Source: simulation_results.mat and sine_validation.csv from the verified local MATLAB R2024b / Simulink 24.2 run. Assumed teaching parameters, not a measured device.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blue curve is the normalized analytic transfer function. Orange points are gain measurements extracted from the three actual Simulink sine runs. The dashed horizontal line is the half-power amplitude level 1/sqrt(2), which is -3.0103 dB. Its crossing is about 1010.05 Hz. The source data for both the analytic line and the measured points remain editable in the presentation. Source: simulation_results.mat and sine_validation.csv from the verified local MATLAB R2024b / Simulink 24.2 run. Assumed teaching parameters, not a measured device.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analytic model predicts increasing phase lag as frequency rises. At the undamped natural frequency, this normalized second-order transfer function has -90-degree phase. At high frequency the lag approaches -180 degrees. Orange points are fitted phase values from actual Simulink sine runs. Frequency is on a logarithmic scale. Source: simulation_results.mat and sine_validation.csv from the verified local MATLAB R2024b / Simulink 24.2 run. Assumed teaching parameters, not a measured device.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mechanical sensitivity is m/k and has displacement-per-acceleration units. Multiply by g0 and convert to micrometers for the listed value. The example 2g displacement is a linear-model prediction rather than a proof of available travel. Half-power bandwidth is an amplitude criterion. An example amplitude-error requirement of one percent gives a much smaller frequency range, about 404.8 Hz for this model. This latter estimate uses the analytical magnitude response only and imposes no phase constraint. Source: simulation_results.mat and sine_validation.csv from the verified local MATLAB R2024b / Simulink 24.2 run. Assumed teaching parameters, not a measured device.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assumed data establish a reproducible reference experiment. Students should explain how their literature parameter set changes the response and why. Ask them to include input conditions, plots with units, numerical metrics and comparison with theory. Readout noise and mechanical nonlinearity are not covered by the current linear model. Their report should state the scope of any additional claims.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Course policy specified by the instructor: AI is optional because the university does not provide free AI access. Excellent AI-free work can receive 100/100. Encourage responsible AI assistance while applying the same academic standards to all reports. There is no score bonus simply for using AI. Assessment remains report-only.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Course policy specified by the instructor. AI-assisted submissions must meet technical responsibility and verification requirements, include a concise AI assistance and verification record covering two or three important contributions or decisions, and disclose every agent/tool plus the model provider and exact displayed model/version. Missing or false disclosure and failure to meet these conditions constitute improper AI use in this course. Ordinary technical mistakes should be distinguished from fabricated evidence or false claims of verification. No oral examination or extra submission is introduced.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Students submit only the report. Add a short AI use and verification subsection when AI has been used. Every agent or tool must be identified separately, even if several tools use the same model. Record the provider and exact model/version label shown by the tool, rather than guessing the backend. If the model identity is hidden, seek clarification from the instructor before using that tool for assessed work. An AI-free report needs no AI decision log; a brief No AI tools were used statement is sufficient. Correct AI recommendations can be adopted after verification. Do not require fabricated errors or complete chat histories.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Instructor-approved course policy. The core experiment is marked out of 100 and excellent work without AI can earn 100/100. Additional work can earn up to 10 bonus points. No AI use throughout the assessed work, including the core experiment, report and extension, qualifies for the COMSOL route. Any AI use places the student on the reusable skill route. COMSOL modeling alone earns no bonus for AI-assisted work. The routes are optional and mutually exclusive. A COMSOL automation skill can qualify on the skill route when the submission meets the skill requirements. Report-only assessment continues.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independent optional work, not a COMSOL tutorial. The entire assessed submission must be prepared without AI for this bonus route. A small, physically meaningful structure is sufficient. The report should state geometry and sources, materials, constraints and loads, studies and mesh settings. Show displacement or relevant mode-shape results, mesh refinement and an independent analytical or cited comparison. Explain which structural parameters are extracted and how they enter the same coordinate and mode of the Simulink model. State assumptions for damping; an undamped eigenfrequency alone does not determine damping. Include a teacher-accessible link to the COMSOL model and its reported version in the report.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narrowly scoped function is enough. Students organize their technical understanding into a reusable agent workflow. The Agent Skills specification defines a skill directory with a required SKILL.md containing name, description and instructions. Supporting scripts, references and assets are optional. For this course, require explicit inputs and outputs, technical sources, steps, verification and limitations. AI may assist skill authoring. Students may adapt an existing open-source skill with attribution and a clear explanation of their improvements. A generic prompt or paper collection needs an actionable workflow and output checks to qualify. Do not require a complete device design or universal agent compatibility.</a:t>
            </a:r>
          </a:p>
          <a:p>
            <a:endParaRPr/>
          </a:p>
          <a:p>
            <a:r>
              <a:t>Sources:</a:t>
            </a:r>
          </a:p>
          <a:p>
            <a:r>
              <a:t>https://agentskills.io/specification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Examples are course project suggestions, not requirements to implement every function. Each student selects one small function or proposes a similar one. A Simulink skill may use supported scripting rather than GUI control. Literature extraction must record provenance and missing values. Parameter conversion must preserve units and physical definitions. Response metrics must state their definitions. Bode plots include magnitude and phase with clear units and conventions. A capacitive conversion skill should specify its ideal geometry and validity range. A COMSOL result-processing or automation skill is also acceptable on the AI route if it is packaged, tested and evaluated as a reusable skill.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Require at least three actual test cases: basic operation, changed input and a boundary case. A boundary case can use naturally missing data or a value outside the stated scope; no artificial AI error is required. For every case, report input, expected result and its basis, actual result and conclusion. Use an independent analytical calculation, hand calculation, cited reference or independent software output as appropriate. Specify acceptance criteria and numerical tolerances appropriate to the task. Instructors will test the version linked in the report in the documented environment and may change an input within the stated scope. Full chat histories and oral demonstrations are not required.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eligible routes have a maximum of 10 bonus points. COMSOL rubric: correct model and physical assumptions 3; mesh refinement and independent validation 3; consistent parameter extraction and Simulink connection 2; clear report and reproducible model 2. Skill rubric: useful correct function 3; testing with independent evidence 3; clear usage and reproducibility 2; student contribution and stated limitations 2. Only one route applies based on actual AI use across assessed work. Encourage open-source skills, but public release is optional and a link itself earns no marks. Report the repository URL and tested commit or release, setup, agent/model/software versions, test records, sources, improvements and limits. A teacher-accessible private repository or download link is acceptable. Public releases should include README and license. Cite papers rather than redistributing full texts without permission. Assessment remains report-only.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for your attention. Questions and ideas are welcome. Pixel illustration generated with the built-in image_gen tool for this closing slide. It is a decorative course recap, not a quantitative simulation result. Asset: classroom/assets/imel7011-closing-pixel.png.</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77656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0A2D573-40C2-4DFE-9D5B-8CE90A022488}"/>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F05ECBDE-715C-4816-B86C-7DC813F8BEE3}"/>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0FE293C-49FB-49C1-86FE-CCF63190EE2F}"/>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57076E1-5DD3-4E21-9EA3-75B359F7B1E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3F9D57BD-4C20-4CB3-AA4E-B8C6F3203A2E}"/>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A3CC55CC-4E3C-4379-8C7F-038BE7AD947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2297B93-7EF9-4736-BAF7-8CCE8E10F62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1B3D1CF1-5AE7-4F87-AA8D-101D90234CA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A411F17-A489-4D1C-A4D3-6E09C20208A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3C9C1264-592D-4A76-B765-014385A4A85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chart" Target="../charts/char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MEMS Accelerometer Lab">
            <a:extLst>
              <a:ext uri="{FF2B5EF4-FFF2-40B4-BE49-F238E27FC236}">
                <a16:creationId xmlns:a16="http://schemas.microsoft.com/office/drawing/2014/main" id="{3ABEFFC4-B6C5-4415-BB43-CEAF2D0F789F}"/>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lang="en-US" sz="3225" b="1" dirty="0">
                <a:solidFill>
                  <a:srgbClr val="245B9B"/>
                </a:solidFill>
                <a:latin typeface="Arial"/>
                <a:ea typeface="Arial"/>
                <a:cs typeface="Arial"/>
              </a:rPr>
              <a:t>IMEL7011</a:t>
            </a:r>
            <a:endParaRPr sz="3225" b="1" dirty="0">
              <a:solidFill>
                <a:srgbClr val="245B9B"/>
              </a:solidFill>
              <a:latin typeface="Arial"/>
              <a:ea typeface="Arial"/>
              <a:cs typeface="Arial"/>
            </a:endParaRPr>
          </a:p>
        </p:txBody>
      </p:sp>
      <p:sp>
        <p:nvSpPr>
          <p:cNvPr id="2" name="01">
            <a:extLst>
              <a:ext uri="{FF2B5EF4-FFF2-40B4-BE49-F238E27FC236}">
                <a16:creationId xmlns:a16="http://schemas.microsoft.com/office/drawing/2014/main" id="{D8ECE965-B125-46FC-AFE1-82E0D5668F60}"/>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01</a:t>
            </a:r>
          </a:p>
        </p:txBody>
      </p:sp>
      <p:sp>
        <p:nvSpPr>
          <p:cNvPr id="3" name="Design, simulation and results">
            <a:extLst>
              <a:ext uri="{FF2B5EF4-FFF2-40B4-BE49-F238E27FC236}">
                <a16:creationId xmlns:a16="http://schemas.microsoft.com/office/drawing/2014/main" id="{722F356A-9BA0-4DF8-8A14-1A821C9C0230}"/>
              </a:ext>
            </a:extLst>
          </p:cNvPr>
          <p:cNvSpPr>
            <a:spLocks noGrp="1"/>
          </p:cNvSpPr>
          <p:nvPr/>
        </p:nvSpPr>
        <p:spPr>
          <a:xfrm>
            <a:off x="571500" y="1457325"/>
            <a:ext cx="10953750" cy="762000"/>
          </a:xfrm>
          <a:prstGeom prst="rect">
            <a:avLst/>
          </a:prstGeom>
          <a:noFill/>
          <a:ln w="0">
            <a:noFill/>
          </a:ln>
        </p:spPr>
        <p:txBody>
          <a:bodyPr wrap="square" lIns="0" tIns="0" rIns="0" bIns="0" anchor="t">
            <a:noAutofit/>
          </a:bodyPr>
          <a:lstStyle>
            <a:defPPr>
              <a:defRPr sz="3300" b="0">
                <a:solidFill>
                  <a:srgbClr val="172F46"/>
                </a:solidFill>
                <a:latin typeface="Arial"/>
                <a:ea typeface="Arial"/>
                <a:cs typeface="Arial"/>
              </a:defRPr>
            </a:defPPr>
          </a:lstStyle>
          <a:p>
            <a:pPr>
              <a:defRPr sz="3300" b="0">
                <a:solidFill>
                  <a:srgbClr val="172F46"/>
                </a:solidFill>
                <a:latin typeface="Arial"/>
                <a:ea typeface="Arial"/>
                <a:cs typeface="Arial"/>
              </a:defRPr>
            </a:pPr>
            <a:r>
              <a:rPr sz="3300" b="0">
                <a:solidFill>
                  <a:srgbClr val="172F46"/>
                </a:solidFill>
                <a:latin typeface="Arial"/>
                <a:ea typeface="Arial"/>
                <a:cs typeface="Arial"/>
              </a:rPr>
              <a:t>Design, simulation and results</a:t>
            </a:r>
          </a:p>
        </p:txBody>
      </p:sp>
      <p:sp>
        <p:nvSpPr>
          <p:cNvPr id="4" name="A second-order mechanical model&#10;Two equivalent Simulink">
            <a:extLst>
              <a:ext uri="{FF2B5EF4-FFF2-40B4-BE49-F238E27FC236}">
                <a16:creationId xmlns:a16="http://schemas.microsoft.com/office/drawing/2014/main" id="{6996A967-F816-44C6-9ACA-AA588D839321}"/>
              </a:ext>
            </a:extLst>
          </p:cNvPr>
          <p:cNvSpPr>
            <a:spLocks noGrp="1"/>
          </p:cNvSpPr>
          <p:nvPr/>
        </p:nvSpPr>
        <p:spPr>
          <a:xfrm>
            <a:off x="571500" y="2676525"/>
            <a:ext cx="10477500" cy="1047750"/>
          </a:xfrm>
          <a:prstGeom prst="rect">
            <a:avLst/>
          </a:prstGeom>
          <a:noFill/>
          <a:ln w="0">
            <a:noFill/>
          </a:ln>
        </p:spPr>
        <p:txBody>
          <a:bodyPr wrap="square" lIns="0" tIns="0" rIns="0" bIns="0" anchor="t">
            <a:noAutofit/>
          </a:bodyPr>
          <a:lstStyle>
            <a:defPPr>
              <a:defRPr sz="2325" b="0">
                <a:solidFill>
                  <a:srgbClr val="4A5968"/>
                </a:solidFill>
                <a:latin typeface="Arial"/>
                <a:ea typeface="Arial"/>
                <a:cs typeface="Arial"/>
              </a:defRPr>
            </a:defPPr>
          </a:lstStyle>
          <a:p>
            <a:pPr>
              <a:defRPr sz="2325" b="0">
                <a:solidFill>
                  <a:srgbClr val="4A5968"/>
                </a:solidFill>
                <a:latin typeface="Arial"/>
                <a:ea typeface="Arial"/>
                <a:cs typeface="Arial"/>
              </a:defRPr>
            </a:pPr>
            <a:r>
              <a:rPr sz="2325" b="0">
                <a:solidFill>
                  <a:srgbClr val="4A5968"/>
                </a:solidFill>
                <a:latin typeface="Arial"/>
                <a:ea typeface="Arial"/>
                <a:cs typeface="Arial"/>
              </a:rPr>
              <a:t>A second-order mechanical model</a:t>
            </a:r>
          </a:p>
          <a:p>
            <a:pPr>
              <a:defRPr sz="2325" b="0">
                <a:solidFill>
                  <a:srgbClr val="4A5968"/>
                </a:solidFill>
                <a:latin typeface="Arial"/>
                <a:ea typeface="Arial"/>
                <a:cs typeface="Arial"/>
              </a:defRPr>
            </a:pPr>
            <a:r>
              <a:rPr sz="2325" b="0">
                <a:solidFill>
                  <a:srgbClr val="4A5968"/>
                </a:solidFill>
                <a:latin typeface="Arial"/>
                <a:ea typeface="Arial"/>
                <a:cs typeface="Arial"/>
              </a:rPr>
              <a:t>Two equivalent Simulink implementations</a:t>
            </a:r>
          </a:p>
        </p:txBody>
      </p:sp>
      <p:sp>
        <p:nvSpPr>
          <p:cNvPr id="5" name="Part 1   Design workflow&#10;Part 2   Model construction, s">
            <a:extLst>
              <a:ext uri="{FF2B5EF4-FFF2-40B4-BE49-F238E27FC236}">
                <a16:creationId xmlns:a16="http://schemas.microsoft.com/office/drawing/2014/main" id="{47C5FF5B-BE23-477D-80FD-A300151EDD33}"/>
              </a:ext>
            </a:extLst>
          </p:cNvPr>
          <p:cNvSpPr>
            <a:spLocks noGrp="1"/>
          </p:cNvSpPr>
          <p:nvPr/>
        </p:nvSpPr>
        <p:spPr>
          <a:xfrm>
            <a:off x="571500" y="4095750"/>
            <a:ext cx="10668000" cy="1657350"/>
          </a:xfrm>
          <a:prstGeom prst="rect">
            <a:avLst/>
          </a:prstGeom>
          <a:noFill/>
          <a:ln w="0">
            <a:noFill/>
          </a:ln>
        </p:spPr>
        <p:txBody>
          <a:bodyPr wrap="square" lIns="0" tIns="0" rIns="0" bIns="0" anchor="t">
            <a:noAutofit/>
          </a:bodyPr>
          <a:lstStyle>
            <a:defPPr>
              <a:defRPr sz="2025" b="0">
                <a:solidFill>
                  <a:srgbClr val="245B9B"/>
                </a:solidFill>
                <a:latin typeface="Arial"/>
                <a:ea typeface="Arial"/>
                <a:cs typeface="Arial"/>
              </a:defRPr>
            </a:defPPr>
          </a:lstStyle>
          <a:p>
            <a:pPr>
              <a:defRPr sz="2025" b="0">
                <a:solidFill>
                  <a:srgbClr val="245B9B"/>
                </a:solidFill>
                <a:latin typeface="Arial"/>
                <a:ea typeface="Arial"/>
                <a:cs typeface="Arial"/>
              </a:defRPr>
            </a:pPr>
            <a:r>
              <a:rPr sz="2025" b="0">
                <a:solidFill>
                  <a:srgbClr val="245B9B"/>
                </a:solidFill>
                <a:latin typeface="Arial"/>
                <a:ea typeface="Arial"/>
                <a:cs typeface="Arial"/>
              </a:rPr>
              <a:t>Part 1   Design workflow</a:t>
            </a:r>
          </a:p>
          <a:p>
            <a:pPr>
              <a:defRPr sz="2025" b="0">
                <a:solidFill>
                  <a:srgbClr val="245B9B"/>
                </a:solidFill>
                <a:latin typeface="Arial"/>
                <a:ea typeface="Arial"/>
                <a:cs typeface="Arial"/>
              </a:defRPr>
            </a:pPr>
            <a:r>
              <a:rPr sz="2025" b="0">
                <a:solidFill>
                  <a:srgbClr val="245B9B"/>
                </a:solidFill>
                <a:latin typeface="Arial"/>
                <a:ea typeface="Arial"/>
                <a:cs typeface="Arial"/>
              </a:rPr>
              <a:t>Part 2   Model construction, step by step</a:t>
            </a:r>
          </a:p>
          <a:p>
            <a:pPr>
              <a:defRPr sz="2025" b="0">
                <a:solidFill>
                  <a:srgbClr val="245B9B"/>
                </a:solidFill>
                <a:latin typeface="Arial"/>
                <a:ea typeface="Arial"/>
                <a:cs typeface="Arial"/>
              </a:defRPr>
            </a:pPr>
            <a:r>
              <a:rPr sz="2025" b="0">
                <a:solidFill>
                  <a:srgbClr val="245B9B"/>
                </a:solidFill>
                <a:latin typeface="Arial"/>
                <a:ea typeface="Arial"/>
                <a:cs typeface="Arial"/>
              </a:rPr>
              <a:t>Part 3   Simulation results</a:t>
            </a:r>
          </a:p>
          <a:p>
            <a:pPr>
              <a:defRPr sz="2025" b="0">
                <a:solidFill>
                  <a:srgbClr val="245B9B"/>
                </a:solidFill>
                <a:latin typeface="Arial"/>
                <a:ea typeface="Arial"/>
                <a:cs typeface="Arial"/>
              </a:defRPr>
            </a:pPr>
            <a:r>
              <a:rPr sz="2025" b="0">
                <a:solidFill>
                  <a:srgbClr val="245B9B"/>
                </a:solidFill>
                <a:latin typeface="Arial"/>
                <a:ea typeface="Arial"/>
                <a:cs typeface="Arial"/>
              </a:rPr>
              <a:t>Part 4   AI use in this course</a:t>
            </a:r>
          </a:p>
          <a:p>
            <a:pPr>
              <a:defRPr sz="2025" b="0">
                <a:solidFill>
                  <a:srgbClr val="245B9B"/>
                </a:solidFill>
                <a:latin typeface="Arial"/>
                <a:ea typeface="Arial"/>
                <a:cs typeface="Arial"/>
              </a:defRPr>
            </a:pPr>
            <a:r>
              <a:rPr sz="2025" b="0">
                <a:solidFill>
                  <a:srgbClr val="245B9B"/>
                </a:solidFill>
                <a:latin typeface="Arial"/>
                <a:ea typeface="Arial"/>
                <a:cs typeface="Arial"/>
              </a:rPr>
              <a:t>Part 5   Optional bonus projects</a:t>
            </a:r>
          </a:p>
        </p:txBody>
      </p:sp>
      <p:sp>
        <p:nvSpPr>
          <p:cNvPr id="6" name="Demonstration environment: MATLAB / Simulink R2024b">
            <a:extLst>
              <a:ext uri="{FF2B5EF4-FFF2-40B4-BE49-F238E27FC236}">
                <a16:creationId xmlns:a16="http://schemas.microsoft.com/office/drawing/2014/main" id="{DF98FADC-2127-4E38-87CA-133006028696}"/>
              </a:ext>
            </a:extLst>
          </p:cNvPr>
          <p:cNvSpPr>
            <a:spLocks noGrp="1"/>
          </p:cNvSpPr>
          <p:nvPr/>
        </p:nvSpPr>
        <p:spPr>
          <a:xfrm>
            <a:off x="571500" y="5981700"/>
            <a:ext cx="10668000" cy="381000"/>
          </a:xfrm>
          <a:prstGeom prst="rect">
            <a:avLst/>
          </a:prstGeom>
          <a:noFill/>
          <a:ln w="0">
            <a:noFill/>
          </a:ln>
        </p:spPr>
        <p:txBody>
          <a:bodyPr wrap="square" lIns="0" tIns="0" rIns="0" bIns="0" anchor="t">
            <a:noAutofit/>
          </a:bodyPr>
          <a:lstStyle>
            <a:defPPr>
              <a:defRPr sz="1725" b="0">
                <a:solidFill>
                  <a:srgbClr val="4A5968"/>
                </a:solidFill>
                <a:latin typeface="Arial"/>
                <a:ea typeface="Arial"/>
                <a:cs typeface="Arial"/>
              </a:defRPr>
            </a:defPPr>
          </a:lstStyle>
          <a:p>
            <a:pPr>
              <a:defRPr sz="1725" b="0">
                <a:solidFill>
                  <a:srgbClr val="4A5968"/>
                </a:solidFill>
                <a:latin typeface="Arial"/>
                <a:ea typeface="Arial"/>
                <a:cs typeface="Arial"/>
              </a:defRPr>
            </a:pPr>
            <a:r>
              <a:rPr sz="1725" b="0">
                <a:solidFill>
                  <a:srgbClr val="4A5968"/>
                </a:solidFill>
                <a:latin typeface="Arial"/>
                <a:ea typeface="Arial"/>
                <a:cs typeface="Arial"/>
              </a:rPr>
              <a:t>Demonstration environment: MATLAB / Simulink R2024b</a:t>
            </a:r>
          </a:p>
        </p:txBody>
      </p:sp>
    </p:spTree>
    <p:extLst>
      <p:ext uri="{BB962C8B-B14F-4D97-AF65-F5344CB8AC3E}">
        <p14:creationId xmlns:p14="http://schemas.microsoft.com/office/powerpoint/2010/main" val="1780423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Accelerometer design flow">
            <a:extLst>
              <a:ext uri="{FF2B5EF4-FFF2-40B4-BE49-F238E27FC236}">
                <a16:creationId xmlns:a16="http://schemas.microsoft.com/office/drawing/2014/main" id="{129F4A9A-22C1-47C1-8542-05B2BA58A3E7}"/>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Accelerometer design flow</a:t>
            </a:r>
          </a:p>
        </p:txBody>
      </p:sp>
      <p:sp>
        <p:nvSpPr>
          <p:cNvPr id="2" name="02">
            <a:extLst>
              <a:ext uri="{FF2B5EF4-FFF2-40B4-BE49-F238E27FC236}">
                <a16:creationId xmlns:a16="http://schemas.microsoft.com/office/drawing/2014/main" id="{2F837A5E-366B-4CED-B399-870BC46A5374}"/>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02</a:t>
            </a:r>
          </a:p>
        </p:txBody>
      </p:sp>
      <p:graphicFrame>
        <p:nvGraphicFramePr>
          <p:cNvPr id="3" name="表格 2">
            <a:extLst>
              <a:ext uri="{FF2B5EF4-FFF2-40B4-BE49-F238E27FC236}">
                <a16:creationId xmlns:a16="http://schemas.microsoft.com/office/drawing/2014/main" id="{8DFBE49A-769A-4BD5-BF62-434675C49827}"/>
              </a:ext>
            </a:extLst>
          </p:cNvPr>
          <p:cNvGraphicFramePr/>
          <p:nvPr/>
        </p:nvGraphicFramePr>
        <p:xfrm>
          <a:off x="552450" y="1428750"/>
          <a:ext cx="11087100" cy="4267200"/>
        </p:xfrm>
        <a:graphic>
          <a:graphicData uri="http://schemas.openxmlformats.org/drawingml/2006/table">
            <a:tbl>
              <a:tblPr/>
              <a:tblGrid>
                <a:gridCol w="257175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4419600">
                  <a:extLst>
                    <a:ext uri="{9D8B030D-6E8A-4147-A177-3AD203B41FA5}">
                      <a16:colId xmlns:a16="http://schemas.microsoft.com/office/drawing/2014/main" val="20002"/>
                    </a:ext>
                  </a:extLst>
                </a:gridCol>
              </a:tblGrid>
              <a:tr h="666750">
                <a:tc>
                  <a:txBody>
                    <a:bodyPr/>
                    <a:lstStyle/>
                    <a:p>
                      <a:r>
                        <a:rPr sz="1800" b="1">
                          <a:solidFill>
                            <a:srgbClr val="FFFFFF"/>
                          </a:solidFill>
                          <a:latin typeface="Arial"/>
                          <a:ea typeface="Arial"/>
                          <a:cs typeface="Arial"/>
                        </a:rPr>
                        <a:t>Stage</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00" b="1">
                          <a:solidFill>
                            <a:srgbClr val="FFFFFF"/>
                          </a:solidFill>
                          <a:latin typeface="Arial"/>
                          <a:ea typeface="Arial"/>
                          <a:cs typeface="Arial"/>
                        </a:rPr>
                        <a:t>Decision</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00" b="1">
                          <a:solidFill>
                            <a:srgbClr val="FFFFFF"/>
                          </a:solidFill>
                          <a:latin typeface="Arial"/>
                          <a:ea typeface="Arial"/>
                          <a:cs typeface="Arial"/>
                        </a:rPr>
                        <a:t>Record / output</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666750">
                <a:tc>
                  <a:txBody>
                    <a:bodyPr/>
                    <a:lstStyle/>
                    <a:p>
                      <a:r>
                        <a:rPr sz="1800" b="0">
                          <a:solidFill>
                            <a:srgbClr val="172F46"/>
                          </a:solidFill>
                          <a:latin typeface="Arial"/>
                          <a:ea typeface="Arial"/>
                          <a:cs typeface="Arial"/>
                        </a:rPr>
                        <a:t>1. Specifications</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Range, sensitivity, frequency response</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A stated target and acceptable error</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666750">
                <a:tc>
                  <a:txBody>
                    <a:bodyPr/>
                    <a:lstStyle/>
                    <a:p>
                      <a:r>
                        <a:rPr sz="1800" b="0">
                          <a:solidFill>
                            <a:srgbClr val="172F46"/>
                          </a:solidFill>
                          <a:latin typeface="Arial"/>
                          <a:ea typeface="Arial"/>
                          <a:cs typeface="Arial"/>
                        </a:rPr>
                        <a:t>2. Transduction</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00" b="0">
                          <a:solidFill>
                            <a:srgbClr val="172F46"/>
                          </a:solidFill>
                          <a:latin typeface="Arial"/>
                          <a:ea typeface="Arial"/>
                          <a:cs typeface="Arial"/>
                        </a:rPr>
                        <a:t>Capacitive, piezoresistive or piezoelectric</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00" b="0">
                          <a:solidFill>
                            <a:srgbClr val="172F46"/>
                          </a:solidFill>
                          <a:latin typeface="Arial"/>
                          <a:ea typeface="Arial"/>
                          <a:cs typeface="Arial"/>
                        </a:rPr>
                        <a:t>The measured physical quantity</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r h="666750">
                <a:tc>
                  <a:txBody>
                    <a:bodyPr/>
                    <a:lstStyle/>
                    <a:p>
                      <a:r>
                        <a:rPr sz="1800" b="0">
                          <a:solidFill>
                            <a:srgbClr val="172F46"/>
                          </a:solidFill>
                          <a:latin typeface="Arial"/>
                          <a:ea typeface="Arial"/>
                          <a:cs typeface="Arial"/>
                        </a:rPr>
                        <a:t>3. Parameter selection</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Literature values and model assumptions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A consistent parameter set with units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3"/>
                  </a:ext>
                </a:extLst>
              </a:tr>
              <a:tr h="666750">
                <a:tc>
                  <a:txBody>
                    <a:bodyPr/>
                    <a:lstStyle/>
                    <a:p>
                      <a:r>
                        <a:rPr sz="1800" b="0">
                          <a:solidFill>
                            <a:srgbClr val="172F46"/>
                          </a:solidFill>
                          <a:latin typeface="Arial"/>
                          <a:ea typeface="Arial"/>
                          <a:cs typeface="Arial"/>
                        </a:rPr>
                        <a:t>4. System model</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00" b="0">
                          <a:solidFill>
                            <a:srgbClr val="172F46"/>
                          </a:solidFill>
                          <a:latin typeface="Arial"/>
                          <a:ea typeface="Arial"/>
                          <a:cs typeface="Arial"/>
                        </a:rPr>
                        <a:t>Mechanical equation and readout scope</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00" b="0">
                          <a:solidFill>
                            <a:srgbClr val="172F46"/>
                          </a:solidFill>
                          <a:latin typeface="Arial"/>
                          <a:ea typeface="Arial"/>
                          <a:cs typeface="Arial"/>
                        </a:rPr>
                        <a:t>Transfer function and state equations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4"/>
                  </a:ext>
                </a:extLst>
              </a:tr>
              <a:tr h="666750">
                <a:tc>
                  <a:txBody>
                    <a:bodyPr/>
                    <a:lstStyle/>
                    <a:p>
                      <a:r>
                        <a:rPr sz="1800" b="0">
                          <a:solidFill>
                            <a:srgbClr val="172F46"/>
                          </a:solidFill>
                          <a:latin typeface="Arial"/>
                          <a:ea typeface="Arial"/>
                          <a:cs typeface="Arial"/>
                        </a:rPr>
                        <a:t>5. Simulation and evaluation</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Input tests and parameter comparisons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Curves, checks and design tradeoffs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4" name="Revisit the parameter choices when the predicted respon">
            <a:extLst>
              <a:ext uri="{FF2B5EF4-FFF2-40B4-BE49-F238E27FC236}">
                <a16:creationId xmlns:a16="http://schemas.microsoft.com/office/drawing/2014/main" id="{3467BBD6-0133-4388-976A-BB1DC08B3103}"/>
              </a:ext>
            </a:extLst>
          </p:cNvPr>
          <p:cNvSpPr>
            <a:spLocks noGrp="1"/>
          </p:cNvSpPr>
          <p:nvPr/>
        </p:nvSpPr>
        <p:spPr>
          <a:xfrm>
            <a:off x="552450" y="5905500"/>
            <a:ext cx="10953750" cy="495300"/>
          </a:xfrm>
          <a:prstGeom prst="rect">
            <a:avLst/>
          </a:prstGeom>
          <a:noFill/>
          <a:ln w="0">
            <a:noFill/>
          </a:ln>
        </p:spPr>
        <p:txBody>
          <a:bodyPr wrap="square" lIns="0" tIns="0" rIns="0" bIns="0" anchor="t">
            <a:noAutofit/>
          </a:bodyPr>
          <a:lstStyle>
            <a:defPPr>
              <a:defRPr sz="2025" b="0">
                <a:solidFill>
                  <a:srgbClr val="245B9B"/>
                </a:solidFill>
                <a:latin typeface="Arial"/>
                <a:ea typeface="Arial"/>
                <a:cs typeface="Arial"/>
              </a:defRPr>
            </a:defPPr>
          </a:lstStyle>
          <a:p>
            <a:pPr>
              <a:defRPr sz="2025" b="0">
                <a:solidFill>
                  <a:srgbClr val="245B9B"/>
                </a:solidFill>
                <a:latin typeface="Arial"/>
                <a:ea typeface="Arial"/>
                <a:cs typeface="Arial"/>
              </a:defRPr>
            </a:pPr>
            <a:r>
              <a:rPr sz="2025" b="0">
                <a:solidFill>
                  <a:srgbClr val="245B9B"/>
                </a:solidFill>
                <a:latin typeface="Arial"/>
                <a:ea typeface="Arial"/>
                <a:cs typeface="Arial"/>
              </a:rPr>
              <a:t>Revisit the parameter choices when the predicted response misses the target.</a:t>
            </a:r>
          </a:p>
        </p:txBody>
      </p:sp>
    </p:spTree>
    <p:extLst>
      <p:ext uri="{BB962C8B-B14F-4D97-AF65-F5344CB8AC3E}">
        <p14:creationId xmlns:p14="http://schemas.microsoft.com/office/powerpoint/2010/main" val="1206830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pecifications and simulation scope">
            <a:extLst>
              <a:ext uri="{FF2B5EF4-FFF2-40B4-BE49-F238E27FC236}">
                <a16:creationId xmlns:a16="http://schemas.microsoft.com/office/drawing/2014/main" id="{847ED1EC-F0E2-47EA-825D-E4A787842F2A}"/>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Specifications and simulation scope</a:t>
            </a:r>
          </a:p>
        </p:txBody>
      </p:sp>
      <p:sp>
        <p:nvSpPr>
          <p:cNvPr id="2" name="03">
            <a:extLst>
              <a:ext uri="{FF2B5EF4-FFF2-40B4-BE49-F238E27FC236}">
                <a16:creationId xmlns:a16="http://schemas.microsoft.com/office/drawing/2014/main" id="{5B734A2E-F3D0-4288-AD9A-98ACE5E3F051}"/>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03</a:t>
            </a:r>
          </a:p>
        </p:txBody>
      </p:sp>
      <p:graphicFrame>
        <p:nvGraphicFramePr>
          <p:cNvPr id="3" name="表格 2">
            <a:extLst>
              <a:ext uri="{FF2B5EF4-FFF2-40B4-BE49-F238E27FC236}">
                <a16:creationId xmlns:a16="http://schemas.microsoft.com/office/drawing/2014/main" id="{5CA503D5-526C-46A8-8054-953AFB3E709F}"/>
              </a:ext>
            </a:extLst>
          </p:cNvPr>
          <p:cNvGraphicFramePr/>
          <p:nvPr/>
        </p:nvGraphicFramePr>
        <p:xfrm>
          <a:off x="552450" y="1438275"/>
          <a:ext cx="11087100" cy="3238500"/>
        </p:xfrm>
        <a:graphic>
          <a:graphicData uri="http://schemas.openxmlformats.org/drawingml/2006/table">
            <a:tbl>
              <a:tblPr/>
              <a:tblGrid>
                <a:gridCol w="3333750">
                  <a:extLst>
                    <a:ext uri="{9D8B030D-6E8A-4147-A177-3AD203B41FA5}">
                      <a16:colId xmlns:a16="http://schemas.microsoft.com/office/drawing/2014/main" val="20000"/>
                    </a:ext>
                  </a:extLst>
                </a:gridCol>
                <a:gridCol w="7753350">
                  <a:extLst>
                    <a:ext uri="{9D8B030D-6E8A-4147-A177-3AD203B41FA5}">
                      <a16:colId xmlns:a16="http://schemas.microsoft.com/office/drawing/2014/main" val="20001"/>
                    </a:ext>
                  </a:extLst>
                </a:gridCol>
              </a:tblGrid>
              <a:tr h="647700">
                <a:tc>
                  <a:txBody>
                    <a:bodyPr/>
                    <a:lstStyle/>
                    <a:p>
                      <a:r>
                        <a:rPr sz="1875" b="1">
                          <a:solidFill>
                            <a:srgbClr val="FFFFFF"/>
                          </a:solidFill>
                          <a:latin typeface="Arial"/>
                          <a:ea typeface="Arial"/>
                          <a:cs typeface="Arial"/>
                        </a:rPr>
                        <a:t>Specification</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75" b="1">
                          <a:solidFill>
                            <a:srgbClr val="FFFFFF"/>
                          </a:solidFill>
                          <a:latin typeface="Arial"/>
                          <a:ea typeface="Arial"/>
                          <a:cs typeface="Arial"/>
                        </a:rPr>
                        <a:t>Question to answer</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647700">
                <a:tc>
                  <a:txBody>
                    <a:bodyPr/>
                    <a:lstStyle/>
                    <a:p>
                      <a:r>
                        <a:rPr sz="1875" b="0">
                          <a:solidFill>
                            <a:srgbClr val="172F46"/>
                          </a:solidFill>
                          <a:latin typeface="Arial"/>
                          <a:ea typeface="Arial"/>
                          <a:cs typeface="Arial"/>
                        </a:rPr>
                        <a:t>Measurement range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What maximum acceleration must the sensor measure?</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647700">
                <a:tc>
                  <a:txBody>
                    <a:bodyPr/>
                    <a:lstStyle/>
                    <a:p>
                      <a:r>
                        <a:rPr sz="1875" b="0">
                          <a:solidFill>
                            <a:srgbClr val="172F46"/>
                          </a:solidFill>
                          <a:latin typeface="Arial"/>
                          <a:ea typeface="Arial"/>
                          <a:cs typeface="Arial"/>
                        </a:rPr>
                        <a:t>Sensitivity</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75" b="0">
                          <a:solidFill>
                            <a:srgbClr val="172F46"/>
                          </a:solidFill>
                          <a:latin typeface="Arial"/>
                          <a:ea typeface="Arial"/>
                          <a:cs typeface="Arial"/>
                        </a:rPr>
                        <a:t>How much displacement or voltage corresponds to 1g?</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r h="647700">
                <a:tc>
                  <a:txBody>
                    <a:bodyPr/>
                    <a:lstStyle/>
                    <a:p>
                      <a:r>
                        <a:rPr sz="1875" b="0">
                          <a:solidFill>
                            <a:srgbClr val="172F46"/>
                          </a:solidFill>
                          <a:latin typeface="Arial"/>
                          <a:ea typeface="Arial"/>
                          <a:cs typeface="Arial"/>
                        </a:rPr>
                        <a:t>Frequency response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What amplitude and phase errors are acceptable?</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3"/>
                  </a:ext>
                </a:extLst>
              </a:tr>
              <a:tr h="647700">
                <a:tc>
                  <a:txBody>
                    <a:bodyPr/>
                    <a:lstStyle/>
                    <a:p>
                      <a:r>
                        <a:rPr sz="1875" b="0">
                          <a:solidFill>
                            <a:srgbClr val="172F46"/>
                          </a:solidFill>
                          <a:latin typeface="Arial"/>
                          <a:ea typeface="Arial"/>
                          <a:cs typeface="Arial"/>
                        </a:rPr>
                        <a:t>Transient response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75" b="0">
                          <a:solidFill>
                            <a:srgbClr val="172F46"/>
                          </a:solidFill>
                          <a:latin typeface="Arial"/>
                          <a:ea typeface="Arial"/>
                          <a:cs typeface="Arial"/>
                        </a:rPr>
                        <a:t>How much overshoot and settling time are acceptable?</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4"/>
                  </a:ext>
                </a:extLst>
              </a:tr>
            </a:tbl>
          </a:graphicData>
        </a:graphic>
      </p:graphicFrame>
      <p:sp>
        <p:nvSpPr>
          <p:cNvPr id="4" name="This tutorial: acceleration a(t) as input, relative dis">
            <a:extLst>
              <a:ext uri="{FF2B5EF4-FFF2-40B4-BE49-F238E27FC236}">
                <a16:creationId xmlns:a16="http://schemas.microsoft.com/office/drawing/2014/main" id="{8AB6D2EF-E6F6-45B5-A062-C52810C47148}"/>
              </a:ext>
            </a:extLst>
          </p:cNvPr>
          <p:cNvSpPr>
            <a:spLocks noGrp="1"/>
          </p:cNvSpPr>
          <p:nvPr/>
        </p:nvSpPr>
        <p:spPr>
          <a:xfrm>
            <a:off x="552450" y="5057775"/>
            <a:ext cx="10953750" cy="742950"/>
          </a:xfrm>
          <a:prstGeom prst="rect">
            <a:avLst/>
          </a:prstGeom>
          <a:noFill/>
          <a:ln w="0">
            <a:noFill/>
          </a:ln>
        </p:spPr>
        <p:txBody>
          <a:bodyPr wrap="square" lIns="0" tIns="0" rIns="0" bIns="0" anchor="t">
            <a:noAutofit/>
          </a:bodyPr>
          <a:lstStyle>
            <a:defPPr>
              <a:defRPr sz="2250" b="1">
                <a:solidFill>
                  <a:srgbClr val="245B9B"/>
                </a:solidFill>
                <a:latin typeface="Arial"/>
                <a:ea typeface="Arial"/>
                <a:cs typeface="Arial"/>
              </a:defRPr>
            </a:defPPr>
          </a:lstStyle>
          <a:p>
            <a:pPr>
              <a:defRPr sz="2250" b="1">
                <a:solidFill>
                  <a:srgbClr val="245B9B"/>
                </a:solidFill>
                <a:latin typeface="Arial"/>
                <a:ea typeface="Arial"/>
                <a:cs typeface="Arial"/>
              </a:defRPr>
            </a:pPr>
            <a:r>
              <a:rPr sz="2250" b="1">
                <a:solidFill>
                  <a:srgbClr val="245B9B"/>
                </a:solidFill>
                <a:latin typeface="Arial"/>
                <a:ea typeface="Arial"/>
                <a:cs typeface="Arial"/>
              </a:rPr>
              <a:t>This tutorial: acceleration a(t) as input, relative displacement x(t) as output.</a:t>
            </a:r>
          </a:p>
        </p:txBody>
      </p:sp>
      <p:sp>
        <p:nvSpPr>
          <p:cNvPr id="5" name="Capacitance and voltage readout can be added in a later">
            <a:extLst>
              <a:ext uri="{FF2B5EF4-FFF2-40B4-BE49-F238E27FC236}">
                <a16:creationId xmlns:a16="http://schemas.microsoft.com/office/drawing/2014/main" id="{C4596784-F021-4D1A-85FE-E4C15CF7A716}"/>
              </a:ext>
            </a:extLst>
          </p:cNvPr>
          <p:cNvSpPr>
            <a:spLocks noGrp="1"/>
          </p:cNvSpPr>
          <p:nvPr/>
        </p:nvSpPr>
        <p:spPr>
          <a:xfrm>
            <a:off x="552450" y="5953125"/>
            <a:ext cx="10953750" cy="381000"/>
          </a:xfrm>
          <a:prstGeom prst="rect">
            <a:avLst/>
          </a:prstGeom>
          <a:noFill/>
          <a:ln w="0">
            <a:noFill/>
          </a:ln>
        </p:spPr>
        <p:txBody>
          <a:bodyPr wrap="square" lIns="0" tIns="0" rIns="0" bIns="0" anchor="t">
            <a:noAutofit/>
          </a:bodyPr>
          <a:lstStyle>
            <a:defPPr>
              <a:defRPr sz="1875" b="0">
                <a:solidFill>
                  <a:srgbClr val="4A5968"/>
                </a:solidFill>
                <a:latin typeface="Arial"/>
                <a:ea typeface="Arial"/>
                <a:cs typeface="Arial"/>
              </a:defRPr>
            </a:defPPr>
          </a:lstStyle>
          <a:p>
            <a:pPr>
              <a:defRPr sz="1875" b="0">
                <a:solidFill>
                  <a:srgbClr val="4A5968"/>
                </a:solidFill>
                <a:latin typeface="Arial"/>
                <a:ea typeface="Arial"/>
                <a:cs typeface="Arial"/>
              </a:defRPr>
            </a:pPr>
            <a:r>
              <a:rPr sz="1875" b="0">
                <a:solidFill>
                  <a:srgbClr val="4A5968"/>
                </a:solidFill>
                <a:latin typeface="Arial"/>
                <a:ea typeface="Arial"/>
                <a:cs typeface="Arial"/>
              </a:rPr>
              <a:t>Capacitance and voltage readout can be added in a later model.</a:t>
            </a:r>
          </a:p>
        </p:txBody>
      </p:sp>
    </p:spTree>
    <p:extLst>
      <p:ext uri="{BB962C8B-B14F-4D97-AF65-F5344CB8AC3E}">
        <p14:creationId xmlns:p14="http://schemas.microsoft.com/office/powerpoint/2010/main" val="1807903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arameter selection from literature">
            <a:extLst>
              <a:ext uri="{FF2B5EF4-FFF2-40B4-BE49-F238E27FC236}">
                <a16:creationId xmlns:a16="http://schemas.microsoft.com/office/drawing/2014/main" id="{818127B8-DD60-4D1F-9DDA-4A715C498C4D}"/>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Parameter selection from literature</a:t>
            </a:r>
          </a:p>
        </p:txBody>
      </p:sp>
      <p:sp>
        <p:nvSpPr>
          <p:cNvPr id="2" name="04">
            <a:extLst>
              <a:ext uri="{FF2B5EF4-FFF2-40B4-BE49-F238E27FC236}">
                <a16:creationId xmlns:a16="http://schemas.microsoft.com/office/drawing/2014/main" id="{C46E67F5-F00D-4AC7-8769-B4DEFF6A36E2}"/>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04</a:t>
            </a:r>
          </a:p>
        </p:txBody>
      </p:sp>
      <p:graphicFrame>
        <p:nvGraphicFramePr>
          <p:cNvPr id="3" name="表格 2">
            <a:extLst>
              <a:ext uri="{FF2B5EF4-FFF2-40B4-BE49-F238E27FC236}">
                <a16:creationId xmlns:a16="http://schemas.microsoft.com/office/drawing/2014/main" id="{25A5870F-934D-4B5E-BDAD-ACAA5974DC33}"/>
              </a:ext>
            </a:extLst>
          </p:cNvPr>
          <p:cNvGraphicFramePr/>
          <p:nvPr/>
        </p:nvGraphicFramePr>
        <p:xfrm>
          <a:off x="552450" y="1428750"/>
          <a:ext cx="11087100" cy="3476625"/>
        </p:xfrm>
        <a:graphic>
          <a:graphicData uri="http://schemas.openxmlformats.org/drawingml/2006/table">
            <a:tbl>
              <a:tblPr/>
              <a:tblGrid>
                <a:gridCol w="3524250">
                  <a:extLst>
                    <a:ext uri="{9D8B030D-6E8A-4147-A177-3AD203B41FA5}">
                      <a16:colId xmlns:a16="http://schemas.microsoft.com/office/drawing/2014/main" val="20000"/>
                    </a:ext>
                  </a:extLst>
                </a:gridCol>
                <a:gridCol w="7562850">
                  <a:extLst>
                    <a:ext uri="{9D8B030D-6E8A-4147-A177-3AD203B41FA5}">
                      <a16:colId xmlns:a16="http://schemas.microsoft.com/office/drawing/2014/main" val="20001"/>
                    </a:ext>
                  </a:extLst>
                </a:gridCol>
              </a:tblGrid>
              <a:tr h="579438">
                <a:tc>
                  <a:txBody>
                    <a:bodyPr/>
                    <a:lstStyle/>
                    <a:p>
                      <a:r>
                        <a:rPr sz="1800" b="1">
                          <a:solidFill>
                            <a:srgbClr val="FFFFFF"/>
                          </a:solidFill>
                          <a:latin typeface="Arial"/>
                          <a:ea typeface="Arial"/>
                          <a:cs typeface="Arial"/>
                        </a:rPr>
                        <a:t>What to record</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00" b="1">
                          <a:solidFill>
                            <a:srgbClr val="FFFFFF"/>
                          </a:solidFill>
                          <a:latin typeface="Arial"/>
                          <a:ea typeface="Arial"/>
                          <a:cs typeface="Arial"/>
                        </a:rPr>
                        <a:t>What to check</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579438">
                <a:tc>
                  <a:txBody>
                    <a:bodyPr/>
                    <a:lstStyle/>
                    <a:p>
                      <a:r>
                        <a:rPr sz="1800" b="0">
                          <a:solidFill>
                            <a:srgbClr val="172F46"/>
                          </a:solidFill>
                          <a:latin typeface="Arial"/>
                          <a:ea typeface="Arial"/>
                          <a:cs typeface="Arial"/>
                        </a:rPr>
                        <a:t>Paper, figure or table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Device type, operating conditions and model assumptions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579438">
                <a:tc>
                  <a:txBody>
                    <a:bodyPr/>
                    <a:lstStyle/>
                    <a:p>
                      <a:r>
                        <a:rPr sz="1800" b="0">
                          <a:solidFill>
                            <a:srgbClr val="172F46"/>
                          </a:solidFill>
                          <a:latin typeface="Arial"/>
                          <a:ea typeface="Arial"/>
                          <a:cs typeface="Arial"/>
                        </a:rPr>
                        <a:t>m, k and b</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00" b="0">
                          <a:solidFill>
                            <a:srgbClr val="172F46"/>
                          </a:solidFill>
                          <a:latin typeface="Arial"/>
                          <a:ea typeface="Arial"/>
                          <a:cs typeface="Arial"/>
                        </a:rPr>
                        <a:t>Effective mass, stiffness and damping with SI units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r h="579438">
                <a:tc>
                  <a:txBody>
                    <a:bodyPr/>
                    <a:lstStyle/>
                    <a:p>
                      <a:r>
                        <a:rPr sz="1800" b="0">
                          <a:solidFill>
                            <a:srgbClr val="172F46"/>
                          </a:solidFill>
                          <a:latin typeface="Arial"/>
                          <a:ea typeface="Arial"/>
                          <a:cs typeface="Arial"/>
                        </a:rPr>
                        <a:t>Alternative: m, fn and zeta</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Undamped natural frequency fn and dimensionless zeta</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3"/>
                  </a:ext>
                </a:extLst>
              </a:tr>
              <a:tr h="579438">
                <a:tc>
                  <a:txBody>
                    <a:bodyPr/>
                    <a:lstStyle/>
                    <a:p>
                      <a:r>
                        <a:rPr sz="1800" b="0">
                          <a:solidFill>
                            <a:srgbClr val="172F46"/>
                          </a:solidFill>
                          <a:latin typeface="Arial"/>
                          <a:ea typeface="Arial"/>
                          <a:cs typeface="Arial"/>
                        </a:rPr>
                        <a:t>Consistency check</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00" b="0">
                          <a:solidFill>
                            <a:srgbClr val="172F46"/>
                          </a:solidFill>
                          <a:latin typeface="Arial"/>
                          <a:ea typeface="Arial"/>
                          <a:cs typeface="Arial"/>
                        </a:rPr>
                        <a:t>k = m(2 pi fn)^2     b = 2 zeta m (2 pi fn)</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4"/>
                  </a:ext>
                </a:extLst>
              </a:tr>
              <a:tr h="579438">
                <a:tc>
                  <a:txBody>
                    <a:bodyPr/>
                    <a:lstStyle/>
                    <a:p>
                      <a:r>
                        <a:rPr sz="1800" b="0">
                          <a:solidFill>
                            <a:srgbClr val="172F46"/>
                          </a:solidFill>
                          <a:latin typeface="Arial"/>
                          <a:ea typeface="Arial"/>
                          <a:cs typeface="Arial"/>
                        </a:rPr>
                        <a:t>Missing parameter</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State the assumption and examine its effect</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4" name="Optional: use COMSOL to extract structural parameters f">
            <a:extLst>
              <a:ext uri="{FF2B5EF4-FFF2-40B4-BE49-F238E27FC236}">
                <a16:creationId xmlns:a16="http://schemas.microsoft.com/office/drawing/2014/main" id="{F67DD273-B67E-4E96-8929-F02FE20A87AB}"/>
              </a:ext>
            </a:extLst>
          </p:cNvPr>
          <p:cNvSpPr>
            <a:spLocks noGrp="1"/>
          </p:cNvSpPr>
          <p:nvPr/>
        </p:nvSpPr>
        <p:spPr>
          <a:xfrm>
            <a:off x="552450" y="5295900"/>
            <a:ext cx="10953750" cy="857250"/>
          </a:xfrm>
          <a:prstGeom prst="rect">
            <a:avLst/>
          </a:prstGeom>
          <a:noFill/>
          <a:ln w="0">
            <a:noFill/>
          </a:ln>
        </p:spPr>
        <p:txBody>
          <a:bodyPr wrap="square" lIns="0" tIns="0" rIns="0" bIns="0" anchor="t">
            <a:noAutofit/>
          </a:bodyPr>
          <a:lstStyle>
            <a:defPPr>
              <a:defRPr sz="1950" b="0">
                <a:solidFill>
                  <a:srgbClr val="245B9B"/>
                </a:solidFill>
                <a:latin typeface="Arial"/>
                <a:ea typeface="Arial"/>
                <a:cs typeface="Arial"/>
              </a:defRPr>
            </a:defPPr>
          </a:lstStyle>
          <a:p>
            <a:pPr>
              <a:defRPr sz="1950" b="0">
                <a:solidFill>
                  <a:srgbClr val="245B9B"/>
                </a:solidFill>
                <a:latin typeface="Arial"/>
                <a:ea typeface="Arial"/>
                <a:cs typeface="Arial"/>
              </a:defRPr>
            </a:pPr>
            <a:r>
              <a:rPr sz="1950" b="0">
                <a:solidFill>
                  <a:srgbClr val="245B9B"/>
                </a:solidFill>
                <a:latin typeface="Arial"/>
                <a:ea typeface="Arial"/>
                <a:cs typeface="Arial"/>
              </a:rPr>
              <a:t>Optional: use COMSOL to extract structural parameters for the same mode and coordinate.</a:t>
            </a:r>
          </a:p>
        </p:txBody>
      </p:sp>
    </p:spTree>
    <p:extLst>
      <p:ext uri="{BB962C8B-B14F-4D97-AF65-F5344CB8AC3E}">
        <p14:creationId xmlns:p14="http://schemas.microsoft.com/office/powerpoint/2010/main" val="1622171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Mechanical model and sign convention">
            <a:extLst>
              <a:ext uri="{FF2B5EF4-FFF2-40B4-BE49-F238E27FC236}">
                <a16:creationId xmlns:a16="http://schemas.microsoft.com/office/drawing/2014/main" id="{1148300C-B0DB-4F9B-97F3-6E9547068DF4}"/>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Mechanical model and sign convention</a:t>
            </a:r>
          </a:p>
        </p:txBody>
      </p:sp>
      <p:sp>
        <p:nvSpPr>
          <p:cNvPr id="2" name="05">
            <a:extLst>
              <a:ext uri="{FF2B5EF4-FFF2-40B4-BE49-F238E27FC236}">
                <a16:creationId xmlns:a16="http://schemas.microsoft.com/office/drawing/2014/main" id="{59B00242-1437-46DD-B1F1-E538C8EAF906}"/>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05</a:t>
            </a:r>
          </a:p>
        </p:txBody>
      </p:sp>
      <p:sp>
        <p:nvSpPr>
          <p:cNvPr id="3" name="x = casing position - proof-mass position">
            <a:extLst>
              <a:ext uri="{FF2B5EF4-FFF2-40B4-BE49-F238E27FC236}">
                <a16:creationId xmlns:a16="http://schemas.microsoft.com/office/drawing/2014/main" id="{08556E45-C035-4C07-B37B-93B2DFD70142}"/>
              </a:ext>
            </a:extLst>
          </p:cNvPr>
          <p:cNvSpPr>
            <a:spLocks noGrp="1"/>
          </p:cNvSpPr>
          <p:nvPr/>
        </p:nvSpPr>
        <p:spPr>
          <a:xfrm>
            <a:off x="552450" y="1381125"/>
            <a:ext cx="11087100" cy="571500"/>
          </a:xfrm>
          <a:prstGeom prst="rect">
            <a:avLst/>
          </a:prstGeom>
          <a:noFill/>
          <a:ln w="0">
            <a:noFill/>
          </a:ln>
        </p:spPr>
        <p:txBody>
          <a:bodyPr wrap="square" lIns="0" tIns="0" rIns="0" bIns="0" anchor="t">
            <a:noAutofit/>
          </a:bodyPr>
          <a:lstStyle>
            <a:defPPr>
              <a:defRPr sz="2550" b="1">
                <a:solidFill>
                  <a:srgbClr val="172F46"/>
                </a:solidFill>
                <a:latin typeface="Arial"/>
                <a:ea typeface="Arial"/>
                <a:cs typeface="Arial"/>
              </a:defRPr>
            </a:defPPr>
          </a:lstStyle>
          <a:p>
            <a:pPr>
              <a:defRPr sz="2550" b="1">
                <a:solidFill>
                  <a:srgbClr val="172F46"/>
                </a:solidFill>
                <a:latin typeface="Arial"/>
                <a:ea typeface="Arial"/>
                <a:cs typeface="Arial"/>
              </a:defRPr>
            </a:pPr>
            <a:r>
              <a:rPr sz="2550" b="1">
                <a:solidFill>
                  <a:srgbClr val="172F46"/>
                </a:solidFill>
                <a:latin typeface="Arial"/>
                <a:ea typeface="Arial"/>
                <a:cs typeface="Arial"/>
              </a:rPr>
              <a:t>x = casing position - proof-mass position</a:t>
            </a:r>
          </a:p>
        </p:txBody>
      </p:sp>
      <p:sp>
        <p:nvSpPr>
          <p:cNvPr id="4" name="m d²x/dt² + b dx/dt + kx = ma(t)">
            <a:extLst>
              <a:ext uri="{FF2B5EF4-FFF2-40B4-BE49-F238E27FC236}">
                <a16:creationId xmlns:a16="http://schemas.microsoft.com/office/drawing/2014/main" id="{9D14F42D-297C-465E-AE96-A339867F45A7}"/>
              </a:ext>
            </a:extLst>
          </p:cNvPr>
          <p:cNvSpPr>
            <a:spLocks noGrp="1"/>
          </p:cNvSpPr>
          <p:nvPr/>
        </p:nvSpPr>
        <p:spPr>
          <a:xfrm>
            <a:off x="552450" y="2362200"/>
            <a:ext cx="11087100" cy="685800"/>
          </a:xfrm>
          <a:prstGeom prst="rect">
            <a:avLst/>
          </a:prstGeom>
          <a:noFill/>
          <a:ln w="0">
            <a:noFill/>
          </a:ln>
        </p:spPr>
        <p:txBody>
          <a:bodyPr wrap="square" lIns="0" tIns="0" rIns="0" bIns="0" anchor="t">
            <a:noAutofit/>
          </a:bodyPr>
          <a:lstStyle>
            <a:defPPr>
              <a:defRPr sz="3150" b="1">
                <a:solidFill>
                  <a:srgbClr val="245B9B"/>
                </a:solidFill>
                <a:latin typeface="Arial"/>
                <a:ea typeface="Arial"/>
                <a:cs typeface="Arial"/>
              </a:defRPr>
            </a:defPPr>
          </a:lstStyle>
          <a:p>
            <a:pPr>
              <a:defRPr sz="3150" b="1">
                <a:solidFill>
                  <a:srgbClr val="245B9B"/>
                </a:solidFill>
                <a:latin typeface="Arial"/>
                <a:ea typeface="Arial"/>
                <a:cs typeface="Arial"/>
              </a:defRPr>
            </a:pPr>
            <a:r>
              <a:rPr sz="3150" b="1">
                <a:solidFill>
                  <a:srgbClr val="245B9B"/>
                </a:solidFill>
                <a:latin typeface="Arial"/>
                <a:ea typeface="Arial"/>
                <a:cs typeface="Arial"/>
              </a:rPr>
              <a:t>m d²x/dt² + b dx/dt + kx = ma(t)</a:t>
            </a:r>
          </a:p>
        </p:txBody>
      </p:sp>
      <p:sp>
        <p:nvSpPr>
          <p:cNvPr id="5" name="X(s) / A(s) = 1 / [s² + (b/m)s + k/m]">
            <a:extLst>
              <a:ext uri="{FF2B5EF4-FFF2-40B4-BE49-F238E27FC236}">
                <a16:creationId xmlns:a16="http://schemas.microsoft.com/office/drawing/2014/main" id="{BCBBB877-D0F2-4D17-A22B-0C524FBD4EA6}"/>
              </a:ext>
            </a:extLst>
          </p:cNvPr>
          <p:cNvSpPr>
            <a:spLocks noGrp="1"/>
          </p:cNvSpPr>
          <p:nvPr/>
        </p:nvSpPr>
        <p:spPr>
          <a:xfrm>
            <a:off x="552450" y="3438525"/>
            <a:ext cx="11087100" cy="685800"/>
          </a:xfrm>
          <a:prstGeom prst="rect">
            <a:avLst/>
          </a:prstGeom>
          <a:noFill/>
          <a:ln w="0">
            <a:noFill/>
          </a:ln>
        </p:spPr>
        <p:txBody>
          <a:bodyPr wrap="square" lIns="0" tIns="0" rIns="0" bIns="0" anchor="t">
            <a:noAutofit/>
          </a:bodyPr>
          <a:lstStyle>
            <a:defPPr>
              <a:defRPr sz="2775" b="0">
                <a:solidFill>
                  <a:srgbClr val="172F46"/>
                </a:solidFill>
                <a:latin typeface="Arial"/>
                <a:ea typeface="Arial"/>
                <a:cs typeface="Arial"/>
              </a:defRPr>
            </a:defPPr>
          </a:lstStyle>
          <a:p>
            <a:pPr>
              <a:defRPr sz="2775" b="0">
                <a:solidFill>
                  <a:srgbClr val="172F46"/>
                </a:solidFill>
                <a:latin typeface="Arial"/>
                <a:ea typeface="Arial"/>
                <a:cs typeface="Arial"/>
              </a:defRPr>
            </a:pPr>
            <a:r>
              <a:rPr sz="2775" b="0">
                <a:solidFill>
                  <a:srgbClr val="172F46"/>
                </a:solidFill>
                <a:latin typeface="Arial"/>
                <a:ea typeface="Arial"/>
                <a:cs typeface="Arial"/>
              </a:rPr>
              <a:t>X(s) / A(s) = 1 / [s² + (b/m)s + k/m]</a:t>
            </a:r>
          </a:p>
        </p:txBody>
      </p:sp>
      <p:sp>
        <p:nvSpPr>
          <p:cNvPr id="6" name="x(0) = 0       dx/dt(0) = 0">
            <a:extLst>
              <a:ext uri="{FF2B5EF4-FFF2-40B4-BE49-F238E27FC236}">
                <a16:creationId xmlns:a16="http://schemas.microsoft.com/office/drawing/2014/main" id="{05F04FD7-33E9-4049-93CB-26FA642432AF}"/>
              </a:ext>
            </a:extLst>
          </p:cNvPr>
          <p:cNvSpPr>
            <a:spLocks noGrp="1"/>
          </p:cNvSpPr>
          <p:nvPr/>
        </p:nvSpPr>
        <p:spPr>
          <a:xfrm>
            <a:off x="552450" y="4514850"/>
            <a:ext cx="10477500" cy="514350"/>
          </a:xfrm>
          <a:prstGeom prst="rect">
            <a:avLst/>
          </a:prstGeom>
          <a:noFill/>
          <a:ln w="0">
            <a:noFill/>
          </a:ln>
        </p:spPr>
        <p:txBody>
          <a:bodyPr wrap="square" lIns="0" tIns="0" rIns="0" bIns="0" anchor="t">
            <a:noAutofit/>
          </a:bodyPr>
          <a:lstStyle>
            <a:defPPr>
              <a:defRPr sz="2325" b="0">
                <a:solidFill>
                  <a:srgbClr val="172F46"/>
                </a:solidFill>
                <a:latin typeface="Arial"/>
                <a:ea typeface="Arial"/>
                <a:cs typeface="Arial"/>
              </a:defRPr>
            </a:defPPr>
          </a:lstStyle>
          <a:p>
            <a:pPr>
              <a:defRPr sz="2325" b="0">
                <a:solidFill>
                  <a:srgbClr val="172F46"/>
                </a:solidFill>
                <a:latin typeface="Arial"/>
                <a:ea typeface="Arial"/>
                <a:cs typeface="Arial"/>
              </a:defRPr>
            </a:pPr>
            <a:r>
              <a:rPr sz="2325" b="0">
                <a:solidFill>
                  <a:srgbClr val="172F46"/>
                </a:solidFill>
                <a:latin typeface="Arial"/>
                <a:ea typeface="Arial"/>
                <a:cs typeface="Arial"/>
              </a:rPr>
              <a:t>x(0) = 0       dx/dt(0) = 0</a:t>
            </a:r>
          </a:p>
        </p:txBody>
      </p:sp>
      <p:sp>
        <p:nvSpPr>
          <p:cNvPr id="7" name="The opposite displacement convention gives a negative i">
            <a:extLst>
              <a:ext uri="{FF2B5EF4-FFF2-40B4-BE49-F238E27FC236}">
                <a16:creationId xmlns:a16="http://schemas.microsoft.com/office/drawing/2014/main" id="{5C7428B4-7B0E-49C1-9503-DFA8C01E0A48}"/>
              </a:ext>
            </a:extLst>
          </p:cNvPr>
          <p:cNvSpPr>
            <a:spLocks noGrp="1"/>
          </p:cNvSpPr>
          <p:nvPr/>
        </p:nvSpPr>
        <p:spPr>
          <a:xfrm>
            <a:off x="552450" y="5591175"/>
            <a:ext cx="10953750" cy="685800"/>
          </a:xfrm>
          <a:prstGeom prst="rect">
            <a:avLst/>
          </a:prstGeom>
          <a:noFill/>
          <a:ln w="0">
            <a:noFill/>
          </a:ln>
        </p:spPr>
        <p:txBody>
          <a:bodyPr wrap="square" lIns="0" tIns="0" rIns="0" bIns="0" anchor="t">
            <a:noAutofit/>
          </a:bodyPr>
          <a:lstStyle>
            <a:defPPr>
              <a:defRPr sz="1875" b="0">
                <a:solidFill>
                  <a:srgbClr val="4A5968"/>
                </a:solidFill>
                <a:latin typeface="Arial"/>
                <a:ea typeface="Arial"/>
                <a:cs typeface="Arial"/>
              </a:defRPr>
            </a:defPPr>
          </a:lstStyle>
          <a:p>
            <a:pPr>
              <a:defRPr sz="1875" b="0">
                <a:solidFill>
                  <a:srgbClr val="4A5968"/>
                </a:solidFill>
                <a:latin typeface="Arial"/>
                <a:ea typeface="Arial"/>
                <a:cs typeface="Arial"/>
              </a:defRPr>
            </a:pPr>
            <a:r>
              <a:rPr sz="1875" b="0">
                <a:solidFill>
                  <a:srgbClr val="4A5968"/>
                </a:solidFill>
                <a:latin typeface="Arial"/>
                <a:ea typeface="Arial"/>
                <a:cs typeface="Arial"/>
              </a:rPr>
              <a:t>The opposite displacement convention gives a negative input term.</a:t>
            </a:r>
          </a:p>
        </p:txBody>
      </p:sp>
    </p:spTree>
    <p:extLst>
      <p:ext uri="{BB962C8B-B14F-4D97-AF65-F5344CB8AC3E}">
        <p14:creationId xmlns:p14="http://schemas.microsoft.com/office/powerpoint/2010/main" val="1396896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Assumed demonstration parameters">
            <a:extLst>
              <a:ext uri="{FF2B5EF4-FFF2-40B4-BE49-F238E27FC236}">
                <a16:creationId xmlns:a16="http://schemas.microsoft.com/office/drawing/2014/main" id="{00A2C1F9-8B69-49C6-99A7-DEA122781864}"/>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Assumed demonstration parameters</a:t>
            </a:r>
          </a:p>
        </p:txBody>
      </p:sp>
      <p:sp>
        <p:nvSpPr>
          <p:cNvPr id="2" name="06">
            <a:extLst>
              <a:ext uri="{FF2B5EF4-FFF2-40B4-BE49-F238E27FC236}">
                <a16:creationId xmlns:a16="http://schemas.microsoft.com/office/drawing/2014/main" id="{7D2FA565-F740-4788-8DD9-0D73CC18FB5A}"/>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06</a:t>
            </a:r>
          </a:p>
        </p:txBody>
      </p:sp>
      <p:graphicFrame>
        <p:nvGraphicFramePr>
          <p:cNvPr id="3" name="表格 2">
            <a:extLst>
              <a:ext uri="{FF2B5EF4-FFF2-40B4-BE49-F238E27FC236}">
                <a16:creationId xmlns:a16="http://schemas.microsoft.com/office/drawing/2014/main" id="{BCA4FB2D-3BB8-4335-B733-8525B0281D94}"/>
              </a:ext>
            </a:extLst>
          </p:cNvPr>
          <p:cNvGraphicFramePr/>
          <p:nvPr/>
        </p:nvGraphicFramePr>
        <p:xfrm>
          <a:off x="552450" y="1371600"/>
          <a:ext cx="11087100" cy="3914775"/>
        </p:xfrm>
        <a:graphic>
          <a:graphicData uri="http://schemas.openxmlformats.org/drawingml/2006/table">
            <a:tbl>
              <a:tblPr/>
              <a:tblGrid>
                <a:gridCol w="485775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2228850">
                  <a:extLst>
                    <a:ext uri="{9D8B030D-6E8A-4147-A177-3AD203B41FA5}">
                      <a16:colId xmlns:a16="http://schemas.microsoft.com/office/drawing/2014/main" val="20002"/>
                    </a:ext>
                  </a:extLst>
                </a:gridCol>
              </a:tblGrid>
              <a:tr h="559254">
                <a:tc>
                  <a:txBody>
                    <a:bodyPr/>
                    <a:lstStyle/>
                    <a:p>
                      <a:r>
                        <a:rPr sz="1875" b="1">
                          <a:solidFill>
                            <a:srgbClr val="FFFFFF"/>
                          </a:solidFill>
                          <a:latin typeface="Arial"/>
                          <a:ea typeface="Arial"/>
                          <a:cs typeface="Arial"/>
                        </a:rPr>
                        <a:t>Parameter</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75" b="1">
                          <a:solidFill>
                            <a:srgbClr val="FFFFFF"/>
                          </a:solidFill>
                          <a:latin typeface="Arial"/>
                          <a:ea typeface="Arial"/>
                          <a:cs typeface="Arial"/>
                        </a:rPr>
                        <a:t>Value</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75" b="1">
                          <a:solidFill>
                            <a:srgbClr val="FFFFFF"/>
                          </a:solidFill>
                          <a:latin typeface="Arial"/>
                          <a:ea typeface="Arial"/>
                          <a:cs typeface="Arial"/>
                        </a:rPr>
                        <a:t>Unit</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559254">
                <a:tc>
                  <a:txBody>
                    <a:bodyPr/>
                    <a:lstStyle/>
                    <a:p>
                      <a:r>
                        <a:rPr sz="1875" b="0">
                          <a:solidFill>
                            <a:srgbClr val="172F46"/>
                          </a:solidFill>
                          <a:latin typeface="Arial"/>
                          <a:ea typeface="Arial"/>
                          <a:cs typeface="Arial"/>
                        </a:rPr>
                        <a:t>Mass m</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1e-6  (1 mg)</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kg</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559254">
                <a:tc>
                  <a:txBody>
                    <a:bodyPr/>
                    <a:lstStyle/>
                    <a:p>
                      <a:r>
                        <a:rPr sz="1875" b="0">
                          <a:solidFill>
                            <a:srgbClr val="172F46"/>
                          </a:solidFill>
                          <a:latin typeface="Arial"/>
                          <a:ea typeface="Arial"/>
                          <a:cs typeface="Arial"/>
                        </a:rPr>
                        <a:t>Undamped natural frequency fn</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75" b="0">
                          <a:solidFill>
                            <a:srgbClr val="172F46"/>
                          </a:solidFill>
                          <a:latin typeface="Arial"/>
                          <a:ea typeface="Arial"/>
                          <a:cs typeface="Arial"/>
                        </a:rPr>
                        <a:t>1000</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75" b="0">
                          <a:solidFill>
                            <a:srgbClr val="172F46"/>
                          </a:solidFill>
                          <a:latin typeface="Arial"/>
                          <a:ea typeface="Arial"/>
                          <a:cs typeface="Arial"/>
                        </a:rPr>
                        <a:t>Hz</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r h="559254">
                <a:tc>
                  <a:txBody>
                    <a:bodyPr/>
                    <a:lstStyle/>
                    <a:p>
                      <a:r>
                        <a:rPr sz="1875" b="0">
                          <a:solidFill>
                            <a:srgbClr val="172F46"/>
                          </a:solidFill>
                          <a:latin typeface="Arial"/>
                          <a:ea typeface="Arial"/>
                          <a:cs typeface="Arial"/>
                        </a:rPr>
                        <a:t>Damping ratio zeta</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0.7</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dimensionless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3"/>
                  </a:ext>
                </a:extLst>
              </a:tr>
              <a:tr h="559254">
                <a:tc>
                  <a:txBody>
                    <a:bodyPr/>
                    <a:lstStyle/>
                    <a:p>
                      <a:r>
                        <a:rPr sz="1875" b="0">
                          <a:solidFill>
                            <a:srgbClr val="172F46"/>
                          </a:solidFill>
                          <a:latin typeface="Arial"/>
                          <a:ea typeface="Arial"/>
                          <a:cs typeface="Arial"/>
                        </a:rPr>
                        <a:t>Stiffness k</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75" b="0">
                          <a:solidFill>
                            <a:srgbClr val="172F46"/>
                          </a:solidFill>
                          <a:latin typeface="Arial"/>
                          <a:ea typeface="Arial"/>
                          <a:cs typeface="Arial"/>
                        </a:rPr>
                        <a:t>39.4784176</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75" b="0">
                          <a:solidFill>
                            <a:srgbClr val="172F46"/>
                          </a:solidFill>
                          <a:latin typeface="Arial"/>
                          <a:ea typeface="Arial"/>
                          <a:cs typeface="Arial"/>
                        </a:rPr>
                        <a:t>N/m</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4"/>
                  </a:ext>
                </a:extLst>
              </a:tr>
              <a:tr h="559254">
                <a:tc>
                  <a:txBody>
                    <a:bodyPr/>
                    <a:lstStyle/>
                    <a:p>
                      <a:r>
                        <a:rPr sz="1875" b="0">
                          <a:solidFill>
                            <a:srgbClr val="172F46"/>
                          </a:solidFill>
                          <a:latin typeface="Arial"/>
                          <a:ea typeface="Arial"/>
                          <a:cs typeface="Arial"/>
                        </a:rPr>
                        <a:t>Damping b</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0.00879645943</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N s/m</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5"/>
                  </a:ext>
                </a:extLst>
              </a:tr>
              <a:tr h="559254">
                <a:tc>
                  <a:txBody>
                    <a:bodyPr/>
                    <a:lstStyle/>
                    <a:p>
                      <a:r>
                        <a:rPr sz="1875" b="0">
                          <a:solidFill>
                            <a:srgbClr val="172F46"/>
                          </a:solidFill>
                          <a:latin typeface="Arial"/>
                          <a:ea typeface="Arial"/>
                          <a:cs typeface="Arial"/>
                        </a:rPr>
                        <a:t>Gravity reference g0</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75" b="0">
                          <a:solidFill>
                            <a:srgbClr val="172F46"/>
                          </a:solidFill>
                          <a:latin typeface="Arial"/>
                          <a:ea typeface="Arial"/>
                          <a:cs typeface="Arial"/>
                        </a:rPr>
                        <a:t>9.80665</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75" b="0">
                          <a:solidFill>
                            <a:srgbClr val="172F46"/>
                          </a:solidFill>
                          <a:latin typeface="Arial"/>
                          <a:ea typeface="Arial"/>
                          <a:cs typeface="Arial"/>
                        </a:rPr>
                        <a:t>m/s²</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6"/>
                  </a:ext>
                </a:extLst>
              </a:tr>
            </a:tbl>
          </a:graphicData>
        </a:graphic>
      </p:graphicFrame>
      <p:sp>
        <p:nvSpPr>
          <p:cNvPr id="4" name="Static sensitivity: 0.2484 um/g       Example input ran">
            <a:extLst>
              <a:ext uri="{FF2B5EF4-FFF2-40B4-BE49-F238E27FC236}">
                <a16:creationId xmlns:a16="http://schemas.microsoft.com/office/drawing/2014/main" id="{23B6F260-0AA7-4BAF-B6D3-ACCB1A978481}"/>
              </a:ext>
            </a:extLst>
          </p:cNvPr>
          <p:cNvSpPr>
            <a:spLocks noGrp="1"/>
          </p:cNvSpPr>
          <p:nvPr/>
        </p:nvSpPr>
        <p:spPr>
          <a:xfrm>
            <a:off x="552450" y="5638800"/>
            <a:ext cx="11087100" cy="647700"/>
          </a:xfrm>
          <a:prstGeom prst="rect">
            <a:avLst/>
          </a:prstGeom>
          <a:noFill/>
          <a:ln w="0">
            <a:noFill/>
          </a:ln>
        </p:spPr>
        <p:txBody>
          <a:bodyPr wrap="square" lIns="0" tIns="0" rIns="0" bIns="0" anchor="t">
            <a:noAutofit/>
          </a:bodyPr>
          <a:lstStyle>
            <a:defPPr>
              <a:defRPr sz="2175" b="1">
                <a:solidFill>
                  <a:srgbClr val="245B9B"/>
                </a:solidFill>
                <a:latin typeface="Arial"/>
                <a:ea typeface="Arial"/>
                <a:cs typeface="Arial"/>
              </a:defRPr>
            </a:defPPr>
          </a:lstStyle>
          <a:p>
            <a:pPr>
              <a:defRPr sz="2175" b="1">
                <a:solidFill>
                  <a:srgbClr val="245B9B"/>
                </a:solidFill>
                <a:latin typeface="Arial"/>
                <a:ea typeface="Arial"/>
                <a:cs typeface="Arial"/>
              </a:defRPr>
            </a:pPr>
            <a:r>
              <a:rPr sz="2175" b="1">
                <a:solidFill>
                  <a:srgbClr val="245B9B"/>
                </a:solidFill>
                <a:latin typeface="Arial"/>
                <a:ea typeface="Arial"/>
                <a:cs typeface="Arial"/>
              </a:rPr>
              <a:t>Static sensitivity: 0.2484 um/g       Example input range: +/-2g</a:t>
            </a:r>
          </a:p>
        </p:txBody>
      </p:sp>
    </p:spTree>
    <p:extLst>
      <p:ext uri="{BB962C8B-B14F-4D97-AF65-F5344CB8AC3E}">
        <p14:creationId xmlns:p14="http://schemas.microsoft.com/office/powerpoint/2010/main" val="643923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Verification plan">
            <a:extLst>
              <a:ext uri="{FF2B5EF4-FFF2-40B4-BE49-F238E27FC236}">
                <a16:creationId xmlns:a16="http://schemas.microsoft.com/office/drawing/2014/main" id="{C413B151-3EA0-462A-81CC-C88E20E6E84D}"/>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Verification plan</a:t>
            </a:r>
          </a:p>
        </p:txBody>
      </p:sp>
      <p:sp>
        <p:nvSpPr>
          <p:cNvPr id="2" name="07">
            <a:extLst>
              <a:ext uri="{FF2B5EF4-FFF2-40B4-BE49-F238E27FC236}">
                <a16:creationId xmlns:a16="http://schemas.microsoft.com/office/drawing/2014/main" id="{097E0FCF-0526-4B24-8768-C0E70200C474}"/>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07</a:t>
            </a:r>
          </a:p>
        </p:txBody>
      </p:sp>
      <p:graphicFrame>
        <p:nvGraphicFramePr>
          <p:cNvPr id="3" name="表格 2">
            <a:extLst>
              <a:ext uri="{FF2B5EF4-FFF2-40B4-BE49-F238E27FC236}">
                <a16:creationId xmlns:a16="http://schemas.microsoft.com/office/drawing/2014/main" id="{71E99DEC-175F-42C3-A703-20F88499FA71}"/>
              </a:ext>
            </a:extLst>
          </p:cNvPr>
          <p:cNvGraphicFramePr/>
          <p:nvPr/>
        </p:nvGraphicFramePr>
        <p:xfrm>
          <a:off x="552450" y="1466850"/>
          <a:ext cx="11087100" cy="3714750"/>
        </p:xfrm>
        <a:graphic>
          <a:graphicData uri="http://schemas.openxmlformats.org/drawingml/2006/table">
            <a:tbl>
              <a:tblPr/>
              <a:tblGrid>
                <a:gridCol w="47625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619125">
                <a:tc>
                  <a:txBody>
                    <a:bodyPr/>
                    <a:lstStyle/>
                    <a:p>
                      <a:r>
                        <a:rPr sz="1950" b="1">
                          <a:solidFill>
                            <a:srgbClr val="FFFFFF"/>
                          </a:solidFill>
                          <a:latin typeface="Arial"/>
                          <a:ea typeface="Arial"/>
                          <a:cs typeface="Arial"/>
                        </a:rPr>
                        <a:t>Test</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950" b="1">
                          <a:solidFill>
                            <a:srgbClr val="FFFFFF"/>
                          </a:solidFill>
                          <a:latin typeface="Arial"/>
                          <a:ea typeface="Arial"/>
                          <a:cs typeface="Arial"/>
                        </a:rPr>
                        <a:t>Expected check</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619125">
                <a:tc>
                  <a:txBody>
                    <a:bodyPr/>
                    <a:lstStyle/>
                    <a:p>
                      <a:r>
                        <a:rPr sz="1950" b="0">
                          <a:solidFill>
                            <a:srgbClr val="172F46"/>
                          </a:solidFill>
                          <a:latin typeface="Arial"/>
                          <a:ea typeface="Arial"/>
                          <a:cs typeface="Arial"/>
                        </a:rPr>
                        <a:t>1g step</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950" b="0">
                          <a:solidFill>
                            <a:srgbClr val="172F46"/>
                          </a:solidFill>
                          <a:latin typeface="Arial"/>
                          <a:ea typeface="Arial"/>
                          <a:cs typeface="Arial"/>
                        </a:rPr>
                        <a:t>Final x = 0.2484 um, overshoot about 4.60%</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619125">
                <a:tc>
                  <a:txBody>
                    <a:bodyPr/>
                    <a:lstStyle/>
                    <a:p>
                      <a:r>
                        <a:rPr sz="1950" b="0">
                          <a:solidFill>
                            <a:srgbClr val="172F46"/>
                          </a:solidFill>
                          <a:latin typeface="Arial"/>
                          <a:ea typeface="Arial"/>
                          <a:cs typeface="Arial"/>
                        </a:rPr>
                        <a:t>Settling time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950" b="0">
                          <a:solidFill>
                            <a:srgbClr val="172F46"/>
                          </a:solidFill>
                          <a:latin typeface="Arial"/>
                          <a:ea typeface="Arial"/>
                          <a:cs typeface="Arial"/>
                        </a:rPr>
                        <a:t>About 0.952 ms after the step, using a 2% band</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r h="619125">
                <a:tc>
                  <a:txBody>
                    <a:bodyPr/>
                    <a:lstStyle/>
                    <a:p>
                      <a:r>
                        <a:rPr sz="1950" b="0">
                          <a:solidFill>
                            <a:srgbClr val="172F46"/>
                          </a:solidFill>
                          <a:latin typeface="Arial"/>
                          <a:ea typeface="Arial"/>
                          <a:cs typeface="Arial"/>
                        </a:rPr>
                        <a:t>100, 1000, 5000 Hz sine inputs</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950" b="0">
                          <a:solidFill>
                            <a:srgbClr val="172F46"/>
                          </a:solidFill>
                          <a:latin typeface="Arial"/>
                          <a:ea typeface="Arial"/>
                          <a:cs typeface="Arial"/>
                        </a:rPr>
                        <a:t>Gain and phase agree with the transfer function</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3"/>
                  </a:ext>
                </a:extLst>
              </a:tr>
              <a:tr h="619125">
                <a:tc>
                  <a:txBody>
                    <a:bodyPr/>
                    <a:lstStyle/>
                    <a:p>
                      <a:r>
                        <a:rPr sz="1950" b="0">
                          <a:solidFill>
                            <a:srgbClr val="172F46"/>
                          </a:solidFill>
                          <a:latin typeface="Arial"/>
                          <a:ea typeface="Arial"/>
                          <a:cs typeface="Arial"/>
                        </a:rPr>
                        <a:t>Transfer Fcn versus two integrators</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950" b="0">
                          <a:solidFill>
                            <a:srgbClr val="172F46"/>
                          </a:solidFill>
                          <a:latin typeface="Arial"/>
                          <a:ea typeface="Arial"/>
                          <a:cs typeface="Arial"/>
                        </a:rPr>
                        <a:t>Both displacement signals overlap</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4"/>
                  </a:ext>
                </a:extLst>
              </a:tr>
              <a:tr h="619125">
                <a:tc>
                  <a:txBody>
                    <a:bodyPr/>
                    <a:lstStyle/>
                    <a:p>
                      <a:r>
                        <a:rPr sz="1950" b="0">
                          <a:solidFill>
                            <a:srgbClr val="172F46"/>
                          </a:solidFill>
                          <a:latin typeface="Arial"/>
                          <a:ea typeface="Arial"/>
                          <a:cs typeface="Arial"/>
                        </a:rPr>
                        <a:t>Damping comparison</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950" b="0">
                          <a:solidFill>
                            <a:srgbClr val="172F46"/>
                          </a:solidFill>
                          <a:latin typeface="Arial"/>
                          <a:ea typeface="Arial"/>
                          <a:cs typeface="Arial"/>
                        </a:rPr>
                        <a:t>Change b consistently with the selected zeta</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4" name="The checks apply to the mechanical model and the assume">
            <a:extLst>
              <a:ext uri="{FF2B5EF4-FFF2-40B4-BE49-F238E27FC236}">
                <a16:creationId xmlns:a16="http://schemas.microsoft.com/office/drawing/2014/main" id="{05768302-9CB6-400F-87E6-1F1BE7133BCE}"/>
              </a:ext>
            </a:extLst>
          </p:cNvPr>
          <p:cNvSpPr>
            <a:spLocks noGrp="1"/>
          </p:cNvSpPr>
          <p:nvPr/>
        </p:nvSpPr>
        <p:spPr>
          <a:xfrm>
            <a:off x="552450" y="5581650"/>
            <a:ext cx="11049000" cy="762000"/>
          </a:xfrm>
          <a:prstGeom prst="rect">
            <a:avLst/>
          </a:prstGeom>
          <a:noFill/>
          <a:ln w="0">
            <a:noFill/>
          </a:ln>
        </p:spPr>
        <p:txBody>
          <a:bodyPr wrap="square" lIns="0" tIns="0" rIns="0" bIns="0" anchor="t">
            <a:noAutofit/>
          </a:bodyPr>
          <a:lstStyle>
            <a:defPPr>
              <a:defRPr sz="1875" b="0">
                <a:solidFill>
                  <a:srgbClr val="4A5968"/>
                </a:solidFill>
                <a:latin typeface="Arial"/>
                <a:ea typeface="Arial"/>
                <a:cs typeface="Arial"/>
              </a:defRPr>
            </a:defPPr>
          </a:lstStyle>
          <a:p>
            <a:pPr>
              <a:defRPr sz="1875" b="0">
                <a:solidFill>
                  <a:srgbClr val="4A5968"/>
                </a:solidFill>
                <a:latin typeface="Arial"/>
                <a:ea typeface="Arial"/>
                <a:cs typeface="Arial"/>
              </a:defRPr>
            </a:pPr>
            <a:r>
              <a:rPr sz="1875" b="0">
                <a:solidFill>
                  <a:srgbClr val="4A5968"/>
                </a:solidFill>
                <a:latin typeface="Arial"/>
                <a:ea typeface="Arial"/>
                <a:cs typeface="Arial"/>
              </a:rPr>
              <a:t>The checks apply to the mechanical model and the assumed demonstration parameters.</a:t>
            </a:r>
          </a:p>
        </p:txBody>
      </p:sp>
    </p:spTree>
    <p:extLst>
      <p:ext uri="{BB962C8B-B14F-4D97-AF65-F5344CB8AC3E}">
        <p14:creationId xmlns:p14="http://schemas.microsoft.com/office/powerpoint/2010/main" val="54898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imulink blocks for the complete model">
            <a:extLst>
              <a:ext uri="{FF2B5EF4-FFF2-40B4-BE49-F238E27FC236}">
                <a16:creationId xmlns:a16="http://schemas.microsoft.com/office/drawing/2014/main" id="{1EE372BB-8DF7-4EBB-B2DF-B744FFFB69D7}"/>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Simulink blocks for the complete model</a:t>
            </a:r>
          </a:p>
        </p:txBody>
      </p:sp>
      <p:sp>
        <p:nvSpPr>
          <p:cNvPr id="2" name="08">
            <a:extLst>
              <a:ext uri="{FF2B5EF4-FFF2-40B4-BE49-F238E27FC236}">
                <a16:creationId xmlns:a16="http://schemas.microsoft.com/office/drawing/2014/main" id="{165EA205-78B5-4698-A265-BB56832BB0B6}"/>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08</a:t>
            </a:r>
          </a:p>
        </p:txBody>
      </p:sp>
      <p:graphicFrame>
        <p:nvGraphicFramePr>
          <p:cNvPr id="3" name="表格 2">
            <a:extLst>
              <a:ext uri="{FF2B5EF4-FFF2-40B4-BE49-F238E27FC236}">
                <a16:creationId xmlns:a16="http://schemas.microsoft.com/office/drawing/2014/main" id="{46816327-143C-4C74-A415-3C372DEA99A7}"/>
              </a:ext>
            </a:extLst>
          </p:cNvPr>
          <p:cNvGraphicFramePr/>
          <p:nvPr/>
        </p:nvGraphicFramePr>
        <p:xfrm>
          <a:off x="552450" y="1438275"/>
          <a:ext cx="11087100" cy="3486150"/>
        </p:xfrm>
        <a:graphic>
          <a:graphicData uri="http://schemas.openxmlformats.org/drawingml/2006/table">
            <a:tbl>
              <a:tblPr/>
              <a:tblGrid>
                <a:gridCol w="3286125">
                  <a:extLst>
                    <a:ext uri="{9D8B030D-6E8A-4147-A177-3AD203B41FA5}">
                      <a16:colId xmlns:a16="http://schemas.microsoft.com/office/drawing/2014/main" val="20000"/>
                    </a:ext>
                  </a:extLst>
                </a:gridCol>
                <a:gridCol w="6372225">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tblGrid>
              <a:tr h="581025">
                <a:tc>
                  <a:txBody>
                    <a:bodyPr/>
                    <a:lstStyle/>
                    <a:p>
                      <a:r>
                        <a:rPr sz="1875" b="1">
                          <a:solidFill>
                            <a:srgbClr val="FFFFFF"/>
                          </a:solidFill>
                          <a:latin typeface="Arial"/>
                          <a:ea typeface="Arial"/>
                          <a:cs typeface="Arial"/>
                        </a:rPr>
                        <a:t>Library / role</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75" b="1">
                          <a:solidFill>
                            <a:srgbClr val="FFFFFF"/>
                          </a:solidFill>
                          <a:latin typeface="Arial"/>
                          <a:ea typeface="Arial"/>
                          <a:cs typeface="Arial"/>
                        </a:rPr>
                        <a:t>Blocks to add</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75" b="1">
                          <a:solidFill>
                            <a:srgbClr val="FFFFFF"/>
                          </a:solidFill>
                          <a:latin typeface="Arial"/>
                          <a:ea typeface="Arial"/>
                          <a:cs typeface="Arial"/>
                        </a:rPr>
                        <a:t>Count</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581025">
                <a:tc>
                  <a:txBody>
                    <a:bodyPr/>
                    <a:lstStyle/>
                    <a:p>
                      <a:r>
                        <a:rPr sz="1875" b="0">
                          <a:solidFill>
                            <a:srgbClr val="172F46"/>
                          </a:solidFill>
                          <a:latin typeface="Arial"/>
                          <a:ea typeface="Arial"/>
                          <a:cs typeface="Arial"/>
                        </a:rPr>
                        <a:t>Sources</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Step, Sine Wave, Constant</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3</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581025">
                <a:tc>
                  <a:txBody>
                    <a:bodyPr/>
                    <a:lstStyle/>
                    <a:p>
                      <a:r>
                        <a:rPr sz="1875" b="0">
                          <a:solidFill>
                            <a:srgbClr val="172F46"/>
                          </a:solidFill>
                          <a:latin typeface="Arial"/>
                          <a:ea typeface="Arial"/>
                          <a:cs typeface="Arial"/>
                        </a:rPr>
                        <a:t>Continuous</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75" b="0">
                          <a:solidFill>
                            <a:srgbClr val="172F46"/>
                          </a:solidFill>
                          <a:latin typeface="Arial"/>
                          <a:ea typeface="Arial"/>
                          <a:cs typeface="Arial"/>
                        </a:rPr>
                        <a:t>Transfer Fcn, two Integrators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75" b="0">
                          <a:solidFill>
                            <a:srgbClr val="172F46"/>
                          </a:solidFill>
                          <a:latin typeface="Arial"/>
                          <a:ea typeface="Arial"/>
                          <a:cs typeface="Arial"/>
                        </a:rPr>
                        <a:t>3</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r h="581025">
                <a:tc>
                  <a:txBody>
                    <a:bodyPr/>
                    <a:lstStyle/>
                    <a:p>
                      <a:r>
                        <a:rPr sz="1875" b="0">
                          <a:solidFill>
                            <a:srgbClr val="172F46"/>
                          </a:solidFill>
                          <a:latin typeface="Arial"/>
                          <a:ea typeface="Arial"/>
                          <a:cs typeface="Arial"/>
                        </a:rPr>
                        <a:t>Math Operations</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Sum, four Gains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5</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3"/>
                  </a:ext>
                </a:extLst>
              </a:tr>
              <a:tr h="581025">
                <a:tc>
                  <a:txBody>
                    <a:bodyPr/>
                    <a:lstStyle/>
                    <a:p>
                      <a:r>
                        <a:rPr sz="1875" b="0">
                          <a:solidFill>
                            <a:srgbClr val="172F46"/>
                          </a:solidFill>
                          <a:latin typeface="Arial"/>
                          <a:ea typeface="Arial"/>
                          <a:cs typeface="Arial"/>
                        </a:rPr>
                        <a:t>Signal Routing</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75" b="0">
                          <a:solidFill>
                            <a:srgbClr val="172F46"/>
                          </a:solidFill>
                          <a:latin typeface="Arial"/>
                          <a:ea typeface="Arial"/>
                          <a:cs typeface="Arial"/>
                        </a:rPr>
                        <a:t>Switch, Mux</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75" b="0">
                          <a:solidFill>
                            <a:srgbClr val="172F46"/>
                          </a:solidFill>
                          <a:latin typeface="Arial"/>
                          <a:ea typeface="Arial"/>
                          <a:cs typeface="Arial"/>
                        </a:rPr>
                        <a:t>2</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4"/>
                  </a:ext>
                </a:extLst>
              </a:tr>
              <a:tr h="581025">
                <a:tc>
                  <a:txBody>
                    <a:bodyPr/>
                    <a:lstStyle/>
                    <a:p>
                      <a:r>
                        <a:rPr sz="1875" b="0">
                          <a:solidFill>
                            <a:srgbClr val="172F46"/>
                          </a:solidFill>
                          <a:latin typeface="Arial"/>
                          <a:ea typeface="Arial"/>
                          <a:cs typeface="Arial"/>
                        </a:rPr>
                        <a:t>Sinks</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Scope, three To Workspace blocks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4</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4" name="Build the Step / Transfer Fcn / Gain / Scope chain firs">
            <a:extLst>
              <a:ext uri="{FF2B5EF4-FFF2-40B4-BE49-F238E27FC236}">
                <a16:creationId xmlns:a16="http://schemas.microsoft.com/office/drawing/2014/main" id="{7F69C08C-1467-44CA-8427-E003CE4732CE}"/>
              </a:ext>
            </a:extLst>
          </p:cNvPr>
          <p:cNvSpPr>
            <a:spLocks noGrp="1"/>
          </p:cNvSpPr>
          <p:nvPr/>
        </p:nvSpPr>
        <p:spPr>
          <a:xfrm>
            <a:off x="552450" y="5276850"/>
            <a:ext cx="11087100" cy="571500"/>
          </a:xfrm>
          <a:prstGeom prst="rect">
            <a:avLst/>
          </a:prstGeom>
          <a:noFill/>
          <a:ln w="0">
            <a:noFill/>
          </a:ln>
        </p:spPr>
        <p:txBody>
          <a:bodyPr wrap="square" lIns="0" tIns="0" rIns="0" bIns="0" anchor="t">
            <a:noAutofit/>
          </a:bodyPr>
          <a:lstStyle>
            <a:defPPr>
              <a:defRPr sz="2325" b="1">
                <a:solidFill>
                  <a:srgbClr val="245B9B"/>
                </a:solidFill>
                <a:latin typeface="Arial"/>
                <a:ea typeface="Arial"/>
                <a:cs typeface="Arial"/>
              </a:defRPr>
            </a:defPPr>
          </a:lstStyle>
          <a:p>
            <a:pPr>
              <a:defRPr sz="2325" b="1">
                <a:solidFill>
                  <a:srgbClr val="245B9B"/>
                </a:solidFill>
                <a:latin typeface="Arial"/>
                <a:ea typeface="Arial"/>
                <a:cs typeface="Arial"/>
              </a:defRPr>
            </a:pPr>
            <a:r>
              <a:rPr sz="2325" b="1">
                <a:solidFill>
                  <a:srgbClr val="245B9B"/>
                </a:solidFill>
                <a:latin typeface="Arial"/>
                <a:ea typeface="Arial"/>
                <a:cs typeface="Arial"/>
              </a:rPr>
              <a:t>Build the Step / Transfer Fcn / Gain / Scope chain first.</a:t>
            </a:r>
          </a:p>
        </p:txBody>
      </p:sp>
      <p:sp>
        <p:nvSpPr>
          <p:cNvPr id="5" name="Add the second realization and optional input/logging b">
            <a:extLst>
              <a:ext uri="{FF2B5EF4-FFF2-40B4-BE49-F238E27FC236}">
                <a16:creationId xmlns:a16="http://schemas.microsoft.com/office/drawing/2014/main" id="{D5CEB0E2-7118-45FF-90EE-8328BB3C27BF}"/>
              </a:ext>
            </a:extLst>
          </p:cNvPr>
          <p:cNvSpPr>
            <a:spLocks noGrp="1"/>
          </p:cNvSpPr>
          <p:nvPr/>
        </p:nvSpPr>
        <p:spPr>
          <a:xfrm>
            <a:off x="552450" y="5924550"/>
            <a:ext cx="11087100" cy="476250"/>
          </a:xfrm>
          <a:prstGeom prst="rect">
            <a:avLst/>
          </a:prstGeom>
          <a:noFill/>
          <a:ln w="0">
            <a:noFill/>
          </a:ln>
        </p:spPr>
        <p:txBody>
          <a:bodyPr wrap="square" lIns="0" tIns="0" rIns="0" bIns="0" anchor="t">
            <a:noAutofit/>
          </a:bodyPr>
          <a:lstStyle>
            <a:defPPr>
              <a:defRPr sz="1800" b="0">
                <a:solidFill>
                  <a:srgbClr val="4A5968"/>
                </a:solidFill>
                <a:latin typeface="Arial"/>
                <a:ea typeface="Arial"/>
                <a:cs typeface="Arial"/>
              </a:defRPr>
            </a:defPPr>
          </a:lstStyle>
          <a:p>
            <a:pPr>
              <a:defRPr sz="1800" b="0">
                <a:solidFill>
                  <a:srgbClr val="4A5968"/>
                </a:solidFill>
                <a:latin typeface="Arial"/>
                <a:ea typeface="Arial"/>
                <a:cs typeface="Arial"/>
              </a:defRPr>
            </a:pPr>
            <a:r>
              <a:rPr sz="1800" b="0">
                <a:solidFill>
                  <a:srgbClr val="4A5968"/>
                </a:solidFill>
                <a:latin typeface="Arial"/>
                <a:ea typeface="Arial"/>
                <a:cs typeface="Arial"/>
              </a:rPr>
              <a:t>Add the second realization and optional input/logging blocks after the first run works.</a:t>
            </a:r>
          </a:p>
        </p:txBody>
      </p:sp>
    </p:spTree>
    <p:extLst>
      <p:ext uri="{BB962C8B-B14F-4D97-AF65-F5344CB8AC3E}">
        <p14:creationId xmlns:p14="http://schemas.microsoft.com/office/powerpoint/2010/main" val="7344993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tep 1: A new blank model">
            <a:extLst>
              <a:ext uri="{FF2B5EF4-FFF2-40B4-BE49-F238E27FC236}">
                <a16:creationId xmlns:a16="http://schemas.microsoft.com/office/drawing/2014/main" id="{FFB32F93-F704-4A41-9FE2-936FD927CDA4}"/>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Step 1: A new blank model</a:t>
            </a:r>
          </a:p>
        </p:txBody>
      </p:sp>
      <p:sp>
        <p:nvSpPr>
          <p:cNvPr id="2" name="09">
            <a:extLst>
              <a:ext uri="{FF2B5EF4-FFF2-40B4-BE49-F238E27FC236}">
                <a16:creationId xmlns:a16="http://schemas.microsoft.com/office/drawing/2014/main" id="{F13335E0-8A71-412E-8C7A-9258B3ECFDCD}"/>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09</a:t>
            </a:r>
          </a:p>
        </p:txBody>
      </p:sp>
      <p:sp>
        <p:nvSpPr>
          <p:cNvPr id="3" name="1. Open Simulink from MATLAB.">
            <a:extLst>
              <a:ext uri="{FF2B5EF4-FFF2-40B4-BE49-F238E27FC236}">
                <a16:creationId xmlns:a16="http://schemas.microsoft.com/office/drawing/2014/main" id="{A812B132-380E-4EFC-B235-A4F259BE5B4D}"/>
              </a:ext>
            </a:extLst>
          </p:cNvPr>
          <p:cNvSpPr>
            <a:spLocks noGrp="1"/>
          </p:cNvSpPr>
          <p:nvPr/>
        </p:nvSpPr>
        <p:spPr>
          <a:xfrm>
            <a:off x="552450" y="1504950"/>
            <a:ext cx="11087100" cy="552450"/>
          </a:xfrm>
          <a:prstGeom prst="rect">
            <a:avLst/>
          </a:prstGeom>
          <a:noFill/>
          <a:ln w="0">
            <a:noFill/>
          </a:ln>
        </p:spPr>
        <p:txBody>
          <a:bodyPr wrap="square" lIns="0" tIns="0" rIns="0" bIns="0" anchor="t">
            <a:noAutofit/>
          </a:bodyPr>
          <a:lstStyle>
            <a:defPPr>
              <a:defRPr sz="2325" b="0">
                <a:solidFill>
                  <a:srgbClr val="172F46"/>
                </a:solidFill>
                <a:latin typeface="Arial"/>
                <a:ea typeface="Arial"/>
                <a:cs typeface="Arial"/>
              </a:defRPr>
            </a:defPPr>
          </a:lstStyle>
          <a:p>
            <a:pPr>
              <a:defRPr sz="2325" b="0">
                <a:solidFill>
                  <a:srgbClr val="172F46"/>
                </a:solidFill>
                <a:latin typeface="Arial"/>
                <a:ea typeface="Arial"/>
                <a:cs typeface="Arial"/>
              </a:defRPr>
            </a:pPr>
            <a:r>
              <a:rPr sz="2325" b="0">
                <a:solidFill>
                  <a:srgbClr val="172F46"/>
                </a:solidFill>
                <a:latin typeface="Arial"/>
                <a:ea typeface="Arial"/>
                <a:cs typeface="Arial"/>
              </a:rPr>
              <a:t>1. Open Simulink from MATLAB.</a:t>
            </a:r>
          </a:p>
        </p:txBody>
      </p:sp>
      <p:sp>
        <p:nvSpPr>
          <p:cNvPr id="4" name="simulink">
            <a:extLst>
              <a:ext uri="{FF2B5EF4-FFF2-40B4-BE49-F238E27FC236}">
                <a16:creationId xmlns:a16="http://schemas.microsoft.com/office/drawing/2014/main" id="{7A47C6A0-C0D7-474B-AA21-8E39586CFD8F}"/>
              </a:ext>
            </a:extLst>
          </p:cNvPr>
          <p:cNvSpPr>
            <a:spLocks noGrp="1"/>
          </p:cNvSpPr>
          <p:nvPr/>
        </p:nvSpPr>
        <p:spPr>
          <a:xfrm>
            <a:off x="809625" y="2114550"/>
            <a:ext cx="10001250" cy="514350"/>
          </a:xfrm>
          <a:prstGeom prst="rect">
            <a:avLst/>
          </a:prstGeom>
          <a:noFill/>
          <a:ln w="0">
            <a:noFill/>
          </a:ln>
        </p:spPr>
        <p:txBody>
          <a:bodyPr wrap="square" lIns="0" tIns="0" rIns="0" bIns="0" anchor="t">
            <a:noAutofit/>
          </a:bodyPr>
          <a:lstStyle>
            <a:defPPr>
              <a:defRPr sz="2400" b="0">
                <a:solidFill>
                  <a:srgbClr val="245B9B"/>
                </a:solidFill>
                <a:latin typeface="Consolas"/>
                <a:ea typeface="Consolas"/>
                <a:cs typeface="Consolas"/>
              </a:defRPr>
            </a:defPPr>
          </a:lstStyle>
          <a:p>
            <a:pPr>
              <a:defRPr sz="2400" b="0">
                <a:solidFill>
                  <a:srgbClr val="245B9B"/>
                </a:solidFill>
                <a:latin typeface="Consolas"/>
                <a:ea typeface="Consolas"/>
                <a:cs typeface="Consolas"/>
              </a:defRPr>
            </a:pPr>
            <a:r>
              <a:rPr sz="2400" b="0">
                <a:solidFill>
                  <a:srgbClr val="245B9B"/>
                </a:solidFill>
                <a:latin typeface="Consolas"/>
                <a:ea typeface="Consolas"/>
                <a:cs typeface="Consolas"/>
              </a:rPr>
              <a:t>simulink</a:t>
            </a:r>
          </a:p>
        </p:txBody>
      </p:sp>
      <p:sp>
        <p:nvSpPr>
          <p:cNvPr id="5" name="2. Select Blank Model and save with Ctrl+S.">
            <a:extLst>
              <a:ext uri="{FF2B5EF4-FFF2-40B4-BE49-F238E27FC236}">
                <a16:creationId xmlns:a16="http://schemas.microsoft.com/office/drawing/2014/main" id="{204A68FE-6020-4C52-9B61-225255CB8411}"/>
              </a:ext>
            </a:extLst>
          </p:cNvPr>
          <p:cNvSpPr>
            <a:spLocks noGrp="1"/>
          </p:cNvSpPr>
          <p:nvPr/>
        </p:nvSpPr>
        <p:spPr>
          <a:xfrm>
            <a:off x="552450" y="3009900"/>
            <a:ext cx="11087100" cy="552450"/>
          </a:xfrm>
          <a:prstGeom prst="rect">
            <a:avLst/>
          </a:prstGeom>
          <a:noFill/>
          <a:ln w="0">
            <a:noFill/>
          </a:ln>
        </p:spPr>
        <p:txBody>
          <a:bodyPr wrap="square" lIns="0" tIns="0" rIns="0" bIns="0" anchor="t">
            <a:noAutofit/>
          </a:bodyPr>
          <a:lstStyle>
            <a:defPPr>
              <a:defRPr sz="2325" b="0">
                <a:solidFill>
                  <a:srgbClr val="172F46"/>
                </a:solidFill>
                <a:latin typeface="Arial"/>
                <a:ea typeface="Arial"/>
                <a:cs typeface="Arial"/>
              </a:defRPr>
            </a:defPPr>
          </a:lstStyle>
          <a:p>
            <a:pPr>
              <a:defRPr sz="2325" b="0">
                <a:solidFill>
                  <a:srgbClr val="172F46"/>
                </a:solidFill>
                <a:latin typeface="Arial"/>
                <a:ea typeface="Arial"/>
                <a:cs typeface="Arial"/>
              </a:defRPr>
            </a:pPr>
            <a:r>
              <a:rPr sz="2325" b="0">
                <a:solidFill>
                  <a:srgbClr val="172F46"/>
                </a:solidFill>
                <a:latin typeface="Arial"/>
                <a:ea typeface="Arial"/>
                <a:cs typeface="Arial"/>
              </a:rPr>
              <a:t>2. Select Blank Model and save with Ctrl+S.</a:t>
            </a:r>
          </a:p>
        </p:txBody>
      </p:sp>
      <p:sp>
        <p:nvSpPr>
          <p:cNvPr id="6" name="mems_accelerometer_lab.slx">
            <a:extLst>
              <a:ext uri="{FF2B5EF4-FFF2-40B4-BE49-F238E27FC236}">
                <a16:creationId xmlns:a16="http://schemas.microsoft.com/office/drawing/2014/main" id="{A2DF351A-F8EF-4485-BD7C-3543F5D84E6E}"/>
              </a:ext>
            </a:extLst>
          </p:cNvPr>
          <p:cNvSpPr>
            <a:spLocks noGrp="1"/>
          </p:cNvSpPr>
          <p:nvPr/>
        </p:nvSpPr>
        <p:spPr>
          <a:xfrm>
            <a:off x="809625" y="3600450"/>
            <a:ext cx="10287000" cy="523875"/>
          </a:xfrm>
          <a:prstGeom prst="rect">
            <a:avLst/>
          </a:prstGeom>
          <a:noFill/>
          <a:ln w="0">
            <a:noFill/>
          </a:ln>
        </p:spPr>
        <p:txBody>
          <a:bodyPr wrap="square" lIns="0" tIns="0" rIns="0" bIns="0" anchor="t">
            <a:noAutofit/>
          </a:bodyPr>
          <a:lstStyle>
            <a:defPPr>
              <a:defRPr sz="2325" b="0">
                <a:solidFill>
                  <a:srgbClr val="245B9B"/>
                </a:solidFill>
                <a:latin typeface="Consolas"/>
                <a:ea typeface="Consolas"/>
                <a:cs typeface="Consolas"/>
              </a:defRPr>
            </a:defPPr>
          </a:lstStyle>
          <a:p>
            <a:pPr>
              <a:defRPr sz="2325" b="0">
                <a:solidFill>
                  <a:srgbClr val="245B9B"/>
                </a:solidFill>
                <a:latin typeface="Consolas"/>
                <a:ea typeface="Consolas"/>
                <a:cs typeface="Consolas"/>
              </a:defRPr>
            </a:pPr>
            <a:r>
              <a:rPr sz="2325" b="0">
                <a:solidFill>
                  <a:srgbClr val="245B9B"/>
                </a:solidFill>
                <a:latin typeface="Consolas"/>
                <a:ea typeface="Consolas"/>
                <a:cs typeface="Consolas"/>
              </a:rPr>
              <a:t>mems_accelerometer_lab.slx</a:t>
            </a:r>
          </a:p>
        </p:txBody>
      </p:sp>
      <p:sp>
        <p:nvSpPr>
          <p:cNvPr id="7" name="3. Double-click the canvas and type the block name.">
            <a:extLst>
              <a:ext uri="{FF2B5EF4-FFF2-40B4-BE49-F238E27FC236}">
                <a16:creationId xmlns:a16="http://schemas.microsoft.com/office/drawing/2014/main" id="{24E0D9C7-3965-4286-A352-F6FB78402AF3}"/>
              </a:ext>
            </a:extLst>
          </p:cNvPr>
          <p:cNvSpPr>
            <a:spLocks noGrp="1"/>
          </p:cNvSpPr>
          <p:nvPr/>
        </p:nvSpPr>
        <p:spPr>
          <a:xfrm>
            <a:off x="552450" y="4543425"/>
            <a:ext cx="11087100" cy="590550"/>
          </a:xfrm>
          <a:prstGeom prst="rect">
            <a:avLst/>
          </a:prstGeom>
          <a:noFill/>
          <a:ln w="0">
            <a:noFill/>
          </a:ln>
        </p:spPr>
        <p:txBody>
          <a:bodyPr wrap="square" lIns="0" tIns="0" rIns="0" bIns="0" anchor="t">
            <a:noAutofit/>
          </a:bodyPr>
          <a:lstStyle>
            <a:defPPr>
              <a:defRPr sz="2325" b="0">
                <a:solidFill>
                  <a:srgbClr val="172F46"/>
                </a:solidFill>
                <a:latin typeface="Arial"/>
                <a:ea typeface="Arial"/>
                <a:cs typeface="Arial"/>
              </a:defRPr>
            </a:defPPr>
          </a:lstStyle>
          <a:p>
            <a:pPr>
              <a:defRPr sz="2325" b="0">
                <a:solidFill>
                  <a:srgbClr val="172F46"/>
                </a:solidFill>
                <a:latin typeface="Arial"/>
                <a:ea typeface="Arial"/>
                <a:cs typeface="Arial"/>
              </a:defRPr>
            </a:pPr>
            <a:r>
              <a:rPr sz="2325" b="0">
                <a:solidFill>
                  <a:srgbClr val="172F46"/>
                </a:solidFill>
                <a:latin typeface="Arial"/>
                <a:ea typeface="Arial"/>
                <a:cs typeface="Arial"/>
              </a:rPr>
              <a:t>3. Double-click the canvas and type the block name.</a:t>
            </a:r>
          </a:p>
        </p:txBody>
      </p:sp>
      <p:sp>
        <p:nvSpPr>
          <p:cNvPr id="8" name="Alternative: open the Library Browser and drag blocks i">
            <a:extLst>
              <a:ext uri="{FF2B5EF4-FFF2-40B4-BE49-F238E27FC236}">
                <a16:creationId xmlns:a16="http://schemas.microsoft.com/office/drawing/2014/main" id="{3D1DA992-3E52-4C15-B149-B113E341D43C}"/>
              </a:ext>
            </a:extLst>
          </p:cNvPr>
          <p:cNvSpPr>
            <a:spLocks noGrp="1"/>
          </p:cNvSpPr>
          <p:nvPr/>
        </p:nvSpPr>
        <p:spPr>
          <a:xfrm>
            <a:off x="552450" y="5467350"/>
            <a:ext cx="10953750" cy="809625"/>
          </a:xfrm>
          <a:prstGeom prst="rect">
            <a:avLst/>
          </a:prstGeom>
          <a:noFill/>
          <a:ln w="0">
            <a:noFill/>
          </a:ln>
        </p:spPr>
        <p:txBody>
          <a:bodyPr wrap="square" lIns="0" tIns="0" rIns="0" bIns="0" anchor="t">
            <a:noAutofit/>
          </a:bodyPr>
          <a:lstStyle>
            <a:defPPr>
              <a:defRPr sz="1950" b="0">
                <a:solidFill>
                  <a:srgbClr val="4A5968"/>
                </a:solidFill>
                <a:latin typeface="Arial"/>
                <a:ea typeface="Arial"/>
                <a:cs typeface="Arial"/>
              </a:defRPr>
            </a:defPPr>
          </a:lstStyle>
          <a:p>
            <a:pPr>
              <a:defRPr sz="1950" b="0">
                <a:solidFill>
                  <a:srgbClr val="4A5968"/>
                </a:solidFill>
                <a:latin typeface="Arial"/>
                <a:ea typeface="Arial"/>
                <a:cs typeface="Arial"/>
              </a:defRPr>
            </a:pPr>
            <a:r>
              <a:rPr sz="1950" b="0">
                <a:solidFill>
                  <a:srgbClr val="4A5968"/>
                </a:solidFill>
                <a:latin typeface="Arial"/>
                <a:ea typeface="Arial"/>
                <a:cs typeface="Arial"/>
              </a:rPr>
              <a:t>Alternative: open the Library Browser and drag blocks into the model.</a:t>
            </a:r>
          </a:p>
        </p:txBody>
      </p:sp>
    </p:spTree>
    <p:extLst>
      <p:ext uri="{BB962C8B-B14F-4D97-AF65-F5344CB8AC3E}">
        <p14:creationId xmlns:p14="http://schemas.microsoft.com/office/powerpoint/2010/main" val="1535558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tep 2: Variables in Model Workspace">
            <a:extLst>
              <a:ext uri="{FF2B5EF4-FFF2-40B4-BE49-F238E27FC236}">
                <a16:creationId xmlns:a16="http://schemas.microsoft.com/office/drawing/2014/main" id="{138A2682-E9E1-4289-A70D-C39F526DB405}"/>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Step 2: Variables in Model Workspace</a:t>
            </a:r>
          </a:p>
        </p:txBody>
      </p:sp>
      <p:sp>
        <p:nvSpPr>
          <p:cNvPr id="2" name="10">
            <a:extLst>
              <a:ext uri="{FF2B5EF4-FFF2-40B4-BE49-F238E27FC236}">
                <a16:creationId xmlns:a16="http://schemas.microsoft.com/office/drawing/2014/main" id="{FA66FA60-C69E-4986-8332-F48E79691BD5}"/>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10</a:t>
            </a:r>
          </a:p>
        </p:txBody>
      </p:sp>
      <p:sp>
        <p:nvSpPr>
          <p:cNvPr id="3" name="Model Explorer">
            <a:extLst>
              <a:ext uri="{FF2B5EF4-FFF2-40B4-BE49-F238E27FC236}">
                <a16:creationId xmlns:a16="http://schemas.microsoft.com/office/drawing/2014/main" id="{901E4BE5-BC02-4B54-BC1B-F206A4EE5187}"/>
              </a:ext>
            </a:extLst>
          </p:cNvPr>
          <p:cNvSpPr>
            <a:spLocks noGrp="1"/>
          </p:cNvSpPr>
          <p:nvPr/>
        </p:nvSpPr>
        <p:spPr>
          <a:xfrm>
            <a:off x="552450" y="1485900"/>
            <a:ext cx="4381500" cy="400050"/>
          </a:xfrm>
          <a:prstGeom prst="rect">
            <a:avLst/>
          </a:prstGeom>
          <a:noFill/>
          <a:ln w="0">
            <a:noFill/>
          </a:ln>
        </p:spPr>
        <p:txBody>
          <a:bodyPr wrap="square" lIns="0" tIns="0" rIns="0" bIns="0" anchor="t">
            <a:noAutofit/>
          </a:bodyPr>
          <a:lstStyle>
            <a:defPPr>
              <a:defRPr sz="2250" b="1">
                <a:solidFill>
                  <a:srgbClr val="245B9B"/>
                </a:solidFill>
                <a:latin typeface="Arial"/>
                <a:ea typeface="Arial"/>
                <a:cs typeface="Arial"/>
              </a:defRPr>
            </a:defPPr>
          </a:lstStyle>
          <a:p>
            <a:pPr>
              <a:defRPr sz="2250" b="1">
                <a:solidFill>
                  <a:srgbClr val="245B9B"/>
                </a:solidFill>
                <a:latin typeface="Arial"/>
                <a:ea typeface="Arial"/>
                <a:cs typeface="Arial"/>
              </a:defRPr>
            </a:pPr>
            <a:r>
              <a:rPr sz="2250" b="1">
                <a:solidFill>
                  <a:srgbClr val="245B9B"/>
                </a:solidFill>
                <a:latin typeface="Arial"/>
                <a:ea typeface="Arial"/>
                <a:cs typeface="Arial"/>
              </a:rPr>
              <a:t>Model Explorer</a:t>
            </a:r>
          </a:p>
        </p:txBody>
      </p:sp>
      <p:sp>
        <p:nvSpPr>
          <p:cNvPr id="4" name="Select the model and Model Workspace.&#10;&#10;Set Data source ">
            <a:extLst>
              <a:ext uri="{FF2B5EF4-FFF2-40B4-BE49-F238E27FC236}">
                <a16:creationId xmlns:a16="http://schemas.microsoft.com/office/drawing/2014/main" id="{3C7B5FE7-EB98-4BF6-86DF-637E53A7658B}"/>
              </a:ext>
            </a:extLst>
          </p:cNvPr>
          <p:cNvSpPr>
            <a:spLocks noGrp="1"/>
          </p:cNvSpPr>
          <p:nvPr/>
        </p:nvSpPr>
        <p:spPr>
          <a:xfrm>
            <a:off x="552450" y="2076450"/>
            <a:ext cx="4381500" cy="3371850"/>
          </a:xfrm>
          <a:prstGeom prst="rect">
            <a:avLst/>
          </a:prstGeom>
          <a:noFill/>
          <a:ln w="0">
            <a:noFill/>
          </a:ln>
        </p:spPr>
        <p:txBody>
          <a:bodyPr wrap="square" lIns="0" tIns="0" rIns="0" bIns="0" anchor="t">
            <a:noAutofit/>
          </a:bodyPr>
          <a:lstStyle>
            <a:defPPr>
              <a:defRPr sz="1950" b="0">
                <a:solidFill>
                  <a:srgbClr val="172F46"/>
                </a:solidFill>
                <a:latin typeface="Arial"/>
                <a:ea typeface="Arial"/>
                <a:cs typeface="Arial"/>
              </a:defRPr>
            </a:defPPr>
          </a:lstStyle>
          <a:p>
            <a:pPr>
              <a:defRPr sz="1950" b="0">
                <a:solidFill>
                  <a:srgbClr val="172F46"/>
                </a:solidFill>
                <a:latin typeface="Arial"/>
                <a:ea typeface="Arial"/>
                <a:cs typeface="Arial"/>
              </a:defRPr>
            </a:pPr>
            <a:r>
              <a:rPr sz="1950" b="0">
                <a:solidFill>
                  <a:srgbClr val="172F46"/>
                </a:solidFill>
                <a:latin typeface="Arial"/>
                <a:ea typeface="Arial"/>
                <a:cs typeface="Arial"/>
              </a:rPr>
              <a:t>Select the model and Model Workspace.</a:t>
            </a:r>
          </a:p>
          <a:p>
            <a:endParaRPr sz="1950" b="0">
              <a:solidFill>
                <a:srgbClr val="172F46"/>
              </a:solidFill>
              <a:latin typeface="Arial"/>
              <a:ea typeface="Arial"/>
              <a:cs typeface="Arial"/>
            </a:endParaRPr>
          </a:p>
          <a:p>
            <a:pPr>
              <a:defRPr sz="1950" b="0">
                <a:solidFill>
                  <a:srgbClr val="172F46"/>
                </a:solidFill>
                <a:latin typeface="Arial"/>
                <a:ea typeface="Arial"/>
                <a:cs typeface="Arial"/>
              </a:defRPr>
            </a:pPr>
            <a:r>
              <a:rPr sz="1950" b="0">
                <a:solidFill>
                  <a:srgbClr val="172F46"/>
                </a:solidFill>
                <a:latin typeface="Arial"/>
                <a:ea typeface="Arial"/>
                <a:cs typeface="Arial"/>
              </a:rPr>
              <a:t>Set Data source to MATLAB Code.</a:t>
            </a:r>
          </a:p>
          <a:p>
            <a:endParaRPr sz="1950" b="0">
              <a:solidFill>
                <a:srgbClr val="172F46"/>
              </a:solidFill>
              <a:latin typeface="Arial"/>
              <a:ea typeface="Arial"/>
              <a:cs typeface="Arial"/>
            </a:endParaRPr>
          </a:p>
          <a:p>
            <a:pPr>
              <a:defRPr sz="1950" b="0">
                <a:solidFill>
                  <a:srgbClr val="172F46"/>
                </a:solidFill>
                <a:latin typeface="Arial"/>
                <a:ea typeface="Arial"/>
                <a:cs typeface="Arial"/>
              </a:defRPr>
            </a:pPr>
            <a:r>
              <a:rPr sz="1950" b="0">
                <a:solidFill>
                  <a:srgbClr val="172F46"/>
                </a:solidFill>
                <a:latin typeface="Arial"/>
                <a:ea typeface="Arial"/>
                <a:cs typeface="Arial"/>
              </a:rPr>
              <a:t>Paste the definitions shown.</a:t>
            </a:r>
          </a:p>
          <a:p>
            <a:endParaRPr sz="1950" b="0">
              <a:solidFill>
                <a:srgbClr val="172F46"/>
              </a:solidFill>
              <a:latin typeface="Arial"/>
              <a:ea typeface="Arial"/>
              <a:cs typeface="Arial"/>
            </a:endParaRPr>
          </a:p>
          <a:p>
            <a:pPr>
              <a:defRPr sz="1950" b="0">
                <a:solidFill>
                  <a:srgbClr val="172F46"/>
                </a:solidFill>
                <a:latin typeface="Arial"/>
                <a:ea typeface="Arial"/>
                <a:cs typeface="Arial"/>
              </a:defRPr>
            </a:pPr>
            <a:r>
              <a:rPr sz="1950" b="0">
                <a:solidFill>
                  <a:srgbClr val="172F46"/>
                </a:solidFill>
                <a:latin typeface="Arial"/>
                <a:ea typeface="Arial"/>
                <a:cs typeface="Arial"/>
              </a:rPr>
              <a:t>Click Reinitialize from Source.</a:t>
            </a:r>
          </a:p>
          <a:p>
            <a:endParaRPr sz="1950" b="0">
              <a:solidFill>
                <a:srgbClr val="172F46"/>
              </a:solidFill>
              <a:latin typeface="Arial"/>
              <a:ea typeface="Arial"/>
              <a:cs typeface="Arial"/>
            </a:endParaRPr>
          </a:p>
          <a:p>
            <a:pPr>
              <a:defRPr sz="1950" b="0">
                <a:solidFill>
                  <a:srgbClr val="172F46"/>
                </a:solidFill>
                <a:latin typeface="Arial"/>
                <a:ea typeface="Arial"/>
                <a:cs typeface="Arial"/>
              </a:defRPr>
            </a:pPr>
            <a:r>
              <a:rPr sz="1950" b="0">
                <a:solidFill>
                  <a:srgbClr val="172F46"/>
                </a:solidFill>
                <a:latin typeface="Arial"/>
                <a:ea typeface="Arial"/>
                <a:cs typeface="Arial"/>
              </a:rPr>
              <a:t>Save the model.</a:t>
            </a:r>
          </a:p>
        </p:txBody>
      </p:sp>
      <p:sp>
        <p:nvSpPr>
          <p:cNvPr id="5" name="Command Window shortcut: daexplr">
            <a:extLst>
              <a:ext uri="{FF2B5EF4-FFF2-40B4-BE49-F238E27FC236}">
                <a16:creationId xmlns:a16="http://schemas.microsoft.com/office/drawing/2014/main" id="{38E02056-A884-4C0E-9A88-43C327C6EA9E}"/>
              </a:ext>
            </a:extLst>
          </p:cNvPr>
          <p:cNvSpPr>
            <a:spLocks noGrp="1"/>
          </p:cNvSpPr>
          <p:nvPr/>
        </p:nvSpPr>
        <p:spPr>
          <a:xfrm>
            <a:off x="552450" y="5791200"/>
            <a:ext cx="4476750" cy="571500"/>
          </a:xfrm>
          <a:prstGeom prst="rect">
            <a:avLst/>
          </a:prstGeom>
          <a:noFill/>
          <a:ln w="0">
            <a:noFill/>
          </a:ln>
        </p:spPr>
        <p:txBody>
          <a:bodyPr wrap="square" lIns="0" tIns="0" rIns="0" bIns="0" anchor="t">
            <a:noAutofit/>
          </a:bodyPr>
          <a:lstStyle>
            <a:defPPr>
              <a:defRPr sz="1800" b="0">
                <a:solidFill>
                  <a:srgbClr val="4A5968"/>
                </a:solidFill>
                <a:latin typeface="Arial"/>
                <a:ea typeface="Arial"/>
                <a:cs typeface="Arial"/>
              </a:defRPr>
            </a:defPPr>
          </a:lstStyle>
          <a:p>
            <a:pPr>
              <a:defRPr sz="1800" b="0">
                <a:solidFill>
                  <a:srgbClr val="4A5968"/>
                </a:solidFill>
                <a:latin typeface="Arial"/>
                <a:ea typeface="Arial"/>
                <a:cs typeface="Arial"/>
              </a:defRPr>
            </a:pPr>
            <a:r>
              <a:rPr sz="1800" b="0">
                <a:solidFill>
                  <a:srgbClr val="4A5968"/>
                </a:solidFill>
                <a:latin typeface="Arial"/>
                <a:ea typeface="Arial"/>
                <a:cs typeface="Arial"/>
              </a:rPr>
              <a:t>Command Window shortcut: daexplr</a:t>
            </a:r>
          </a:p>
        </p:txBody>
      </p:sp>
      <p:sp>
        <p:nvSpPr>
          <p:cNvPr id="6" name="m = 1e-6;&#10;fn_hz = 1000;&#10;zeta = 0.7;&#10;wn = 2*pi*fn_hz;&#10;k ">
            <a:extLst>
              <a:ext uri="{FF2B5EF4-FFF2-40B4-BE49-F238E27FC236}">
                <a16:creationId xmlns:a16="http://schemas.microsoft.com/office/drawing/2014/main" id="{06FAB884-7A65-42C1-850D-0ED513812EE5}"/>
              </a:ext>
            </a:extLst>
          </p:cNvPr>
          <p:cNvSpPr>
            <a:spLocks noGrp="1"/>
          </p:cNvSpPr>
          <p:nvPr/>
        </p:nvSpPr>
        <p:spPr>
          <a:xfrm>
            <a:off x="5524500" y="1495425"/>
            <a:ext cx="6000750" cy="4038600"/>
          </a:xfrm>
          <a:prstGeom prst="rect">
            <a:avLst/>
          </a:prstGeom>
          <a:noFill/>
          <a:ln w="0">
            <a:noFill/>
          </a:ln>
        </p:spPr>
        <p:txBody>
          <a:bodyPr wrap="square" lIns="0" tIns="0" rIns="0" bIns="0" anchor="t">
            <a:noAutofit/>
          </a:bodyPr>
          <a:lstStyle>
            <a:defPPr>
              <a:defRPr sz="2025" b="0">
                <a:solidFill>
                  <a:srgbClr val="172F46"/>
                </a:solidFill>
                <a:latin typeface="Consolas"/>
                <a:ea typeface="Consolas"/>
                <a:cs typeface="Consolas"/>
              </a:defRPr>
            </a:defPPr>
          </a:lstStyle>
          <a:p>
            <a:pPr>
              <a:defRPr sz="2025" b="0">
                <a:solidFill>
                  <a:srgbClr val="172F46"/>
                </a:solidFill>
                <a:latin typeface="Consolas"/>
                <a:ea typeface="Consolas"/>
                <a:cs typeface="Consolas"/>
              </a:defRPr>
            </a:pPr>
            <a:r>
              <a:rPr sz="2025" b="0">
                <a:solidFill>
                  <a:srgbClr val="172F46"/>
                </a:solidFill>
                <a:latin typeface="Consolas"/>
                <a:ea typeface="Consolas"/>
                <a:cs typeface="Consolas"/>
              </a:rPr>
              <a:t>m = 1e-6;</a:t>
            </a:r>
          </a:p>
          <a:p>
            <a:pPr>
              <a:defRPr sz="2025" b="0">
                <a:solidFill>
                  <a:srgbClr val="172F46"/>
                </a:solidFill>
                <a:latin typeface="Consolas"/>
                <a:ea typeface="Consolas"/>
                <a:cs typeface="Consolas"/>
              </a:defRPr>
            </a:pPr>
            <a:r>
              <a:rPr sz="2025" b="0">
                <a:solidFill>
                  <a:srgbClr val="172F46"/>
                </a:solidFill>
                <a:latin typeface="Consolas"/>
                <a:ea typeface="Consolas"/>
                <a:cs typeface="Consolas"/>
              </a:rPr>
              <a:t>fn_hz = 1000;</a:t>
            </a:r>
          </a:p>
          <a:p>
            <a:pPr>
              <a:defRPr sz="2025" b="0">
                <a:solidFill>
                  <a:srgbClr val="172F46"/>
                </a:solidFill>
                <a:latin typeface="Consolas"/>
                <a:ea typeface="Consolas"/>
                <a:cs typeface="Consolas"/>
              </a:defRPr>
            </a:pPr>
            <a:r>
              <a:rPr sz="2025" b="0">
                <a:solidFill>
                  <a:srgbClr val="172F46"/>
                </a:solidFill>
                <a:latin typeface="Consolas"/>
                <a:ea typeface="Consolas"/>
                <a:cs typeface="Consolas"/>
              </a:rPr>
              <a:t>zeta = 0.7;</a:t>
            </a:r>
          </a:p>
          <a:p>
            <a:pPr>
              <a:defRPr sz="2025" b="0">
                <a:solidFill>
                  <a:srgbClr val="172F46"/>
                </a:solidFill>
                <a:latin typeface="Consolas"/>
                <a:ea typeface="Consolas"/>
                <a:cs typeface="Consolas"/>
              </a:defRPr>
            </a:pPr>
            <a:r>
              <a:rPr sz="2025" b="0">
                <a:solidFill>
                  <a:srgbClr val="172F46"/>
                </a:solidFill>
                <a:latin typeface="Consolas"/>
                <a:ea typeface="Consolas"/>
                <a:cs typeface="Consolas"/>
              </a:rPr>
              <a:t>wn = 2*pi*fn_hz;</a:t>
            </a:r>
          </a:p>
          <a:p>
            <a:pPr>
              <a:defRPr sz="2025" b="0">
                <a:solidFill>
                  <a:srgbClr val="172F46"/>
                </a:solidFill>
                <a:latin typeface="Consolas"/>
                <a:ea typeface="Consolas"/>
                <a:cs typeface="Consolas"/>
              </a:defRPr>
            </a:pPr>
            <a:r>
              <a:rPr sz="2025" b="0">
                <a:solidFill>
                  <a:srgbClr val="172F46"/>
                </a:solidFill>
                <a:latin typeface="Consolas"/>
                <a:ea typeface="Consolas"/>
                <a:cs typeface="Consolas"/>
              </a:rPr>
              <a:t>k = m*wn^2;</a:t>
            </a:r>
          </a:p>
          <a:p>
            <a:pPr>
              <a:defRPr sz="2025" b="0">
                <a:solidFill>
                  <a:srgbClr val="172F46"/>
                </a:solidFill>
                <a:latin typeface="Consolas"/>
                <a:ea typeface="Consolas"/>
                <a:cs typeface="Consolas"/>
              </a:defRPr>
            </a:pPr>
            <a:r>
              <a:rPr sz="2025" b="0">
                <a:solidFill>
                  <a:srgbClr val="172F46"/>
                </a:solidFill>
                <a:latin typeface="Consolas"/>
                <a:ea typeface="Consolas"/>
                <a:cs typeface="Consolas"/>
              </a:rPr>
              <a:t>b = 2*zeta*m*wn;</a:t>
            </a:r>
          </a:p>
          <a:p>
            <a:pPr>
              <a:defRPr sz="2025" b="0">
                <a:solidFill>
                  <a:srgbClr val="172F46"/>
                </a:solidFill>
                <a:latin typeface="Consolas"/>
                <a:ea typeface="Consolas"/>
                <a:cs typeface="Consolas"/>
              </a:defRPr>
            </a:pPr>
            <a:r>
              <a:rPr sz="2025" b="0">
                <a:solidFill>
                  <a:srgbClr val="172F46"/>
                </a:solidFill>
                <a:latin typeface="Consolas"/>
                <a:ea typeface="Consolas"/>
                <a:cs typeface="Consolas"/>
              </a:rPr>
              <a:t>g0 = 9.80665;</a:t>
            </a:r>
          </a:p>
          <a:p>
            <a:pPr>
              <a:defRPr sz="2025" b="0">
                <a:solidFill>
                  <a:srgbClr val="172F46"/>
                </a:solidFill>
                <a:latin typeface="Consolas"/>
                <a:ea typeface="Consolas"/>
                <a:cs typeface="Consolas"/>
              </a:defRPr>
            </a:pPr>
            <a:r>
              <a:rPr sz="2025" b="0">
                <a:solidFill>
                  <a:srgbClr val="172F46"/>
                </a:solidFill>
                <a:latin typeface="Consolas"/>
                <a:ea typeface="Consolas"/>
                <a:cs typeface="Consolas"/>
              </a:rPr>
              <a:t>input_g = 1;</a:t>
            </a:r>
          </a:p>
          <a:p>
            <a:pPr>
              <a:defRPr sz="2025" b="0">
                <a:solidFill>
                  <a:srgbClr val="172F46"/>
                </a:solidFill>
                <a:latin typeface="Consolas"/>
                <a:ea typeface="Consolas"/>
                <a:cs typeface="Consolas"/>
              </a:defRPr>
            </a:pPr>
            <a:r>
              <a:rPr sz="2025" b="0">
                <a:solidFill>
                  <a:srgbClr val="172F46"/>
                </a:solidFill>
                <a:latin typeface="Consolas"/>
                <a:ea typeface="Consolas"/>
                <a:cs typeface="Consolas"/>
              </a:rPr>
              <a:t>step_time = 0.005;</a:t>
            </a:r>
          </a:p>
          <a:p>
            <a:pPr>
              <a:defRPr sz="2025" b="0">
                <a:solidFill>
                  <a:srgbClr val="172F46"/>
                </a:solidFill>
                <a:latin typeface="Consolas"/>
                <a:ea typeface="Consolas"/>
                <a:cs typeface="Consolas"/>
              </a:defRPr>
            </a:pPr>
            <a:r>
              <a:rPr sz="2025" b="0">
                <a:solidFill>
                  <a:srgbClr val="172F46"/>
                </a:solidFill>
                <a:latin typeface="Consolas"/>
                <a:ea typeface="Consolas"/>
                <a:cs typeface="Consolas"/>
              </a:rPr>
              <a:t>freq_hz = 100;</a:t>
            </a:r>
          </a:p>
          <a:p>
            <a:pPr>
              <a:defRPr sz="2025" b="0">
                <a:solidFill>
                  <a:srgbClr val="172F46"/>
                </a:solidFill>
                <a:latin typeface="Consolas"/>
                <a:ea typeface="Consolas"/>
                <a:cs typeface="Consolas"/>
              </a:defRPr>
            </a:pPr>
            <a:r>
              <a:rPr sz="2025" b="0">
                <a:solidFill>
                  <a:srgbClr val="172F46"/>
                </a:solidFill>
                <a:latin typeface="Consolas"/>
                <a:ea typeface="Consolas"/>
                <a:cs typeface="Consolas"/>
              </a:rPr>
              <a:t>input_mode = 0;</a:t>
            </a:r>
          </a:p>
        </p:txBody>
      </p:sp>
      <p:sp>
        <p:nvSpPr>
          <p:cNvPr id="7" name="Model variables take precedence over same-named base-wo">
            <a:extLst>
              <a:ext uri="{FF2B5EF4-FFF2-40B4-BE49-F238E27FC236}">
                <a16:creationId xmlns:a16="http://schemas.microsoft.com/office/drawing/2014/main" id="{5099BEAA-1402-4CE9-8CFB-931CF1AED311}"/>
              </a:ext>
            </a:extLst>
          </p:cNvPr>
          <p:cNvSpPr>
            <a:spLocks noGrp="1"/>
          </p:cNvSpPr>
          <p:nvPr/>
        </p:nvSpPr>
        <p:spPr>
          <a:xfrm>
            <a:off x="5524500" y="5657850"/>
            <a:ext cx="5953125" cy="742950"/>
          </a:xfrm>
          <a:prstGeom prst="rect">
            <a:avLst/>
          </a:prstGeom>
          <a:noFill/>
          <a:ln w="0">
            <a:noFill/>
          </a:ln>
        </p:spPr>
        <p:txBody>
          <a:bodyPr wrap="square" lIns="0" tIns="0" rIns="0" bIns="0" anchor="t">
            <a:noAutofit/>
          </a:bodyPr>
          <a:lstStyle>
            <a:defPPr>
              <a:defRPr sz="1800" b="0">
                <a:solidFill>
                  <a:srgbClr val="245B9B"/>
                </a:solidFill>
                <a:latin typeface="Arial"/>
                <a:ea typeface="Arial"/>
                <a:cs typeface="Arial"/>
              </a:defRPr>
            </a:defPPr>
          </a:lstStyle>
          <a:p>
            <a:pPr>
              <a:defRPr sz="1800" b="0">
                <a:solidFill>
                  <a:srgbClr val="245B9B"/>
                </a:solidFill>
                <a:latin typeface="Arial"/>
                <a:ea typeface="Arial"/>
                <a:cs typeface="Arial"/>
              </a:defRPr>
            </a:pPr>
            <a:r>
              <a:rPr sz="1800" b="0">
                <a:solidFill>
                  <a:srgbClr val="245B9B"/>
                </a:solidFill>
                <a:latin typeface="Arial"/>
                <a:ea typeface="Arial"/>
                <a:cs typeface="Arial"/>
              </a:rPr>
              <a:t>Model variables take precedence over same-named base-workspace variables.</a:t>
            </a:r>
          </a:p>
        </p:txBody>
      </p:sp>
    </p:spTree>
    <p:extLst>
      <p:ext uri="{BB962C8B-B14F-4D97-AF65-F5344CB8AC3E}">
        <p14:creationId xmlns:p14="http://schemas.microsoft.com/office/powerpoint/2010/main" val="255083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tep 3: Solver and simulation settings">
            <a:extLst>
              <a:ext uri="{FF2B5EF4-FFF2-40B4-BE49-F238E27FC236}">
                <a16:creationId xmlns:a16="http://schemas.microsoft.com/office/drawing/2014/main" id="{3D371D5F-29E9-4837-A1F4-59280BF0C377}"/>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Step 3: Solver and simulation settings</a:t>
            </a:r>
          </a:p>
        </p:txBody>
      </p:sp>
      <p:sp>
        <p:nvSpPr>
          <p:cNvPr id="2" name="11">
            <a:extLst>
              <a:ext uri="{FF2B5EF4-FFF2-40B4-BE49-F238E27FC236}">
                <a16:creationId xmlns:a16="http://schemas.microsoft.com/office/drawing/2014/main" id="{6990D416-3FC6-46BF-81AE-3E8B033FB6BD}"/>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11</a:t>
            </a:r>
          </a:p>
        </p:txBody>
      </p:sp>
      <p:sp>
        <p:nvSpPr>
          <p:cNvPr id="3" name="Model Settings (Ctrl+E), Solver pane">
            <a:extLst>
              <a:ext uri="{FF2B5EF4-FFF2-40B4-BE49-F238E27FC236}">
                <a16:creationId xmlns:a16="http://schemas.microsoft.com/office/drawing/2014/main" id="{91F97C36-7133-43C2-89C7-AB421006399C}"/>
              </a:ext>
            </a:extLst>
          </p:cNvPr>
          <p:cNvSpPr>
            <a:spLocks noGrp="1"/>
          </p:cNvSpPr>
          <p:nvPr/>
        </p:nvSpPr>
        <p:spPr>
          <a:xfrm>
            <a:off x="552450" y="1362075"/>
            <a:ext cx="11087100" cy="428625"/>
          </a:xfrm>
          <a:prstGeom prst="rect">
            <a:avLst/>
          </a:prstGeom>
          <a:noFill/>
          <a:ln w="0">
            <a:noFill/>
          </a:ln>
        </p:spPr>
        <p:txBody>
          <a:bodyPr wrap="square" lIns="0" tIns="0" rIns="0" bIns="0" anchor="t">
            <a:noAutofit/>
          </a:bodyPr>
          <a:lstStyle>
            <a:defPPr>
              <a:defRPr sz="2175" b="0">
                <a:solidFill>
                  <a:srgbClr val="172F46"/>
                </a:solidFill>
                <a:latin typeface="Arial"/>
                <a:ea typeface="Arial"/>
                <a:cs typeface="Arial"/>
              </a:defRPr>
            </a:defPPr>
          </a:lstStyle>
          <a:p>
            <a:pPr>
              <a:defRPr sz="2175" b="0">
                <a:solidFill>
                  <a:srgbClr val="172F46"/>
                </a:solidFill>
                <a:latin typeface="Arial"/>
                <a:ea typeface="Arial"/>
                <a:cs typeface="Arial"/>
              </a:defRPr>
            </a:pPr>
            <a:r>
              <a:rPr sz="2175" b="0">
                <a:solidFill>
                  <a:srgbClr val="172F46"/>
                </a:solidFill>
                <a:latin typeface="Arial"/>
                <a:ea typeface="Arial"/>
                <a:cs typeface="Arial"/>
              </a:rPr>
              <a:t>Model Settings (Ctrl+E), Solver pane</a:t>
            </a:r>
          </a:p>
        </p:txBody>
      </p:sp>
      <p:graphicFrame>
        <p:nvGraphicFramePr>
          <p:cNvPr id="4" name="表格 3">
            <a:extLst>
              <a:ext uri="{FF2B5EF4-FFF2-40B4-BE49-F238E27FC236}">
                <a16:creationId xmlns:a16="http://schemas.microsoft.com/office/drawing/2014/main" id="{8078A4C4-556B-4775-8B61-B9B2E202787C}"/>
              </a:ext>
            </a:extLst>
          </p:cNvPr>
          <p:cNvGraphicFramePr/>
          <p:nvPr/>
        </p:nvGraphicFramePr>
        <p:xfrm>
          <a:off x="552450" y="1990725"/>
          <a:ext cx="11087100" cy="3305175"/>
        </p:xfrm>
        <a:graphic>
          <a:graphicData uri="http://schemas.openxmlformats.org/drawingml/2006/table">
            <a:tbl>
              <a:tblPr/>
              <a:tblGrid>
                <a:gridCol w="5715000">
                  <a:extLst>
                    <a:ext uri="{9D8B030D-6E8A-4147-A177-3AD203B41FA5}">
                      <a16:colId xmlns:a16="http://schemas.microsoft.com/office/drawing/2014/main" val="20000"/>
                    </a:ext>
                  </a:extLst>
                </a:gridCol>
                <a:gridCol w="5372100">
                  <a:extLst>
                    <a:ext uri="{9D8B030D-6E8A-4147-A177-3AD203B41FA5}">
                      <a16:colId xmlns:a16="http://schemas.microsoft.com/office/drawing/2014/main" val="20001"/>
                    </a:ext>
                  </a:extLst>
                </a:gridCol>
              </a:tblGrid>
              <a:tr h="550863">
                <a:tc>
                  <a:txBody>
                    <a:bodyPr/>
                    <a:lstStyle/>
                    <a:p>
                      <a:r>
                        <a:rPr sz="1950" b="1">
                          <a:solidFill>
                            <a:srgbClr val="FFFFFF"/>
                          </a:solidFill>
                          <a:latin typeface="Arial"/>
                          <a:ea typeface="Arial"/>
                          <a:cs typeface="Arial"/>
                        </a:rPr>
                        <a:t>Setting</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950" b="1">
                          <a:solidFill>
                            <a:srgbClr val="FFFFFF"/>
                          </a:solidFill>
                          <a:latin typeface="Arial"/>
                          <a:ea typeface="Arial"/>
                          <a:cs typeface="Arial"/>
                        </a:rPr>
                        <a:t>Value</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550863">
                <a:tc>
                  <a:txBody>
                    <a:bodyPr/>
                    <a:lstStyle/>
                    <a:p>
                      <a:r>
                        <a:rPr sz="1950" b="0">
                          <a:solidFill>
                            <a:srgbClr val="172F46"/>
                          </a:solidFill>
                          <a:latin typeface="Arial"/>
                          <a:ea typeface="Arial"/>
                          <a:cs typeface="Arial"/>
                        </a:rPr>
                        <a:t>Start time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950" b="0">
                          <a:solidFill>
                            <a:srgbClr val="172F46"/>
                          </a:solidFill>
                          <a:latin typeface="Arial"/>
                          <a:ea typeface="Arial"/>
                          <a:cs typeface="Arial"/>
                        </a:rPr>
                        <a:t>0</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550863">
                <a:tc>
                  <a:txBody>
                    <a:bodyPr/>
                    <a:lstStyle/>
                    <a:p>
                      <a:r>
                        <a:rPr sz="1950" b="0">
                          <a:solidFill>
                            <a:srgbClr val="172F46"/>
                          </a:solidFill>
                          <a:latin typeface="Arial"/>
                          <a:ea typeface="Arial"/>
                          <a:cs typeface="Arial"/>
                        </a:rPr>
                        <a:t>Stop time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950" b="0">
                          <a:solidFill>
                            <a:srgbClr val="172F46"/>
                          </a:solidFill>
                          <a:latin typeface="Arial"/>
                          <a:ea typeface="Arial"/>
                          <a:cs typeface="Arial"/>
                        </a:rPr>
                        <a:t>0.03</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r h="550863">
                <a:tc>
                  <a:txBody>
                    <a:bodyPr/>
                    <a:lstStyle/>
                    <a:p>
                      <a:r>
                        <a:rPr sz="1950" b="0">
                          <a:solidFill>
                            <a:srgbClr val="172F46"/>
                          </a:solidFill>
                          <a:latin typeface="Arial"/>
                          <a:ea typeface="Arial"/>
                          <a:cs typeface="Arial"/>
                        </a:rPr>
                        <a:t>Type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950" b="0">
                          <a:solidFill>
                            <a:srgbClr val="172F46"/>
                          </a:solidFill>
                          <a:latin typeface="Arial"/>
                          <a:ea typeface="Arial"/>
                          <a:cs typeface="Arial"/>
                        </a:rPr>
                        <a:t>Fixed-step</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3"/>
                  </a:ext>
                </a:extLst>
              </a:tr>
              <a:tr h="550863">
                <a:tc>
                  <a:txBody>
                    <a:bodyPr/>
                    <a:lstStyle/>
                    <a:p>
                      <a:r>
                        <a:rPr sz="1950" b="0">
                          <a:solidFill>
                            <a:srgbClr val="172F46"/>
                          </a:solidFill>
                          <a:latin typeface="Arial"/>
                          <a:ea typeface="Arial"/>
                          <a:cs typeface="Arial"/>
                        </a:rPr>
                        <a:t>Solver</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950" b="0">
                          <a:solidFill>
                            <a:srgbClr val="172F46"/>
                          </a:solidFill>
                          <a:latin typeface="Arial"/>
                          <a:ea typeface="Arial"/>
                          <a:cs typeface="Arial"/>
                        </a:rPr>
                        <a:t>ode4 (Runge-Kutta)</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4"/>
                  </a:ext>
                </a:extLst>
              </a:tr>
              <a:tr h="550863">
                <a:tc>
                  <a:txBody>
                    <a:bodyPr/>
                    <a:lstStyle/>
                    <a:p>
                      <a:r>
                        <a:rPr sz="1950" b="0">
                          <a:solidFill>
                            <a:srgbClr val="172F46"/>
                          </a:solidFill>
                          <a:latin typeface="Arial"/>
                          <a:ea typeface="Arial"/>
                          <a:cs typeface="Arial"/>
                        </a:rPr>
                        <a:t>Fixed-step size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950" b="0">
                          <a:solidFill>
                            <a:srgbClr val="172F46"/>
                          </a:solidFill>
                          <a:latin typeface="Arial"/>
                          <a:ea typeface="Arial"/>
                          <a:cs typeface="Arial"/>
                        </a:rPr>
                        <a:t>1e-6</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5" name="Continuous input blocks use Sample time = 0.">
            <a:extLst>
              <a:ext uri="{FF2B5EF4-FFF2-40B4-BE49-F238E27FC236}">
                <a16:creationId xmlns:a16="http://schemas.microsoft.com/office/drawing/2014/main" id="{9FE2F65A-A5AA-4A68-B573-73A929AA4E44}"/>
              </a:ext>
            </a:extLst>
          </p:cNvPr>
          <p:cNvSpPr>
            <a:spLocks noGrp="1"/>
          </p:cNvSpPr>
          <p:nvPr/>
        </p:nvSpPr>
        <p:spPr>
          <a:xfrm>
            <a:off x="552450" y="5619750"/>
            <a:ext cx="11087100" cy="619125"/>
          </a:xfrm>
          <a:prstGeom prst="rect">
            <a:avLst/>
          </a:prstGeom>
          <a:noFill/>
          <a:ln w="0">
            <a:noFill/>
          </a:ln>
        </p:spPr>
        <p:txBody>
          <a:bodyPr wrap="square" lIns="0" tIns="0" rIns="0" bIns="0" anchor="t">
            <a:noAutofit/>
          </a:bodyPr>
          <a:lstStyle>
            <a:defPPr>
              <a:defRPr sz="2175" b="1">
                <a:solidFill>
                  <a:srgbClr val="245B9B"/>
                </a:solidFill>
                <a:latin typeface="Arial"/>
                <a:ea typeface="Arial"/>
                <a:cs typeface="Arial"/>
              </a:defRPr>
            </a:defPPr>
          </a:lstStyle>
          <a:p>
            <a:pPr>
              <a:defRPr sz="2175" b="1">
                <a:solidFill>
                  <a:srgbClr val="245B9B"/>
                </a:solidFill>
                <a:latin typeface="Arial"/>
                <a:ea typeface="Arial"/>
                <a:cs typeface="Arial"/>
              </a:defRPr>
            </a:pPr>
            <a:r>
              <a:rPr sz="2175" b="1">
                <a:solidFill>
                  <a:srgbClr val="245B9B"/>
                </a:solidFill>
                <a:latin typeface="Arial"/>
                <a:ea typeface="Arial"/>
                <a:cs typeface="Arial"/>
              </a:rPr>
              <a:t>Continuous input blocks use Sample time = 0.</a:t>
            </a:r>
          </a:p>
        </p:txBody>
      </p:sp>
    </p:spTree>
    <p:extLst>
      <p:ext uri="{BB962C8B-B14F-4D97-AF65-F5344CB8AC3E}">
        <p14:creationId xmlns:p14="http://schemas.microsoft.com/office/powerpoint/2010/main" val="2116285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tep 4: The acceleration Step block">
            <a:extLst>
              <a:ext uri="{FF2B5EF4-FFF2-40B4-BE49-F238E27FC236}">
                <a16:creationId xmlns:a16="http://schemas.microsoft.com/office/drawing/2014/main" id="{BB2CD9FE-77F9-49E8-AB71-EFA1CBDEAF3E}"/>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Step 4: The acceleration Step block</a:t>
            </a:r>
          </a:p>
        </p:txBody>
      </p:sp>
      <p:sp>
        <p:nvSpPr>
          <p:cNvPr id="2" name="12">
            <a:extLst>
              <a:ext uri="{FF2B5EF4-FFF2-40B4-BE49-F238E27FC236}">
                <a16:creationId xmlns:a16="http://schemas.microsoft.com/office/drawing/2014/main" id="{E939FBC8-7DC5-4A39-B180-85F009369AEA}"/>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12</a:t>
            </a:r>
          </a:p>
        </p:txBody>
      </p:sp>
      <p:graphicFrame>
        <p:nvGraphicFramePr>
          <p:cNvPr id="3" name="表格 2">
            <a:extLst>
              <a:ext uri="{FF2B5EF4-FFF2-40B4-BE49-F238E27FC236}">
                <a16:creationId xmlns:a16="http://schemas.microsoft.com/office/drawing/2014/main" id="{D50C096C-5283-4D7C-9CDA-2622F1AEBDB8}"/>
              </a:ext>
            </a:extLst>
          </p:cNvPr>
          <p:cNvGraphicFramePr/>
          <p:nvPr/>
        </p:nvGraphicFramePr>
        <p:xfrm>
          <a:off x="552450" y="1514475"/>
          <a:ext cx="6191250" cy="3114675"/>
        </p:xfrm>
        <a:graphic>
          <a:graphicData uri="http://schemas.openxmlformats.org/drawingml/2006/table">
            <a:tbl>
              <a:tblPr/>
              <a:tblGrid>
                <a:gridCol w="3286125">
                  <a:extLst>
                    <a:ext uri="{9D8B030D-6E8A-4147-A177-3AD203B41FA5}">
                      <a16:colId xmlns:a16="http://schemas.microsoft.com/office/drawing/2014/main" val="20000"/>
                    </a:ext>
                  </a:extLst>
                </a:gridCol>
                <a:gridCol w="2905125">
                  <a:extLst>
                    <a:ext uri="{9D8B030D-6E8A-4147-A177-3AD203B41FA5}">
                      <a16:colId xmlns:a16="http://schemas.microsoft.com/office/drawing/2014/main" val="20001"/>
                    </a:ext>
                  </a:extLst>
                </a:gridCol>
              </a:tblGrid>
              <a:tr h="622935">
                <a:tc>
                  <a:txBody>
                    <a:bodyPr/>
                    <a:lstStyle/>
                    <a:p>
                      <a:r>
                        <a:rPr sz="1950" b="1">
                          <a:solidFill>
                            <a:srgbClr val="FFFFFF"/>
                          </a:solidFill>
                          <a:latin typeface="Arial"/>
                          <a:ea typeface="Arial"/>
                          <a:cs typeface="Arial"/>
                        </a:rPr>
                        <a:t>Step parameter</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950" b="1">
                          <a:solidFill>
                            <a:srgbClr val="FFFFFF"/>
                          </a:solidFill>
                          <a:latin typeface="Arial"/>
                          <a:ea typeface="Arial"/>
                          <a:cs typeface="Arial"/>
                        </a:rPr>
                        <a:t>Value</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622935">
                <a:tc>
                  <a:txBody>
                    <a:bodyPr/>
                    <a:lstStyle/>
                    <a:p>
                      <a:r>
                        <a:rPr sz="1950" b="0">
                          <a:solidFill>
                            <a:srgbClr val="172F46"/>
                          </a:solidFill>
                          <a:latin typeface="Arial"/>
                          <a:ea typeface="Arial"/>
                          <a:cs typeface="Arial"/>
                        </a:rPr>
                        <a:t>Step time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950" b="0">
                          <a:solidFill>
                            <a:srgbClr val="172F46"/>
                          </a:solidFill>
                          <a:latin typeface="Arial"/>
                          <a:ea typeface="Arial"/>
                          <a:cs typeface="Arial"/>
                        </a:rPr>
                        <a:t>step_time</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622935">
                <a:tc>
                  <a:txBody>
                    <a:bodyPr/>
                    <a:lstStyle/>
                    <a:p>
                      <a:r>
                        <a:rPr sz="1950" b="0">
                          <a:solidFill>
                            <a:srgbClr val="172F46"/>
                          </a:solidFill>
                          <a:latin typeface="Arial"/>
                          <a:ea typeface="Arial"/>
                          <a:cs typeface="Arial"/>
                        </a:rPr>
                        <a:t>Initial value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950" b="0">
                          <a:solidFill>
                            <a:srgbClr val="172F46"/>
                          </a:solidFill>
                          <a:latin typeface="Arial"/>
                          <a:ea typeface="Arial"/>
                          <a:cs typeface="Arial"/>
                        </a:rPr>
                        <a:t>0</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r h="622935">
                <a:tc>
                  <a:txBody>
                    <a:bodyPr/>
                    <a:lstStyle/>
                    <a:p>
                      <a:r>
                        <a:rPr sz="1950" b="0">
                          <a:solidFill>
                            <a:srgbClr val="172F46"/>
                          </a:solidFill>
                          <a:latin typeface="Arial"/>
                          <a:ea typeface="Arial"/>
                          <a:cs typeface="Arial"/>
                        </a:rPr>
                        <a:t>Final value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950" b="0">
                          <a:solidFill>
                            <a:srgbClr val="172F46"/>
                          </a:solidFill>
                          <a:latin typeface="Arial"/>
                          <a:ea typeface="Arial"/>
                          <a:cs typeface="Arial"/>
                        </a:rPr>
                        <a:t>input_g*g0</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3"/>
                  </a:ext>
                </a:extLst>
              </a:tr>
              <a:tr h="622935">
                <a:tc>
                  <a:txBody>
                    <a:bodyPr/>
                    <a:lstStyle/>
                    <a:p>
                      <a:r>
                        <a:rPr sz="1950" b="0">
                          <a:solidFill>
                            <a:srgbClr val="172F46"/>
                          </a:solidFill>
                          <a:latin typeface="Arial"/>
                          <a:ea typeface="Arial"/>
                          <a:cs typeface="Arial"/>
                        </a:rPr>
                        <a:t>Sample time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950" b="0">
                          <a:solidFill>
                            <a:srgbClr val="172F46"/>
                          </a:solidFill>
                          <a:latin typeface="Arial"/>
                          <a:ea typeface="Arial"/>
                          <a:cs typeface="Arial"/>
                        </a:rPr>
                        <a:t>0</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4"/>
                  </a:ext>
                </a:extLst>
              </a:tr>
            </a:tbl>
          </a:graphicData>
        </a:graphic>
      </p:graphicFrame>
      <p:pic>
        <p:nvPicPr>
          <p:cNvPr id="4" name="图片 3">
            <a:extLst>
              <a:ext uri="{FF2B5EF4-FFF2-40B4-BE49-F238E27FC236}">
                <a16:creationId xmlns:a16="http://schemas.microsoft.com/office/drawing/2014/main" id="{60A3C377-63D4-41D7-9D77-660887917BEF}"/>
              </a:ext>
            </a:extLst>
          </p:cNvPr>
          <p:cNvPicPr>
            <a:picLocks noChangeAspect="1"/>
          </p:cNvPicPr>
          <p:nvPr/>
        </p:nvPicPr>
        <p:blipFill>
          <a:blip r:embed="rId3"/>
          <a:stretch/>
        </p:blipFill>
        <p:spPr>
          <a:xfrm>
            <a:off x="7734970" y="1733550"/>
            <a:ext cx="2913311" cy="2762250"/>
          </a:xfrm>
          <a:prstGeom prst="rect">
            <a:avLst/>
          </a:prstGeom>
        </p:spPr>
      </p:pic>
      <p:sp>
        <p:nvSpPr>
          <p:cNvPr id="5" name="1g input = 9.80665 m/s²">
            <a:extLst>
              <a:ext uri="{FF2B5EF4-FFF2-40B4-BE49-F238E27FC236}">
                <a16:creationId xmlns:a16="http://schemas.microsoft.com/office/drawing/2014/main" id="{ADDAC2D5-9EE7-40ED-B2EE-A3A31A4C5E79}"/>
              </a:ext>
            </a:extLst>
          </p:cNvPr>
          <p:cNvSpPr>
            <a:spLocks noGrp="1"/>
          </p:cNvSpPr>
          <p:nvPr/>
        </p:nvSpPr>
        <p:spPr>
          <a:xfrm>
            <a:off x="552450" y="5124450"/>
            <a:ext cx="10763250" cy="609600"/>
          </a:xfrm>
          <a:prstGeom prst="rect">
            <a:avLst/>
          </a:prstGeom>
          <a:noFill/>
          <a:ln w="0">
            <a:noFill/>
          </a:ln>
        </p:spPr>
        <p:txBody>
          <a:bodyPr wrap="square" lIns="0" tIns="0" rIns="0" bIns="0" anchor="t">
            <a:noAutofit/>
          </a:bodyPr>
          <a:lstStyle>
            <a:defPPr>
              <a:defRPr sz="2400" b="1">
                <a:solidFill>
                  <a:srgbClr val="245B9B"/>
                </a:solidFill>
                <a:latin typeface="Arial"/>
                <a:ea typeface="Arial"/>
                <a:cs typeface="Arial"/>
              </a:defRPr>
            </a:defPPr>
          </a:lstStyle>
          <a:p>
            <a:pPr>
              <a:defRPr sz="2400" b="1">
                <a:solidFill>
                  <a:srgbClr val="245B9B"/>
                </a:solidFill>
                <a:latin typeface="Arial"/>
                <a:ea typeface="Arial"/>
                <a:cs typeface="Arial"/>
              </a:defRPr>
            </a:pPr>
            <a:r>
              <a:rPr sz="2400" b="1">
                <a:solidFill>
                  <a:srgbClr val="245B9B"/>
                </a:solidFill>
                <a:latin typeface="Arial"/>
                <a:ea typeface="Arial"/>
                <a:cs typeface="Arial"/>
              </a:rPr>
              <a:t>1g input = 9.80665 m/s²</a:t>
            </a:r>
          </a:p>
        </p:txBody>
      </p:sp>
      <p:sp>
        <p:nvSpPr>
          <p:cNvPr id="6" name="Rename the block Step acceleration.">
            <a:extLst>
              <a:ext uri="{FF2B5EF4-FFF2-40B4-BE49-F238E27FC236}">
                <a16:creationId xmlns:a16="http://schemas.microsoft.com/office/drawing/2014/main" id="{023B7EA3-3D56-4A6F-993A-99AE83A74E51}"/>
              </a:ext>
            </a:extLst>
          </p:cNvPr>
          <p:cNvSpPr>
            <a:spLocks noGrp="1"/>
          </p:cNvSpPr>
          <p:nvPr/>
        </p:nvSpPr>
        <p:spPr>
          <a:xfrm>
            <a:off x="552450" y="5857875"/>
            <a:ext cx="10763250" cy="476250"/>
          </a:xfrm>
          <a:prstGeom prst="rect">
            <a:avLst/>
          </a:prstGeom>
          <a:noFill/>
          <a:ln w="0">
            <a:noFill/>
          </a:ln>
        </p:spPr>
        <p:txBody>
          <a:bodyPr wrap="square" lIns="0" tIns="0" rIns="0" bIns="0" anchor="t">
            <a:noAutofit/>
          </a:bodyPr>
          <a:lstStyle>
            <a:defPPr>
              <a:defRPr sz="1875" b="0">
                <a:solidFill>
                  <a:srgbClr val="4A5968"/>
                </a:solidFill>
                <a:latin typeface="Arial"/>
                <a:ea typeface="Arial"/>
                <a:cs typeface="Arial"/>
              </a:defRPr>
            </a:defPPr>
          </a:lstStyle>
          <a:p>
            <a:pPr>
              <a:defRPr sz="1875" b="0">
                <a:solidFill>
                  <a:srgbClr val="4A5968"/>
                </a:solidFill>
                <a:latin typeface="Arial"/>
                <a:ea typeface="Arial"/>
                <a:cs typeface="Arial"/>
              </a:defRPr>
            </a:pPr>
            <a:r>
              <a:rPr sz="1875" b="0">
                <a:solidFill>
                  <a:srgbClr val="4A5968"/>
                </a:solidFill>
                <a:latin typeface="Arial"/>
                <a:ea typeface="Arial"/>
                <a:cs typeface="Arial"/>
              </a:rPr>
              <a:t>Rename the block Step acceleration.</a:t>
            </a:r>
          </a:p>
        </p:txBody>
      </p:sp>
    </p:spTree>
    <p:extLst>
      <p:ext uri="{BB962C8B-B14F-4D97-AF65-F5344CB8AC3E}">
        <p14:creationId xmlns:p14="http://schemas.microsoft.com/office/powerpoint/2010/main" val="1319618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tep 5: The mechanical Transfer Fcn">
            <a:extLst>
              <a:ext uri="{FF2B5EF4-FFF2-40B4-BE49-F238E27FC236}">
                <a16:creationId xmlns:a16="http://schemas.microsoft.com/office/drawing/2014/main" id="{40228C1A-5506-490D-A949-6220D51AD45B}"/>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Step 5: The mechanical Transfer Fcn</a:t>
            </a:r>
          </a:p>
        </p:txBody>
      </p:sp>
      <p:sp>
        <p:nvSpPr>
          <p:cNvPr id="2" name="13">
            <a:extLst>
              <a:ext uri="{FF2B5EF4-FFF2-40B4-BE49-F238E27FC236}">
                <a16:creationId xmlns:a16="http://schemas.microsoft.com/office/drawing/2014/main" id="{F772C620-960F-4900-ADAD-F1ED31314170}"/>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13</a:t>
            </a:r>
          </a:p>
        </p:txBody>
      </p:sp>
      <p:graphicFrame>
        <p:nvGraphicFramePr>
          <p:cNvPr id="3" name="表格 2">
            <a:extLst>
              <a:ext uri="{FF2B5EF4-FFF2-40B4-BE49-F238E27FC236}">
                <a16:creationId xmlns:a16="http://schemas.microsoft.com/office/drawing/2014/main" id="{3677E627-7F01-46F7-B1DF-6F1F2D116F11}"/>
              </a:ext>
            </a:extLst>
          </p:cNvPr>
          <p:cNvGraphicFramePr/>
          <p:nvPr/>
        </p:nvGraphicFramePr>
        <p:xfrm>
          <a:off x="552450" y="1438275"/>
          <a:ext cx="11087100" cy="1628775"/>
        </p:xfrm>
        <a:graphic>
          <a:graphicData uri="http://schemas.openxmlformats.org/drawingml/2006/table">
            <a:tbl>
              <a:tblPr/>
              <a:tblGrid>
                <a:gridCol w="6191250">
                  <a:extLst>
                    <a:ext uri="{9D8B030D-6E8A-4147-A177-3AD203B41FA5}">
                      <a16:colId xmlns:a16="http://schemas.microsoft.com/office/drawing/2014/main" val="20000"/>
                    </a:ext>
                  </a:extLst>
                </a:gridCol>
                <a:gridCol w="4895850">
                  <a:extLst>
                    <a:ext uri="{9D8B030D-6E8A-4147-A177-3AD203B41FA5}">
                      <a16:colId xmlns:a16="http://schemas.microsoft.com/office/drawing/2014/main" val="20001"/>
                    </a:ext>
                  </a:extLst>
                </a:gridCol>
              </a:tblGrid>
              <a:tr h="542925">
                <a:tc>
                  <a:txBody>
                    <a:bodyPr/>
                    <a:lstStyle/>
                    <a:p>
                      <a:r>
                        <a:rPr sz="2025" b="1">
                          <a:solidFill>
                            <a:srgbClr val="FFFFFF"/>
                          </a:solidFill>
                          <a:latin typeface="Arial"/>
                          <a:ea typeface="Arial"/>
                          <a:cs typeface="Arial"/>
                        </a:rPr>
                        <a:t>Transfer Fcn parameter</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2025" b="1">
                          <a:solidFill>
                            <a:srgbClr val="FFFFFF"/>
                          </a:solidFill>
                          <a:latin typeface="Arial"/>
                          <a:ea typeface="Arial"/>
                          <a:cs typeface="Arial"/>
                        </a:rPr>
                        <a:t>Value</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542925">
                <a:tc>
                  <a:txBody>
                    <a:bodyPr/>
                    <a:lstStyle/>
                    <a:p>
                      <a:r>
                        <a:rPr sz="2025" b="0">
                          <a:solidFill>
                            <a:srgbClr val="172F46"/>
                          </a:solidFill>
                          <a:latin typeface="Arial"/>
                          <a:ea typeface="Arial"/>
                          <a:cs typeface="Arial"/>
                        </a:rPr>
                        <a:t>Numerator coefficients</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2025" b="0">
                          <a:solidFill>
                            <a:srgbClr val="172F46"/>
                          </a:solidFill>
                          <a:latin typeface="Arial"/>
                          <a:ea typeface="Arial"/>
                          <a:cs typeface="Arial"/>
                        </a:rPr>
                        <a:t>[1]</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542925">
                <a:tc>
                  <a:txBody>
                    <a:bodyPr/>
                    <a:lstStyle/>
                    <a:p>
                      <a:r>
                        <a:rPr sz="2025" b="0">
                          <a:solidFill>
                            <a:srgbClr val="172F46"/>
                          </a:solidFill>
                          <a:latin typeface="Arial"/>
                          <a:ea typeface="Arial"/>
                          <a:cs typeface="Arial"/>
                        </a:rPr>
                        <a:t>Denominator coefficients</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2025" b="0">
                          <a:solidFill>
                            <a:srgbClr val="172F46"/>
                          </a:solidFill>
                          <a:latin typeface="Arial"/>
                          <a:ea typeface="Arial"/>
                          <a:cs typeface="Arial"/>
                        </a:rPr>
                        <a:t>[1 b/m k/m]</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bl>
          </a:graphicData>
        </a:graphic>
      </p:graphicFrame>
      <p:pic>
        <p:nvPicPr>
          <p:cNvPr id="4" name="图片 3">
            <a:extLst>
              <a:ext uri="{FF2B5EF4-FFF2-40B4-BE49-F238E27FC236}">
                <a16:creationId xmlns:a16="http://schemas.microsoft.com/office/drawing/2014/main" id="{2561B2FF-4C57-4FD5-B2BB-FDEB674B5D01}"/>
              </a:ext>
            </a:extLst>
          </p:cNvPr>
          <p:cNvPicPr>
            <a:picLocks noChangeAspect="1"/>
          </p:cNvPicPr>
          <p:nvPr/>
        </p:nvPicPr>
        <p:blipFill>
          <a:blip r:embed="rId3"/>
          <a:stretch/>
        </p:blipFill>
        <p:spPr>
          <a:xfrm>
            <a:off x="1580936" y="3400425"/>
            <a:ext cx="9030128" cy="1895475"/>
          </a:xfrm>
          <a:prstGeom prst="rect">
            <a:avLst/>
          </a:prstGeom>
        </p:spPr>
      </p:pic>
      <p:sp>
        <p:nvSpPr>
          <p:cNvPr id="5" name="Coefficients follow descending powers of s. The output ">
            <a:extLst>
              <a:ext uri="{FF2B5EF4-FFF2-40B4-BE49-F238E27FC236}">
                <a16:creationId xmlns:a16="http://schemas.microsoft.com/office/drawing/2014/main" id="{55C1ACAF-313B-496E-AA3F-4EBB42C0498F}"/>
              </a:ext>
            </a:extLst>
          </p:cNvPr>
          <p:cNvSpPr>
            <a:spLocks noGrp="1"/>
          </p:cNvSpPr>
          <p:nvPr/>
        </p:nvSpPr>
        <p:spPr>
          <a:xfrm>
            <a:off x="552450" y="5638800"/>
            <a:ext cx="11087100" cy="714375"/>
          </a:xfrm>
          <a:prstGeom prst="rect">
            <a:avLst/>
          </a:prstGeom>
          <a:noFill/>
          <a:ln w="0">
            <a:noFill/>
          </a:ln>
        </p:spPr>
        <p:txBody>
          <a:bodyPr wrap="square" lIns="0" tIns="0" rIns="0" bIns="0" anchor="t">
            <a:noAutofit/>
          </a:bodyPr>
          <a:lstStyle>
            <a:defPPr>
              <a:defRPr sz="2025" b="0">
                <a:solidFill>
                  <a:srgbClr val="245B9B"/>
                </a:solidFill>
                <a:latin typeface="Arial"/>
                <a:ea typeface="Arial"/>
                <a:cs typeface="Arial"/>
              </a:defRPr>
            </a:defPPr>
          </a:lstStyle>
          <a:p>
            <a:pPr>
              <a:defRPr sz="2025" b="0">
                <a:solidFill>
                  <a:srgbClr val="245B9B"/>
                </a:solidFill>
                <a:latin typeface="Arial"/>
                <a:ea typeface="Arial"/>
                <a:cs typeface="Arial"/>
              </a:defRPr>
            </a:pPr>
            <a:r>
              <a:rPr sz="2025" b="0">
                <a:solidFill>
                  <a:srgbClr val="245B9B"/>
                </a:solidFill>
                <a:latin typeface="Arial"/>
                <a:ea typeface="Arial"/>
                <a:cs typeface="Arial"/>
              </a:rPr>
              <a:t>Coefficients follow descending powers of s. The output is displacement in meters.</a:t>
            </a:r>
          </a:p>
        </p:txBody>
      </p:sp>
    </p:spTree>
    <p:extLst>
      <p:ext uri="{BB962C8B-B14F-4D97-AF65-F5344CB8AC3E}">
        <p14:creationId xmlns:p14="http://schemas.microsoft.com/office/powerpoint/2010/main" val="808418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tep 6: Displacement units and Scope">
            <a:extLst>
              <a:ext uri="{FF2B5EF4-FFF2-40B4-BE49-F238E27FC236}">
                <a16:creationId xmlns:a16="http://schemas.microsoft.com/office/drawing/2014/main" id="{9C65345C-8220-4AD7-B59E-8081E012F38E}"/>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Step 6: Displacement units and Scope</a:t>
            </a:r>
          </a:p>
        </p:txBody>
      </p:sp>
      <p:sp>
        <p:nvSpPr>
          <p:cNvPr id="2" name="14">
            <a:extLst>
              <a:ext uri="{FF2B5EF4-FFF2-40B4-BE49-F238E27FC236}">
                <a16:creationId xmlns:a16="http://schemas.microsoft.com/office/drawing/2014/main" id="{080B93EA-0D02-4157-92F6-34E196CE6763}"/>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14</a:t>
            </a:r>
          </a:p>
        </p:txBody>
      </p:sp>
      <p:sp>
        <p:nvSpPr>
          <p:cNvPr id="3" name="Add Gain with value 1e6, then add Scope.">
            <a:extLst>
              <a:ext uri="{FF2B5EF4-FFF2-40B4-BE49-F238E27FC236}">
                <a16:creationId xmlns:a16="http://schemas.microsoft.com/office/drawing/2014/main" id="{7B3FF2FB-0C16-400E-A3BB-547C4824F29B}"/>
              </a:ext>
            </a:extLst>
          </p:cNvPr>
          <p:cNvSpPr>
            <a:spLocks noGrp="1"/>
          </p:cNvSpPr>
          <p:nvPr/>
        </p:nvSpPr>
        <p:spPr>
          <a:xfrm>
            <a:off x="552450" y="1409700"/>
            <a:ext cx="11087100" cy="609600"/>
          </a:xfrm>
          <a:prstGeom prst="rect">
            <a:avLst/>
          </a:prstGeom>
          <a:noFill/>
          <a:ln w="0">
            <a:noFill/>
          </a:ln>
        </p:spPr>
        <p:txBody>
          <a:bodyPr wrap="square" lIns="0" tIns="0" rIns="0" bIns="0" anchor="t">
            <a:noAutofit/>
          </a:bodyPr>
          <a:lstStyle>
            <a:defPPr>
              <a:defRPr sz="2325" b="0">
                <a:solidFill>
                  <a:srgbClr val="172F46"/>
                </a:solidFill>
                <a:latin typeface="Arial"/>
                <a:ea typeface="Arial"/>
                <a:cs typeface="Arial"/>
              </a:defRPr>
            </a:defPPr>
          </a:lstStyle>
          <a:p>
            <a:pPr>
              <a:defRPr sz="2325" b="0">
                <a:solidFill>
                  <a:srgbClr val="172F46"/>
                </a:solidFill>
                <a:latin typeface="Arial"/>
                <a:ea typeface="Arial"/>
                <a:cs typeface="Arial"/>
              </a:defRPr>
            </a:pPr>
            <a:r>
              <a:rPr sz="2325" b="0">
                <a:solidFill>
                  <a:srgbClr val="172F46"/>
                </a:solidFill>
                <a:latin typeface="Arial"/>
                <a:ea typeface="Arial"/>
                <a:cs typeface="Arial"/>
              </a:rPr>
              <a:t>Add Gain with value 1e6, then add Scope.</a:t>
            </a:r>
          </a:p>
        </p:txBody>
      </p:sp>
      <p:pic>
        <p:nvPicPr>
          <p:cNvPr id="4" name="图片 3">
            <a:extLst>
              <a:ext uri="{FF2B5EF4-FFF2-40B4-BE49-F238E27FC236}">
                <a16:creationId xmlns:a16="http://schemas.microsoft.com/office/drawing/2014/main" id="{699A636F-70D3-41AE-8B84-A8A11B3DAEEA}"/>
              </a:ext>
            </a:extLst>
          </p:cNvPr>
          <p:cNvPicPr>
            <a:picLocks noChangeAspect="1"/>
          </p:cNvPicPr>
          <p:nvPr/>
        </p:nvPicPr>
        <p:blipFill>
          <a:blip r:embed="rId3"/>
          <a:stretch/>
        </p:blipFill>
        <p:spPr>
          <a:xfrm>
            <a:off x="552450" y="2793372"/>
            <a:ext cx="11087100" cy="1252206"/>
          </a:xfrm>
          <a:prstGeom prst="rect">
            <a:avLst/>
          </a:prstGeom>
        </p:spPr>
      </p:pic>
      <p:graphicFrame>
        <p:nvGraphicFramePr>
          <p:cNvPr id="5" name="表格 4">
            <a:extLst>
              <a:ext uri="{FF2B5EF4-FFF2-40B4-BE49-F238E27FC236}">
                <a16:creationId xmlns:a16="http://schemas.microsoft.com/office/drawing/2014/main" id="{73A71B6F-783E-4BE9-B065-80499C7AFAEE}"/>
              </a:ext>
            </a:extLst>
          </p:cNvPr>
          <p:cNvGraphicFramePr/>
          <p:nvPr/>
        </p:nvGraphicFramePr>
        <p:xfrm>
          <a:off x="552450" y="4914900"/>
          <a:ext cx="11087100" cy="1295400"/>
        </p:xfrm>
        <a:graphic>
          <a:graphicData uri="http://schemas.openxmlformats.org/drawingml/2006/table">
            <a:tbl>
              <a:tblPr/>
              <a:tblGrid>
                <a:gridCol w="6286500">
                  <a:extLst>
                    <a:ext uri="{9D8B030D-6E8A-4147-A177-3AD203B41FA5}">
                      <a16:colId xmlns:a16="http://schemas.microsoft.com/office/drawing/2014/main" val="20000"/>
                    </a:ext>
                  </a:extLst>
                </a:gridCol>
                <a:gridCol w="4800600">
                  <a:extLst>
                    <a:ext uri="{9D8B030D-6E8A-4147-A177-3AD203B41FA5}">
                      <a16:colId xmlns:a16="http://schemas.microsoft.com/office/drawing/2014/main" val="20001"/>
                    </a:ext>
                  </a:extLst>
                </a:gridCol>
              </a:tblGrid>
              <a:tr h="431800">
                <a:tc>
                  <a:txBody>
                    <a:bodyPr/>
                    <a:lstStyle/>
                    <a:p>
                      <a:r>
                        <a:rPr sz="1875" b="1">
                          <a:solidFill>
                            <a:srgbClr val="FFFFFF"/>
                          </a:solidFill>
                          <a:latin typeface="Arial"/>
                          <a:ea typeface="Arial"/>
                          <a:cs typeface="Arial"/>
                        </a:rPr>
                        <a:t>Signal location</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75" b="1">
                          <a:solidFill>
                            <a:srgbClr val="FFFFFF"/>
                          </a:solidFill>
                          <a:latin typeface="Arial"/>
                          <a:ea typeface="Arial"/>
                          <a:cs typeface="Arial"/>
                        </a:rPr>
                        <a:t>Unit</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431800">
                <a:tc>
                  <a:txBody>
                    <a:bodyPr/>
                    <a:lstStyle/>
                    <a:p>
                      <a:r>
                        <a:rPr sz="1875" b="0">
                          <a:solidFill>
                            <a:srgbClr val="172F46"/>
                          </a:solidFill>
                          <a:latin typeface="Arial"/>
                          <a:ea typeface="Arial"/>
                          <a:cs typeface="Arial"/>
                        </a:rPr>
                        <a:t>Transfer Fcn output</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m</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431800">
                <a:tc>
                  <a:txBody>
                    <a:bodyPr/>
                    <a:lstStyle/>
                    <a:p>
                      <a:r>
                        <a:rPr sz="1875" b="0">
                          <a:solidFill>
                            <a:srgbClr val="172F46"/>
                          </a:solidFill>
                          <a:latin typeface="Arial"/>
                          <a:ea typeface="Arial"/>
                          <a:cs typeface="Arial"/>
                        </a:rPr>
                        <a:t>Gain output / Scope display</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75" b="0">
                          <a:solidFill>
                            <a:srgbClr val="172F46"/>
                          </a:solidFill>
                          <a:latin typeface="Arial"/>
                          <a:ea typeface="Arial"/>
                          <a:cs typeface="Arial"/>
                        </a:rPr>
                        <a:t>um</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192271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tep 7: First run and steady-state check">
            <a:extLst>
              <a:ext uri="{FF2B5EF4-FFF2-40B4-BE49-F238E27FC236}">
                <a16:creationId xmlns:a16="http://schemas.microsoft.com/office/drawing/2014/main" id="{BFF8DBA1-9EAB-4F18-83F8-EA7467EA47FD}"/>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Step 7: First run and steady-state check</a:t>
            </a:r>
          </a:p>
        </p:txBody>
      </p:sp>
      <p:sp>
        <p:nvSpPr>
          <p:cNvPr id="2" name="15">
            <a:extLst>
              <a:ext uri="{FF2B5EF4-FFF2-40B4-BE49-F238E27FC236}">
                <a16:creationId xmlns:a16="http://schemas.microsoft.com/office/drawing/2014/main" id="{8ACD01B1-7564-4496-97D8-00DE63D249E1}"/>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15</a:t>
            </a:r>
          </a:p>
        </p:txBody>
      </p:sp>
      <p:sp>
        <p:nvSpPr>
          <p:cNvPr id="3" name="Click Run. Open Scope and use Autoscale to fit the sign">
            <a:extLst>
              <a:ext uri="{FF2B5EF4-FFF2-40B4-BE49-F238E27FC236}">
                <a16:creationId xmlns:a16="http://schemas.microsoft.com/office/drawing/2014/main" id="{D693A18B-80E2-48BD-9411-2E9A39671671}"/>
              </a:ext>
            </a:extLst>
          </p:cNvPr>
          <p:cNvSpPr>
            <a:spLocks noGrp="1"/>
          </p:cNvSpPr>
          <p:nvPr/>
        </p:nvSpPr>
        <p:spPr>
          <a:xfrm>
            <a:off x="552450" y="1304925"/>
            <a:ext cx="11087100" cy="514350"/>
          </a:xfrm>
          <a:prstGeom prst="rect">
            <a:avLst/>
          </a:prstGeom>
          <a:noFill/>
          <a:ln w="0">
            <a:noFill/>
          </a:ln>
        </p:spPr>
        <p:txBody>
          <a:bodyPr wrap="square" lIns="0" tIns="0" rIns="0" bIns="0" anchor="t">
            <a:noAutofit/>
          </a:bodyPr>
          <a:lstStyle>
            <a:defPPr>
              <a:defRPr sz="2100" b="0">
                <a:solidFill>
                  <a:srgbClr val="172F46"/>
                </a:solidFill>
                <a:latin typeface="Arial"/>
                <a:ea typeface="Arial"/>
                <a:cs typeface="Arial"/>
              </a:defRPr>
            </a:defPPr>
          </a:lstStyle>
          <a:p>
            <a:pPr>
              <a:defRPr sz="2100" b="0">
                <a:solidFill>
                  <a:srgbClr val="172F46"/>
                </a:solidFill>
                <a:latin typeface="Arial"/>
                <a:ea typeface="Arial"/>
                <a:cs typeface="Arial"/>
              </a:defRPr>
            </a:pPr>
            <a:r>
              <a:rPr sz="2100" b="0">
                <a:solidFill>
                  <a:srgbClr val="172F46"/>
                </a:solidFill>
                <a:latin typeface="Arial"/>
                <a:ea typeface="Arial"/>
                <a:cs typeface="Arial"/>
              </a:rPr>
              <a:t>Click Run. Open Scope and use Autoscale to fit the signal.</a:t>
            </a:r>
          </a:p>
        </p:txBody>
      </p:sp>
      <p:graphicFrame>
        <p:nvGraphicFramePr>
          <p:cNvPr id="4" name="Chart">
            <a:extLst>
              <a:ext uri="{FF2B5EF4-FFF2-40B4-BE49-F238E27FC236}">
                <a16:creationId xmlns:a16="http://schemas.microsoft.com/office/drawing/2014/main" id="{1DB074B9-7757-4333-A403-530271F293C9}"/>
              </a:ext>
            </a:extLst>
          </p:cNvPr>
          <p:cNvGraphicFramePr/>
          <p:nvPr/>
        </p:nvGraphicFramePr>
        <p:xfrm>
          <a:off x="552450" y="1971675"/>
          <a:ext cx="11087100" cy="3648075"/>
        </p:xfrm>
        <a:graphic>
          <a:graphicData uri="http://schemas.openxmlformats.org/drawingml/2006/chart">
            <c:chart xmlns:c="http://schemas.openxmlformats.org/drawingml/2006/chart" xmlns:r="http://schemas.openxmlformats.org/officeDocument/2006/relationships" r:id="rId3"/>
          </a:graphicData>
        </a:graphic>
      </p:graphicFrame>
      <p:sp>
        <p:nvSpPr>
          <p:cNvPr id="5" name="At 1g: x(final) = g0 m/k = 0.2484 um">
            <a:extLst>
              <a:ext uri="{FF2B5EF4-FFF2-40B4-BE49-F238E27FC236}">
                <a16:creationId xmlns:a16="http://schemas.microsoft.com/office/drawing/2014/main" id="{12DA6411-F953-4ADA-AE99-C250C175DE1A}"/>
              </a:ext>
            </a:extLst>
          </p:cNvPr>
          <p:cNvSpPr>
            <a:spLocks noGrp="1"/>
          </p:cNvSpPr>
          <p:nvPr/>
        </p:nvSpPr>
        <p:spPr>
          <a:xfrm>
            <a:off x="552450" y="5895975"/>
            <a:ext cx="11087100" cy="457200"/>
          </a:xfrm>
          <a:prstGeom prst="rect">
            <a:avLst/>
          </a:prstGeom>
          <a:noFill/>
          <a:ln w="0">
            <a:noFill/>
          </a:ln>
        </p:spPr>
        <p:txBody>
          <a:bodyPr wrap="square" lIns="0" tIns="0" rIns="0" bIns="0" anchor="t">
            <a:noAutofit/>
          </a:bodyPr>
          <a:lstStyle>
            <a:defPPr>
              <a:defRPr sz="2250" b="1">
                <a:solidFill>
                  <a:srgbClr val="245B9B"/>
                </a:solidFill>
                <a:latin typeface="Arial"/>
                <a:ea typeface="Arial"/>
                <a:cs typeface="Arial"/>
              </a:defRPr>
            </a:defPPr>
          </a:lstStyle>
          <a:p>
            <a:pPr>
              <a:defRPr sz="2250" b="1">
                <a:solidFill>
                  <a:srgbClr val="245B9B"/>
                </a:solidFill>
                <a:latin typeface="Arial"/>
                <a:ea typeface="Arial"/>
                <a:cs typeface="Arial"/>
              </a:defRPr>
            </a:pPr>
            <a:r>
              <a:rPr sz="2250" b="1">
                <a:solidFill>
                  <a:srgbClr val="245B9B"/>
                </a:solidFill>
                <a:latin typeface="Arial"/>
                <a:ea typeface="Arial"/>
                <a:cs typeface="Arial"/>
              </a:rPr>
              <a:t>At 1g: x(final) = g0 m/k = 0.2484 um</a:t>
            </a:r>
          </a:p>
        </p:txBody>
      </p:sp>
    </p:spTree>
    <p:extLst>
      <p:ext uri="{BB962C8B-B14F-4D97-AF65-F5344CB8AC3E}">
        <p14:creationId xmlns:p14="http://schemas.microsoft.com/office/powerpoint/2010/main" val="1229267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tep 8: The two-integrator realization">
            <a:extLst>
              <a:ext uri="{FF2B5EF4-FFF2-40B4-BE49-F238E27FC236}">
                <a16:creationId xmlns:a16="http://schemas.microsoft.com/office/drawing/2014/main" id="{B58BA9C7-8A13-4A95-9139-8613A7305C4C}"/>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Step 8: The two-integrator realization</a:t>
            </a:r>
          </a:p>
        </p:txBody>
      </p:sp>
      <p:sp>
        <p:nvSpPr>
          <p:cNvPr id="2" name="16">
            <a:extLst>
              <a:ext uri="{FF2B5EF4-FFF2-40B4-BE49-F238E27FC236}">
                <a16:creationId xmlns:a16="http://schemas.microsoft.com/office/drawing/2014/main" id="{FFC692ED-5785-4A6D-963A-5FFCDE6A88C5}"/>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16</a:t>
            </a:r>
          </a:p>
        </p:txBody>
      </p:sp>
      <p:sp>
        <p:nvSpPr>
          <p:cNvPr id="3" name="xddot = a - (b/m) xdot - (k/m) x">
            <a:extLst>
              <a:ext uri="{FF2B5EF4-FFF2-40B4-BE49-F238E27FC236}">
                <a16:creationId xmlns:a16="http://schemas.microsoft.com/office/drawing/2014/main" id="{4734512A-A001-4FD4-A26D-9148F4E10DBA}"/>
              </a:ext>
            </a:extLst>
          </p:cNvPr>
          <p:cNvSpPr>
            <a:spLocks noGrp="1"/>
          </p:cNvSpPr>
          <p:nvPr/>
        </p:nvSpPr>
        <p:spPr>
          <a:xfrm>
            <a:off x="552450" y="1343025"/>
            <a:ext cx="11087100" cy="609600"/>
          </a:xfrm>
          <a:prstGeom prst="rect">
            <a:avLst/>
          </a:prstGeom>
          <a:noFill/>
          <a:ln w="0">
            <a:noFill/>
          </a:ln>
        </p:spPr>
        <p:txBody>
          <a:bodyPr wrap="square" lIns="0" tIns="0" rIns="0" bIns="0" anchor="t">
            <a:noAutofit/>
          </a:bodyPr>
          <a:lstStyle>
            <a:defPPr>
              <a:defRPr sz="2625" b="1">
                <a:solidFill>
                  <a:srgbClr val="245B9B"/>
                </a:solidFill>
                <a:latin typeface="Arial"/>
                <a:ea typeface="Arial"/>
                <a:cs typeface="Arial"/>
              </a:defRPr>
            </a:defPPr>
          </a:lstStyle>
          <a:p>
            <a:pPr>
              <a:defRPr sz="2625" b="1">
                <a:solidFill>
                  <a:srgbClr val="245B9B"/>
                </a:solidFill>
                <a:latin typeface="Arial"/>
                <a:ea typeface="Arial"/>
                <a:cs typeface="Arial"/>
              </a:defRPr>
            </a:pPr>
            <a:r>
              <a:rPr sz="2625" b="1">
                <a:solidFill>
                  <a:srgbClr val="245B9B"/>
                </a:solidFill>
                <a:latin typeface="Arial"/>
                <a:ea typeface="Arial"/>
                <a:cs typeface="Arial"/>
              </a:rPr>
              <a:t>xddot = a - (b/m) xdot - (k/m) x</a:t>
            </a:r>
          </a:p>
        </p:txBody>
      </p:sp>
      <p:pic>
        <p:nvPicPr>
          <p:cNvPr id="4" name="图片 3">
            <a:extLst>
              <a:ext uri="{FF2B5EF4-FFF2-40B4-BE49-F238E27FC236}">
                <a16:creationId xmlns:a16="http://schemas.microsoft.com/office/drawing/2014/main" id="{E126D3B3-8A5F-44DC-B281-85672FA067AF}"/>
              </a:ext>
            </a:extLst>
          </p:cNvPr>
          <p:cNvPicPr>
            <a:picLocks noChangeAspect="1"/>
          </p:cNvPicPr>
          <p:nvPr/>
        </p:nvPicPr>
        <p:blipFill>
          <a:blip r:embed="rId3"/>
          <a:stretch/>
        </p:blipFill>
        <p:spPr>
          <a:xfrm>
            <a:off x="1112838" y="2200275"/>
            <a:ext cx="9966325" cy="2047875"/>
          </a:xfrm>
          <a:prstGeom prst="rect">
            <a:avLst/>
          </a:prstGeom>
        </p:spPr>
      </p:pic>
      <p:graphicFrame>
        <p:nvGraphicFramePr>
          <p:cNvPr id="5" name="表格 4">
            <a:extLst>
              <a:ext uri="{FF2B5EF4-FFF2-40B4-BE49-F238E27FC236}">
                <a16:creationId xmlns:a16="http://schemas.microsoft.com/office/drawing/2014/main" id="{A0383B49-AF65-41D3-B61D-C9349A5D6C92}"/>
              </a:ext>
            </a:extLst>
          </p:cNvPr>
          <p:cNvGraphicFramePr/>
          <p:nvPr/>
        </p:nvGraphicFramePr>
        <p:xfrm>
          <a:off x="552450" y="4657725"/>
          <a:ext cx="11087100" cy="1466850"/>
        </p:xfrm>
        <a:graphic>
          <a:graphicData uri="http://schemas.openxmlformats.org/drawingml/2006/table">
            <a:tbl>
              <a:tblPr/>
              <a:tblGrid>
                <a:gridCol w="6096000">
                  <a:extLst>
                    <a:ext uri="{9D8B030D-6E8A-4147-A177-3AD203B41FA5}">
                      <a16:colId xmlns:a16="http://schemas.microsoft.com/office/drawing/2014/main" val="20000"/>
                    </a:ext>
                  </a:extLst>
                </a:gridCol>
                <a:gridCol w="4991100">
                  <a:extLst>
                    <a:ext uri="{9D8B030D-6E8A-4147-A177-3AD203B41FA5}">
                      <a16:colId xmlns:a16="http://schemas.microsoft.com/office/drawing/2014/main" val="20001"/>
                    </a:ext>
                  </a:extLst>
                </a:gridCol>
              </a:tblGrid>
              <a:tr h="488950">
                <a:tc>
                  <a:txBody>
                    <a:bodyPr/>
                    <a:lstStyle/>
                    <a:p>
                      <a:r>
                        <a:rPr sz="1950" b="1">
                          <a:solidFill>
                            <a:srgbClr val="FFFFFF"/>
                          </a:solidFill>
                          <a:latin typeface="Arial"/>
                          <a:ea typeface="Arial"/>
                          <a:cs typeface="Arial"/>
                        </a:rPr>
                        <a:t>Block</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950" b="1">
                          <a:solidFill>
                            <a:srgbClr val="FFFFFF"/>
                          </a:solidFill>
                          <a:latin typeface="Arial"/>
                          <a:ea typeface="Arial"/>
                          <a:cs typeface="Arial"/>
                        </a:rPr>
                        <a:t>Setting</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488950">
                <a:tc>
                  <a:txBody>
                    <a:bodyPr/>
                    <a:lstStyle/>
                    <a:p>
                      <a:r>
                        <a:rPr sz="1950" b="0">
                          <a:solidFill>
                            <a:srgbClr val="172F46"/>
                          </a:solidFill>
                          <a:latin typeface="Arial"/>
                          <a:ea typeface="Arial"/>
                          <a:cs typeface="Arial"/>
                        </a:rPr>
                        <a:t>Sum</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950" b="0">
                          <a:solidFill>
                            <a:srgbClr val="172F46"/>
                          </a:solidFill>
                          <a:latin typeface="Arial"/>
                          <a:ea typeface="Arial"/>
                          <a:cs typeface="Arial"/>
                        </a:rPr>
                        <a:t>List of signs: +--</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488950">
                <a:tc>
                  <a:txBody>
                    <a:bodyPr/>
                    <a:lstStyle/>
                    <a:p>
                      <a:r>
                        <a:rPr sz="1950" b="0">
                          <a:solidFill>
                            <a:srgbClr val="172F46"/>
                          </a:solidFill>
                          <a:latin typeface="Arial"/>
                          <a:ea typeface="Arial"/>
                          <a:cs typeface="Arial"/>
                        </a:rPr>
                        <a:t>Both Integrators</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950" b="0">
                          <a:solidFill>
                            <a:srgbClr val="172F46"/>
                          </a:solidFill>
                          <a:latin typeface="Arial"/>
                          <a:ea typeface="Arial"/>
                          <a:cs typeface="Arial"/>
                        </a:rPr>
                        <a:t>Initial condition: 0</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92788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tep 9: Damping feedback">
            <a:extLst>
              <a:ext uri="{FF2B5EF4-FFF2-40B4-BE49-F238E27FC236}">
                <a16:creationId xmlns:a16="http://schemas.microsoft.com/office/drawing/2014/main" id="{EFA488FE-73AE-4A38-A63E-E3E64EE08501}"/>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Step 9: Damping feedback</a:t>
            </a:r>
          </a:p>
        </p:txBody>
      </p:sp>
      <p:sp>
        <p:nvSpPr>
          <p:cNvPr id="2" name="17">
            <a:extLst>
              <a:ext uri="{FF2B5EF4-FFF2-40B4-BE49-F238E27FC236}">
                <a16:creationId xmlns:a16="http://schemas.microsoft.com/office/drawing/2014/main" id="{1178EE13-0813-4625-8CDD-FA590F03289A}"/>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17</a:t>
            </a:r>
          </a:p>
        </p:txBody>
      </p:sp>
      <p:sp>
        <p:nvSpPr>
          <p:cNvPr id="3" name="Branch xdot through a positive Gain b/m to a negative S">
            <a:extLst>
              <a:ext uri="{FF2B5EF4-FFF2-40B4-BE49-F238E27FC236}">
                <a16:creationId xmlns:a16="http://schemas.microsoft.com/office/drawing/2014/main" id="{13A718BB-2971-436D-AF74-501694B1201A}"/>
              </a:ext>
            </a:extLst>
          </p:cNvPr>
          <p:cNvSpPr>
            <a:spLocks noGrp="1"/>
          </p:cNvSpPr>
          <p:nvPr/>
        </p:nvSpPr>
        <p:spPr>
          <a:xfrm>
            <a:off x="552450" y="1352550"/>
            <a:ext cx="11087100" cy="571500"/>
          </a:xfrm>
          <a:prstGeom prst="rect">
            <a:avLst/>
          </a:prstGeom>
          <a:noFill/>
          <a:ln w="0">
            <a:noFill/>
          </a:ln>
        </p:spPr>
        <p:txBody>
          <a:bodyPr wrap="square" lIns="0" tIns="0" rIns="0" bIns="0" anchor="t">
            <a:noAutofit/>
          </a:bodyPr>
          <a:lstStyle>
            <a:defPPr>
              <a:defRPr sz="2175" b="0">
                <a:solidFill>
                  <a:srgbClr val="172F46"/>
                </a:solidFill>
                <a:latin typeface="Arial"/>
                <a:ea typeface="Arial"/>
                <a:cs typeface="Arial"/>
              </a:defRPr>
            </a:defPPr>
          </a:lstStyle>
          <a:p>
            <a:pPr>
              <a:defRPr sz="2175" b="0">
                <a:solidFill>
                  <a:srgbClr val="172F46"/>
                </a:solidFill>
                <a:latin typeface="Arial"/>
                <a:ea typeface="Arial"/>
                <a:cs typeface="Arial"/>
              </a:defRPr>
            </a:pPr>
            <a:r>
              <a:rPr sz="2175" b="0">
                <a:solidFill>
                  <a:srgbClr val="172F46"/>
                </a:solidFill>
                <a:latin typeface="Arial"/>
                <a:ea typeface="Arial"/>
                <a:cs typeface="Arial"/>
              </a:rPr>
              <a:t>Branch xdot through a positive Gain b/m to a negative Sum port.</a:t>
            </a:r>
          </a:p>
        </p:txBody>
      </p:sp>
      <p:pic>
        <p:nvPicPr>
          <p:cNvPr id="4" name="图片 3">
            <a:extLst>
              <a:ext uri="{FF2B5EF4-FFF2-40B4-BE49-F238E27FC236}">
                <a16:creationId xmlns:a16="http://schemas.microsoft.com/office/drawing/2014/main" id="{07721ECC-1BED-42E2-8BE5-D957E271B5A6}"/>
              </a:ext>
            </a:extLst>
          </p:cNvPr>
          <p:cNvPicPr>
            <a:picLocks noChangeAspect="1"/>
          </p:cNvPicPr>
          <p:nvPr/>
        </p:nvPicPr>
        <p:blipFill>
          <a:blip r:embed="rId3"/>
          <a:stretch/>
        </p:blipFill>
        <p:spPr>
          <a:xfrm>
            <a:off x="2240055" y="2152650"/>
            <a:ext cx="7711889" cy="3419475"/>
          </a:xfrm>
          <a:prstGeom prst="rect">
            <a:avLst/>
          </a:prstGeom>
        </p:spPr>
      </p:pic>
      <p:sp>
        <p:nvSpPr>
          <p:cNvPr id="5" name="Physical term: -(b/m) xdot">
            <a:extLst>
              <a:ext uri="{FF2B5EF4-FFF2-40B4-BE49-F238E27FC236}">
                <a16:creationId xmlns:a16="http://schemas.microsoft.com/office/drawing/2014/main" id="{D65D734E-9349-489E-A087-2CF04DCC56A6}"/>
              </a:ext>
            </a:extLst>
          </p:cNvPr>
          <p:cNvSpPr>
            <a:spLocks noGrp="1"/>
          </p:cNvSpPr>
          <p:nvPr/>
        </p:nvSpPr>
        <p:spPr>
          <a:xfrm>
            <a:off x="552450" y="5800725"/>
            <a:ext cx="11087100" cy="523875"/>
          </a:xfrm>
          <a:prstGeom prst="rect">
            <a:avLst/>
          </a:prstGeom>
          <a:noFill/>
          <a:ln w="0">
            <a:noFill/>
          </a:ln>
        </p:spPr>
        <p:txBody>
          <a:bodyPr wrap="square" lIns="0" tIns="0" rIns="0" bIns="0" anchor="t">
            <a:noAutofit/>
          </a:bodyPr>
          <a:lstStyle>
            <a:defPPr>
              <a:defRPr sz="2325" b="1">
                <a:solidFill>
                  <a:srgbClr val="245B9B"/>
                </a:solidFill>
                <a:latin typeface="Arial"/>
                <a:ea typeface="Arial"/>
                <a:cs typeface="Arial"/>
              </a:defRPr>
            </a:defPPr>
          </a:lstStyle>
          <a:p>
            <a:pPr>
              <a:defRPr sz="2325" b="1">
                <a:solidFill>
                  <a:srgbClr val="245B9B"/>
                </a:solidFill>
                <a:latin typeface="Arial"/>
                <a:ea typeface="Arial"/>
                <a:cs typeface="Arial"/>
              </a:defRPr>
            </a:pPr>
            <a:r>
              <a:rPr sz="2325" b="1">
                <a:solidFill>
                  <a:srgbClr val="245B9B"/>
                </a:solidFill>
                <a:latin typeface="Arial"/>
                <a:ea typeface="Arial"/>
                <a:cs typeface="Arial"/>
              </a:rPr>
              <a:t>Physical term: -(b/m) xdot</a:t>
            </a:r>
          </a:p>
        </p:txBody>
      </p:sp>
    </p:spTree>
    <p:extLst>
      <p:ext uri="{BB962C8B-B14F-4D97-AF65-F5344CB8AC3E}">
        <p14:creationId xmlns:p14="http://schemas.microsoft.com/office/powerpoint/2010/main" val="1495183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tep 10: Stiffness feedback">
            <a:extLst>
              <a:ext uri="{FF2B5EF4-FFF2-40B4-BE49-F238E27FC236}">
                <a16:creationId xmlns:a16="http://schemas.microsoft.com/office/drawing/2014/main" id="{6F5853AF-578F-406C-9690-DF05228711C4}"/>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Step 10: Stiffness feedback</a:t>
            </a:r>
          </a:p>
        </p:txBody>
      </p:sp>
      <p:sp>
        <p:nvSpPr>
          <p:cNvPr id="2" name="18">
            <a:extLst>
              <a:ext uri="{FF2B5EF4-FFF2-40B4-BE49-F238E27FC236}">
                <a16:creationId xmlns:a16="http://schemas.microsoft.com/office/drawing/2014/main" id="{A859F6BC-78C0-4F95-BE1B-05302F29681F}"/>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18</a:t>
            </a:r>
          </a:p>
        </p:txBody>
      </p:sp>
      <p:sp>
        <p:nvSpPr>
          <p:cNvPr id="3" name="Branch x through a positive Gain k/m to the other negat">
            <a:extLst>
              <a:ext uri="{FF2B5EF4-FFF2-40B4-BE49-F238E27FC236}">
                <a16:creationId xmlns:a16="http://schemas.microsoft.com/office/drawing/2014/main" id="{BB8C8148-48D5-41B2-A41D-8B37166DF6F1}"/>
              </a:ext>
            </a:extLst>
          </p:cNvPr>
          <p:cNvSpPr>
            <a:spLocks noGrp="1"/>
          </p:cNvSpPr>
          <p:nvPr/>
        </p:nvSpPr>
        <p:spPr>
          <a:xfrm>
            <a:off x="552450" y="1352550"/>
            <a:ext cx="11087100" cy="571500"/>
          </a:xfrm>
          <a:prstGeom prst="rect">
            <a:avLst/>
          </a:prstGeom>
          <a:noFill/>
          <a:ln w="0">
            <a:noFill/>
          </a:ln>
        </p:spPr>
        <p:txBody>
          <a:bodyPr wrap="square" lIns="0" tIns="0" rIns="0" bIns="0" anchor="t">
            <a:noAutofit/>
          </a:bodyPr>
          <a:lstStyle>
            <a:defPPr>
              <a:defRPr sz="2175" b="0">
                <a:solidFill>
                  <a:srgbClr val="172F46"/>
                </a:solidFill>
                <a:latin typeface="Arial"/>
                <a:ea typeface="Arial"/>
                <a:cs typeface="Arial"/>
              </a:defRPr>
            </a:defPPr>
          </a:lstStyle>
          <a:p>
            <a:pPr>
              <a:defRPr sz="2175" b="0">
                <a:solidFill>
                  <a:srgbClr val="172F46"/>
                </a:solidFill>
                <a:latin typeface="Arial"/>
                <a:ea typeface="Arial"/>
                <a:cs typeface="Arial"/>
              </a:defRPr>
            </a:pPr>
            <a:r>
              <a:rPr sz="2175" b="0">
                <a:solidFill>
                  <a:srgbClr val="172F46"/>
                </a:solidFill>
                <a:latin typeface="Arial"/>
                <a:ea typeface="Arial"/>
                <a:cs typeface="Arial"/>
              </a:rPr>
              <a:t>Branch x through a positive Gain k/m to the other negative Sum port.</a:t>
            </a:r>
          </a:p>
        </p:txBody>
      </p:sp>
      <p:pic>
        <p:nvPicPr>
          <p:cNvPr id="4" name="图片 3">
            <a:extLst>
              <a:ext uri="{FF2B5EF4-FFF2-40B4-BE49-F238E27FC236}">
                <a16:creationId xmlns:a16="http://schemas.microsoft.com/office/drawing/2014/main" id="{A30B219E-B4A0-4304-A8E5-5B663C764016}"/>
              </a:ext>
            </a:extLst>
          </p:cNvPr>
          <p:cNvPicPr>
            <a:picLocks noChangeAspect="1"/>
          </p:cNvPicPr>
          <p:nvPr/>
        </p:nvPicPr>
        <p:blipFill>
          <a:blip r:embed="rId3"/>
          <a:stretch/>
        </p:blipFill>
        <p:spPr>
          <a:xfrm>
            <a:off x="3033552" y="2009775"/>
            <a:ext cx="6124896" cy="3695700"/>
          </a:xfrm>
          <a:prstGeom prst="rect">
            <a:avLst/>
          </a:prstGeom>
        </p:spPr>
      </p:pic>
      <p:sp>
        <p:nvSpPr>
          <p:cNvPr id="5" name="Physical term: -(k/m) x">
            <a:extLst>
              <a:ext uri="{FF2B5EF4-FFF2-40B4-BE49-F238E27FC236}">
                <a16:creationId xmlns:a16="http://schemas.microsoft.com/office/drawing/2014/main" id="{9A6483A9-B770-4772-AD75-21F9C4A67DB5}"/>
              </a:ext>
            </a:extLst>
          </p:cNvPr>
          <p:cNvSpPr>
            <a:spLocks noGrp="1"/>
          </p:cNvSpPr>
          <p:nvPr/>
        </p:nvSpPr>
        <p:spPr>
          <a:xfrm>
            <a:off x="552450" y="5876925"/>
            <a:ext cx="11087100" cy="438150"/>
          </a:xfrm>
          <a:prstGeom prst="rect">
            <a:avLst/>
          </a:prstGeom>
          <a:noFill/>
          <a:ln w="0">
            <a:noFill/>
          </a:ln>
        </p:spPr>
        <p:txBody>
          <a:bodyPr wrap="square" lIns="0" tIns="0" rIns="0" bIns="0" anchor="t">
            <a:noAutofit/>
          </a:bodyPr>
          <a:lstStyle>
            <a:defPPr>
              <a:defRPr sz="2325" b="1">
                <a:solidFill>
                  <a:srgbClr val="245B9B"/>
                </a:solidFill>
                <a:latin typeface="Arial"/>
                <a:ea typeface="Arial"/>
                <a:cs typeface="Arial"/>
              </a:defRPr>
            </a:defPPr>
          </a:lstStyle>
          <a:p>
            <a:pPr>
              <a:defRPr sz="2325" b="1">
                <a:solidFill>
                  <a:srgbClr val="245B9B"/>
                </a:solidFill>
                <a:latin typeface="Arial"/>
                <a:ea typeface="Arial"/>
                <a:cs typeface="Arial"/>
              </a:defRPr>
            </a:pPr>
            <a:r>
              <a:rPr sz="2325" b="1">
                <a:solidFill>
                  <a:srgbClr val="245B9B"/>
                </a:solidFill>
                <a:latin typeface="Arial"/>
                <a:ea typeface="Arial"/>
                <a:cs typeface="Arial"/>
              </a:rPr>
              <a:t>Physical term: -(k/m) x</a:t>
            </a:r>
          </a:p>
        </p:txBody>
      </p:sp>
    </p:spTree>
    <p:extLst>
      <p:ext uri="{BB962C8B-B14F-4D97-AF65-F5344CB8AC3E}">
        <p14:creationId xmlns:p14="http://schemas.microsoft.com/office/powerpoint/2010/main" val="220115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tep 11: Comparison of both outputs">
            <a:extLst>
              <a:ext uri="{FF2B5EF4-FFF2-40B4-BE49-F238E27FC236}">
                <a16:creationId xmlns:a16="http://schemas.microsoft.com/office/drawing/2014/main" id="{ABFFE67E-E2AE-477D-8C25-E10E939CF653}"/>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Step 11: Comparison of both outputs</a:t>
            </a:r>
          </a:p>
        </p:txBody>
      </p:sp>
      <p:sp>
        <p:nvSpPr>
          <p:cNvPr id="2" name="19">
            <a:extLst>
              <a:ext uri="{FF2B5EF4-FFF2-40B4-BE49-F238E27FC236}">
                <a16:creationId xmlns:a16="http://schemas.microsoft.com/office/drawing/2014/main" id="{51A968EA-2DFA-451A-B2F2-6ED5536C9FC4}"/>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19</a:t>
            </a:r>
          </a:p>
        </p:txBody>
      </p:sp>
      <p:sp>
        <p:nvSpPr>
          <p:cNvPr id="3" name="Add a second 1e6 Gain and a Mux with Number of inputs =">
            <a:extLst>
              <a:ext uri="{FF2B5EF4-FFF2-40B4-BE49-F238E27FC236}">
                <a16:creationId xmlns:a16="http://schemas.microsoft.com/office/drawing/2014/main" id="{A4467A39-670A-4202-B50F-FC6172CCE610}"/>
              </a:ext>
            </a:extLst>
          </p:cNvPr>
          <p:cNvSpPr>
            <a:spLocks noGrp="1"/>
          </p:cNvSpPr>
          <p:nvPr/>
        </p:nvSpPr>
        <p:spPr>
          <a:xfrm>
            <a:off x="552450" y="1333500"/>
            <a:ext cx="11087100" cy="609600"/>
          </a:xfrm>
          <a:prstGeom prst="rect">
            <a:avLst/>
          </a:prstGeom>
          <a:noFill/>
          <a:ln w="0">
            <a:noFill/>
          </a:ln>
        </p:spPr>
        <p:txBody>
          <a:bodyPr wrap="square" lIns="0" tIns="0" rIns="0" bIns="0" anchor="t">
            <a:noAutofit/>
          </a:bodyPr>
          <a:lstStyle>
            <a:defPPr>
              <a:defRPr sz="2100" b="0">
                <a:solidFill>
                  <a:srgbClr val="172F46"/>
                </a:solidFill>
                <a:latin typeface="Arial"/>
                <a:ea typeface="Arial"/>
                <a:cs typeface="Arial"/>
              </a:defRPr>
            </a:defPPr>
          </a:lstStyle>
          <a:p>
            <a:pPr>
              <a:defRPr sz="2100" b="0">
                <a:solidFill>
                  <a:srgbClr val="172F46"/>
                </a:solidFill>
                <a:latin typeface="Arial"/>
                <a:ea typeface="Arial"/>
                <a:cs typeface="Arial"/>
              </a:defRPr>
            </a:pPr>
            <a:r>
              <a:rPr sz="2100" b="0">
                <a:solidFill>
                  <a:srgbClr val="172F46"/>
                </a:solidFill>
                <a:latin typeface="Arial"/>
                <a:ea typeface="Arial"/>
                <a:cs typeface="Arial"/>
              </a:rPr>
              <a:t>Add a second 1e6 Gain and a Mux with Number of inputs = 2.</a:t>
            </a:r>
          </a:p>
        </p:txBody>
      </p:sp>
      <p:pic>
        <p:nvPicPr>
          <p:cNvPr id="4" name="图片 3">
            <a:extLst>
              <a:ext uri="{FF2B5EF4-FFF2-40B4-BE49-F238E27FC236}">
                <a16:creationId xmlns:a16="http://schemas.microsoft.com/office/drawing/2014/main" id="{723FFE37-5863-417F-89DD-5343F2BF1C99}"/>
              </a:ext>
            </a:extLst>
          </p:cNvPr>
          <p:cNvPicPr>
            <a:picLocks noChangeAspect="1"/>
          </p:cNvPicPr>
          <p:nvPr/>
        </p:nvPicPr>
        <p:blipFill>
          <a:blip r:embed="rId3"/>
          <a:stretch/>
        </p:blipFill>
        <p:spPr>
          <a:xfrm>
            <a:off x="2117632" y="2047875"/>
            <a:ext cx="7956737" cy="3667125"/>
          </a:xfrm>
          <a:prstGeom prst="rect">
            <a:avLst/>
          </a:prstGeom>
        </p:spPr>
      </p:pic>
      <p:sp>
        <p:nvSpPr>
          <p:cNvPr id="5" name="Scope channel 1: x_TF in um       Channel 2: x_ODE in u">
            <a:extLst>
              <a:ext uri="{FF2B5EF4-FFF2-40B4-BE49-F238E27FC236}">
                <a16:creationId xmlns:a16="http://schemas.microsoft.com/office/drawing/2014/main" id="{976E83F9-C5A8-41AC-BAAD-2DB18F104704}"/>
              </a:ext>
            </a:extLst>
          </p:cNvPr>
          <p:cNvSpPr>
            <a:spLocks noGrp="1"/>
          </p:cNvSpPr>
          <p:nvPr/>
        </p:nvSpPr>
        <p:spPr>
          <a:xfrm>
            <a:off x="552450" y="5905500"/>
            <a:ext cx="11087100" cy="428625"/>
          </a:xfrm>
          <a:prstGeom prst="rect">
            <a:avLst/>
          </a:prstGeom>
          <a:noFill/>
          <a:ln w="0">
            <a:noFill/>
          </a:ln>
        </p:spPr>
        <p:txBody>
          <a:bodyPr wrap="square" lIns="0" tIns="0" rIns="0" bIns="0" anchor="t">
            <a:noAutofit/>
          </a:bodyPr>
          <a:lstStyle>
            <a:defPPr>
              <a:defRPr sz="2175" b="1">
                <a:solidFill>
                  <a:srgbClr val="245B9B"/>
                </a:solidFill>
                <a:latin typeface="Arial"/>
                <a:ea typeface="Arial"/>
                <a:cs typeface="Arial"/>
              </a:defRPr>
            </a:defPPr>
          </a:lstStyle>
          <a:p>
            <a:pPr>
              <a:defRPr sz="2175" b="1">
                <a:solidFill>
                  <a:srgbClr val="245B9B"/>
                </a:solidFill>
                <a:latin typeface="Arial"/>
                <a:ea typeface="Arial"/>
                <a:cs typeface="Arial"/>
              </a:defRPr>
            </a:pPr>
            <a:r>
              <a:rPr sz="2175" b="1">
                <a:solidFill>
                  <a:srgbClr val="245B9B"/>
                </a:solidFill>
                <a:latin typeface="Arial"/>
                <a:ea typeface="Arial"/>
                <a:cs typeface="Arial"/>
              </a:rPr>
              <a:t>Scope channel 1: x_TF in um       Channel 2: x_ODE in um</a:t>
            </a:r>
          </a:p>
        </p:txBody>
      </p:sp>
    </p:spTree>
    <p:extLst>
      <p:ext uri="{BB962C8B-B14F-4D97-AF65-F5344CB8AC3E}">
        <p14:creationId xmlns:p14="http://schemas.microsoft.com/office/powerpoint/2010/main" val="1845764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tep 12: A continuous Sine Wave input">
            <a:extLst>
              <a:ext uri="{FF2B5EF4-FFF2-40B4-BE49-F238E27FC236}">
                <a16:creationId xmlns:a16="http://schemas.microsoft.com/office/drawing/2014/main" id="{FD5AFB8C-136E-4DAC-8C48-1C2962311E1F}"/>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Step 12: A continuous Sine Wave input</a:t>
            </a:r>
          </a:p>
        </p:txBody>
      </p:sp>
      <p:sp>
        <p:nvSpPr>
          <p:cNvPr id="2" name="20">
            <a:extLst>
              <a:ext uri="{FF2B5EF4-FFF2-40B4-BE49-F238E27FC236}">
                <a16:creationId xmlns:a16="http://schemas.microsoft.com/office/drawing/2014/main" id="{73857CB1-1BE5-48C3-831C-D5242A204FCD}"/>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20</a:t>
            </a:r>
          </a:p>
        </p:txBody>
      </p:sp>
      <p:graphicFrame>
        <p:nvGraphicFramePr>
          <p:cNvPr id="3" name="表格 2">
            <a:extLst>
              <a:ext uri="{FF2B5EF4-FFF2-40B4-BE49-F238E27FC236}">
                <a16:creationId xmlns:a16="http://schemas.microsoft.com/office/drawing/2014/main" id="{DAD62AE5-639D-4343-AF57-C570232F5684}"/>
              </a:ext>
            </a:extLst>
          </p:cNvPr>
          <p:cNvGraphicFramePr/>
          <p:nvPr/>
        </p:nvGraphicFramePr>
        <p:xfrm>
          <a:off x="552450" y="1419225"/>
          <a:ext cx="7143750" cy="3429000"/>
        </p:xfrm>
        <a:graphic>
          <a:graphicData uri="http://schemas.openxmlformats.org/drawingml/2006/table">
            <a:tbl>
              <a:tblPr/>
              <a:tblGrid>
                <a:gridCol w="3667125">
                  <a:extLst>
                    <a:ext uri="{9D8B030D-6E8A-4147-A177-3AD203B41FA5}">
                      <a16:colId xmlns:a16="http://schemas.microsoft.com/office/drawing/2014/main" val="20000"/>
                    </a:ext>
                  </a:extLst>
                </a:gridCol>
                <a:gridCol w="3476625">
                  <a:extLst>
                    <a:ext uri="{9D8B030D-6E8A-4147-A177-3AD203B41FA5}">
                      <a16:colId xmlns:a16="http://schemas.microsoft.com/office/drawing/2014/main" val="20001"/>
                    </a:ext>
                  </a:extLst>
                </a:gridCol>
              </a:tblGrid>
              <a:tr h="571500">
                <a:tc>
                  <a:txBody>
                    <a:bodyPr/>
                    <a:lstStyle/>
                    <a:p>
                      <a:r>
                        <a:rPr sz="1800" b="1">
                          <a:solidFill>
                            <a:srgbClr val="FFFFFF"/>
                          </a:solidFill>
                          <a:latin typeface="Arial"/>
                          <a:ea typeface="Arial"/>
                          <a:cs typeface="Arial"/>
                        </a:rPr>
                        <a:t>Sine Wave parameter</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00" b="1">
                          <a:solidFill>
                            <a:srgbClr val="FFFFFF"/>
                          </a:solidFill>
                          <a:latin typeface="Arial"/>
                          <a:ea typeface="Arial"/>
                          <a:cs typeface="Arial"/>
                        </a:rPr>
                        <a:t>Value</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571500">
                <a:tc>
                  <a:txBody>
                    <a:bodyPr/>
                    <a:lstStyle/>
                    <a:p>
                      <a:r>
                        <a:rPr sz="1800" b="0">
                          <a:solidFill>
                            <a:srgbClr val="172F46"/>
                          </a:solidFill>
                          <a:latin typeface="Arial"/>
                          <a:ea typeface="Arial"/>
                          <a:cs typeface="Arial"/>
                        </a:rPr>
                        <a:t>Sine type / time source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Time based / Use simulation time</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800" b="0">
                          <a:solidFill>
                            <a:srgbClr val="172F46"/>
                          </a:solidFill>
                          <a:latin typeface="Arial"/>
                          <a:ea typeface="Arial"/>
                          <a:cs typeface="Arial"/>
                        </a:rPr>
                        <a:t>Amplitude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00" b="0">
                          <a:solidFill>
                            <a:srgbClr val="172F46"/>
                          </a:solidFill>
                          <a:latin typeface="Arial"/>
                          <a:ea typeface="Arial"/>
                          <a:cs typeface="Arial"/>
                        </a:rPr>
                        <a:t>input_g*g0</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r h="571500">
                <a:tc>
                  <a:txBody>
                    <a:bodyPr/>
                    <a:lstStyle/>
                    <a:p>
                      <a:r>
                        <a:rPr sz="1800" b="0">
                          <a:solidFill>
                            <a:srgbClr val="172F46"/>
                          </a:solidFill>
                          <a:latin typeface="Arial"/>
                          <a:ea typeface="Arial"/>
                          <a:cs typeface="Arial"/>
                        </a:rPr>
                        <a:t>Bias / Phase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0 / 0</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3"/>
                  </a:ext>
                </a:extLst>
              </a:tr>
              <a:tr h="571500">
                <a:tc>
                  <a:txBody>
                    <a:bodyPr/>
                    <a:lstStyle/>
                    <a:p>
                      <a:r>
                        <a:rPr sz="1800" b="0">
                          <a:solidFill>
                            <a:srgbClr val="172F46"/>
                          </a:solidFill>
                          <a:latin typeface="Arial"/>
                          <a:ea typeface="Arial"/>
                          <a:cs typeface="Arial"/>
                        </a:rPr>
                        <a:t>Frequency (rad/sec)</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00" b="0">
                          <a:solidFill>
                            <a:srgbClr val="172F46"/>
                          </a:solidFill>
                          <a:latin typeface="Arial"/>
                          <a:ea typeface="Arial"/>
                          <a:cs typeface="Arial"/>
                        </a:rPr>
                        <a:t>2*pi*freq_hz</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4"/>
                  </a:ext>
                </a:extLst>
              </a:tr>
              <a:tr h="571500">
                <a:tc>
                  <a:txBody>
                    <a:bodyPr/>
                    <a:lstStyle/>
                    <a:p>
                      <a:r>
                        <a:rPr sz="1800" b="0">
                          <a:solidFill>
                            <a:srgbClr val="172F46"/>
                          </a:solidFill>
                          <a:latin typeface="Arial"/>
                          <a:ea typeface="Arial"/>
                          <a:cs typeface="Arial"/>
                        </a:rPr>
                        <a:t>Sample time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0</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5"/>
                  </a:ext>
                </a:extLst>
              </a:tr>
            </a:tbl>
          </a:graphicData>
        </a:graphic>
      </p:graphicFrame>
      <p:pic>
        <p:nvPicPr>
          <p:cNvPr id="4" name="图片 3">
            <a:extLst>
              <a:ext uri="{FF2B5EF4-FFF2-40B4-BE49-F238E27FC236}">
                <a16:creationId xmlns:a16="http://schemas.microsoft.com/office/drawing/2014/main" id="{78A01DD3-4FB0-4211-BC16-874274AA9A29}"/>
              </a:ext>
            </a:extLst>
          </p:cNvPr>
          <p:cNvPicPr>
            <a:picLocks noChangeAspect="1"/>
          </p:cNvPicPr>
          <p:nvPr/>
        </p:nvPicPr>
        <p:blipFill>
          <a:blip r:embed="rId3"/>
          <a:stretch/>
        </p:blipFill>
        <p:spPr>
          <a:xfrm>
            <a:off x="8239125" y="2844701"/>
            <a:ext cx="3333750" cy="720923"/>
          </a:xfrm>
          <a:prstGeom prst="rect">
            <a:avLst/>
          </a:prstGeom>
        </p:spPr>
      </p:pic>
      <p:sp>
        <p:nvSpPr>
          <p:cNvPr id="5" name="For 100 Hz, enter 2*pi*100 rad/s through the freq_hz va">
            <a:extLst>
              <a:ext uri="{FF2B5EF4-FFF2-40B4-BE49-F238E27FC236}">
                <a16:creationId xmlns:a16="http://schemas.microsoft.com/office/drawing/2014/main" id="{A8148C39-640D-489A-A416-DA8385EEFF6A}"/>
              </a:ext>
            </a:extLst>
          </p:cNvPr>
          <p:cNvSpPr>
            <a:spLocks noGrp="1"/>
          </p:cNvSpPr>
          <p:nvPr/>
        </p:nvSpPr>
        <p:spPr>
          <a:xfrm>
            <a:off x="552450" y="5314950"/>
            <a:ext cx="11087100" cy="857250"/>
          </a:xfrm>
          <a:prstGeom prst="rect">
            <a:avLst/>
          </a:prstGeom>
          <a:noFill/>
          <a:ln w="0">
            <a:noFill/>
          </a:ln>
        </p:spPr>
        <p:txBody>
          <a:bodyPr wrap="square" lIns="0" tIns="0" rIns="0" bIns="0" anchor="t">
            <a:noAutofit/>
          </a:bodyPr>
          <a:lstStyle>
            <a:defPPr>
              <a:defRPr sz="2025" b="0">
                <a:solidFill>
                  <a:srgbClr val="245B9B"/>
                </a:solidFill>
                <a:latin typeface="Arial"/>
                <a:ea typeface="Arial"/>
                <a:cs typeface="Arial"/>
              </a:defRPr>
            </a:defPPr>
          </a:lstStyle>
          <a:p>
            <a:pPr>
              <a:defRPr sz="2025" b="0">
                <a:solidFill>
                  <a:srgbClr val="245B9B"/>
                </a:solidFill>
                <a:latin typeface="Arial"/>
                <a:ea typeface="Arial"/>
                <a:cs typeface="Arial"/>
              </a:defRPr>
            </a:pPr>
            <a:r>
              <a:rPr sz="2025" b="0">
                <a:solidFill>
                  <a:srgbClr val="245B9B"/>
                </a:solidFill>
                <a:latin typeface="Arial"/>
                <a:ea typeface="Arial"/>
                <a:cs typeface="Arial"/>
              </a:rPr>
              <a:t>For 100 Hz, enter 2*pi*100 rad/s through the freq_hz variable.</a:t>
            </a:r>
          </a:p>
        </p:txBody>
      </p:sp>
    </p:spTree>
    <p:extLst>
      <p:ext uri="{BB962C8B-B14F-4D97-AF65-F5344CB8AC3E}">
        <p14:creationId xmlns:p14="http://schemas.microsoft.com/office/powerpoint/2010/main" val="7689560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tep 13: Step / sine input selection">
            <a:extLst>
              <a:ext uri="{FF2B5EF4-FFF2-40B4-BE49-F238E27FC236}">
                <a16:creationId xmlns:a16="http://schemas.microsoft.com/office/drawing/2014/main" id="{3590962B-FEA5-4750-9FD5-20162A410D92}"/>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Step 13: Step / sine input selection</a:t>
            </a:r>
          </a:p>
        </p:txBody>
      </p:sp>
      <p:sp>
        <p:nvSpPr>
          <p:cNvPr id="2" name="21">
            <a:extLst>
              <a:ext uri="{FF2B5EF4-FFF2-40B4-BE49-F238E27FC236}">
                <a16:creationId xmlns:a16="http://schemas.microsoft.com/office/drawing/2014/main" id="{5D9CF503-CA72-4395-9370-B06DE3F53251}"/>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21</a:t>
            </a:r>
          </a:p>
        </p:txBody>
      </p:sp>
      <p:pic>
        <p:nvPicPr>
          <p:cNvPr id="3" name="图片 2">
            <a:extLst>
              <a:ext uri="{FF2B5EF4-FFF2-40B4-BE49-F238E27FC236}">
                <a16:creationId xmlns:a16="http://schemas.microsoft.com/office/drawing/2014/main" id="{4686FA99-1907-48BB-B630-740896141CF3}"/>
              </a:ext>
            </a:extLst>
          </p:cNvPr>
          <p:cNvPicPr>
            <a:picLocks noChangeAspect="1"/>
          </p:cNvPicPr>
          <p:nvPr/>
        </p:nvPicPr>
        <p:blipFill>
          <a:blip r:embed="rId3"/>
          <a:stretch/>
        </p:blipFill>
        <p:spPr>
          <a:xfrm>
            <a:off x="6334125" y="2286414"/>
            <a:ext cx="5191125" cy="2437572"/>
          </a:xfrm>
          <a:prstGeom prst="rect">
            <a:avLst/>
          </a:prstGeom>
        </p:spPr>
      </p:pic>
      <p:graphicFrame>
        <p:nvGraphicFramePr>
          <p:cNvPr id="4" name="表格 3">
            <a:extLst>
              <a:ext uri="{FF2B5EF4-FFF2-40B4-BE49-F238E27FC236}">
                <a16:creationId xmlns:a16="http://schemas.microsoft.com/office/drawing/2014/main" id="{DF9B1974-77D3-43BC-BA26-A39C88F19B77}"/>
              </a:ext>
            </a:extLst>
          </p:cNvPr>
          <p:cNvGraphicFramePr/>
          <p:nvPr/>
        </p:nvGraphicFramePr>
        <p:xfrm>
          <a:off x="552450" y="1552575"/>
          <a:ext cx="5334000" cy="2390775"/>
        </p:xfrm>
        <a:graphic>
          <a:graphicData uri="http://schemas.openxmlformats.org/drawingml/2006/table">
            <a:tbl>
              <a:tblPr/>
              <a:tblGrid>
                <a:gridCol w="2476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tblGrid>
              <a:tr h="597694">
                <a:tc>
                  <a:txBody>
                    <a:bodyPr/>
                    <a:lstStyle/>
                    <a:p>
                      <a:r>
                        <a:rPr sz="1800" b="1">
                          <a:solidFill>
                            <a:srgbClr val="FFFFFF"/>
                          </a:solidFill>
                          <a:latin typeface="Arial"/>
                          <a:ea typeface="Arial"/>
                          <a:cs typeface="Arial"/>
                        </a:rPr>
                        <a:t>Switch port</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00" b="1">
                          <a:solidFill>
                            <a:srgbClr val="FFFFFF"/>
                          </a:solidFill>
                          <a:latin typeface="Arial"/>
                          <a:ea typeface="Arial"/>
                          <a:cs typeface="Arial"/>
                        </a:rPr>
                        <a:t>Connect</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597694">
                <a:tc>
                  <a:txBody>
                    <a:bodyPr/>
                    <a:lstStyle/>
                    <a:p>
                      <a:r>
                        <a:rPr sz="1800" b="0">
                          <a:solidFill>
                            <a:srgbClr val="172F46"/>
                          </a:solidFill>
                          <a:latin typeface="Arial"/>
                          <a:ea typeface="Arial"/>
                          <a:cs typeface="Arial"/>
                        </a:rPr>
                        <a:t>Top data port</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Sine Wave</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597694">
                <a:tc>
                  <a:txBody>
                    <a:bodyPr/>
                    <a:lstStyle/>
                    <a:p>
                      <a:r>
                        <a:rPr sz="1800" b="0">
                          <a:solidFill>
                            <a:srgbClr val="172F46"/>
                          </a:solidFill>
                          <a:latin typeface="Arial"/>
                          <a:ea typeface="Arial"/>
                          <a:cs typeface="Arial"/>
                        </a:rPr>
                        <a:t>Middle control port</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00" b="0">
                          <a:solidFill>
                            <a:srgbClr val="172F46"/>
                          </a:solidFill>
                          <a:latin typeface="Arial"/>
                          <a:ea typeface="Arial"/>
                          <a:cs typeface="Arial"/>
                        </a:rPr>
                        <a:t>Constant: input_mode</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r h="597694">
                <a:tc>
                  <a:txBody>
                    <a:bodyPr/>
                    <a:lstStyle/>
                    <a:p>
                      <a:r>
                        <a:rPr sz="1800" b="0">
                          <a:solidFill>
                            <a:srgbClr val="172F46"/>
                          </a:solidFill>
                          <a:latin typeface="Arial"/>
                          <a:ea typeface="Arial"/>
                          <a:cs typeface="Arial"/>
                        </a:rPr>
                        <a:t>Bottom data port</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Step</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Criterion: u2 &gt;= Threshold&#10;Threshold: 0.5">
            <a:extLst>
              <a:ext uri="{FF2B5EF4-FFF2-40B4-BE49-F238E27FC236}">
                <a16:creationId xmlns:a16="http://schemas.microsoft.com/office/drawing/2014/main" id="{682AB850-339C-470B-844F-864A515503F1}"/>
              </a:ext>
            </a:extLst>
          </p:cNvPr>
          <p:cNvSpPr>
            <a:spLocks noGrp="1"/>
          </p:cNvSpPr>
          <p:nvPr/>
        </p:nvSpPr>
        <p:spPr>
          <a:xfrm>
            <a:off x="552450" y="4267200"/>
            <a:ext cx="5334000" cy="800100"/>
          </a:xfrm>
          <a:prstGeom prst="rect">
            <a:avLst/>
          </a:prstGeom>
          <a:noFill/>
          <a:ln w="0">
            <a:noFill/>
          </a:ln>
        </p:spPr>
        <p:txBody>
          <a:bodyPr wrap="square" lIns="0" tIns="0" rIns="0" bIns="0" anchor="t">
            <a:noAutofit/>
          </a:bodyPr>
          <a:lstStyle>
            <a:defPPr>
              <a:defRPr sz="2025" b="0">
                <a:solidFill>
                  <a:srgbClr val="172F46"/>
                </a:solidFill>
                <a:latin typeface="Consolas"/>
                <a:ea typeface="Consolas"/>
                <a:cs typeface="Consolas"/>
              </a:defRPr>
            </a:defPPr>
          </a:lstStyle>
          <a:p>
            <a:pPr>
              <a:defRPr sz="2025" b="0">
                <a:solidFill>
                  <a:srgbClr val="172F46"/>
                </a:solidFill>
                <a:latin typeface="Consolas"/>
                <a:ea typeface="Consolas"/>
                <a:cs typeface="Consolas"/>
              </a:defRPr>
            </a:pPr>
            <a:r>
              <a:rPr sz="2025" b="0">
                <a:solidFill>
                  <a:srgbClr val="172F46"/>
                </a:solidFill>
                <a:latin typeface="Consolas"/>
                <a:ea typeface="Consolas"/>
                <a:cs typeface="Consolas"/>
              </a:rPr>
              <a:t>Criterion: u2 &gt;= Threshold</a:t>
            </a:r>
          </a:p>
          <a:p>
            <a:pPr>
              <a:defRPr sz="2025" b="0">
                <a:solidFill>
                  <a:srgbClr val="172F46"/>
                </a:solidFill>
                <a:latin typeface="Consolas"/>
                <a:ea typeface="Consolas"/>
                <a:cs typeface="Consolas"/>
              </a:defRPr>
            </a:pPr>
            <a:r>
              <a:rPr sz="2025" b="0">
                <a:solidFill>
                  <a:srgbClr val="172F46"/>
                </a:solidFill>
                <a:latin typeface="Consolas"/>
                <a:ea typeface="Consolas"/>
                <a:cs typeface="Consolas"/>
              </a:rPr>
              <a:t>Threshold: 0.5</a:t>
            </a:r>
          </a:p>
        </p:txBody>
      </p:sp>
      <p:sp>
        <p:nvSpPr>
          <p:cNvPr id="6" name="input_mode = 0 selects Step&#10;input_mode = 1 selects Sine">
            <a:extLst>
              <a:ext uri="{FF2B5EF4-FFF2-40B4-BE49-F238E27FC236}">
                <a16:creationId xmlns:a16="http://schemas.microsoft.com/office/drawing/2014/main" id="{4C553E4C-9863-4EEA-89F8-80CB90F4EE63}"/>
              </a:ext>
            </a:extLst>
          </p:cNvPr>
          <p:cNvSpPr>
            <a:spLocks noGrp="1"/>
          </p:cNvSpPr>
          <p:nvPr/>
        </p:nvSpPr>
        <p:spPr>
          <a:xfrm>
            <a:off x="552450" y="5381625"/>
            <a:ext cx="11087100" cy="866775"/>
          </a:xfrm>
          <a:prstGeom prst="rect">
            <a:avLst/>
          </a:prstGeom>
          <a:noFill/>
          <a:ln w="0">
            <a:noFill/>
          </a:ln>
        </p:spPr>
        <p:txBody>
          <a:bodyPr wrap="square" lIns="0" tIns="0" rIns="0" bIns="0" anchor="t">
            <a:noAutofit/>
          </a:bodyPr>
          <a:lstStyle>
            <a:defPPr>
              <a:defRPr sz="2175" b="1">
                <a:solidFill>
                  <a:srgbClr val="245B9B"/>
                </a:solidFill>
                <a:latin typeface="Arial"/>
                <a:ea typeface="Arial"/>
                <a:cs typeface="Arial"/>
              </a:defRPr>
            </a:defPPr>
          </a:lstStyle>
          <a:p>
            <a:pPr>
              <a:defRPr sz="2175" b="1">
                <a:solidFill>
                  <a:srgbClr val="245B9B"/>
                </a:solidFill>
                <a:latin typeface="Arial"/>
                <a:ea typeface="Arial"/>
                <a:cs typeface="Arial"/>
              </a:defRPr>
            </a:pPr>
            <a:r>
              <a:rPr sz="2175" b="1">
                <a:solidFill>
                  <a:srgbClr val="245B9B"/>
                </a:solidFill>
                <a:latin typeface="Arial"/>
                <a:ea typeface="Arial"/>
                <a:cs typeface="Arial"/>
              </a:rPr>
              <a:t>input_mode = 0 selects Step</a:t>
            </a:r>
          </a:p>
          <a:p>
            <a:pPr>
              <a:defRPr sz="2175" b="1">
                <a:solidFill>
                  <a:srgbClr val="245B9B"/>
                </a:solidFill>
                <a:latin typeface="Arial"/>
                <a:ea typeface="Arial"/>
                <a:cs typeface="Arial"/>
              </a:defRPr>
            </a:pPr>
            <a:r>
              <a:rPr sz="2175" b="1">
                <a:solidFill>
                  <a:srgbClr val="245B9B"/>
                </a:solidFill>
                <a:latin typeface="Arial"/>
                <a:ea typeface="Arial"/>
                <a:cs typeface="Arial"/>
              </a:rPr>
              <a:t>input_mode = 1 selects Sine</a:t>
            </a:r>
          </a:p>
        </p:txBody>
      </p:sp>
    </p:spTree>
    <p:extLst>
      <p:ext uri="{BB962C8B-B14F-4D97-AF65-F5344CB8AC3E}">
        <p14:creationId xmlns:p14="http://schemas.microsoft.com/office/powerpoint/2010/main" val="21397669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tep 14: Time-series logging">
            <a:extLst>
              <a:ext uri="{FF2B5EF4-FFF2-40B4-BE49-F238E27FC236}">
                <a16:creationId xmlns:a16="http://schemas.microsoft.com/office/drawing/2014/main" id="{C9CD5493-F035-41C2-A84F-4E6EEE800ABD}"/>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Step 14: Time-series logging</a:t>
            </a:r>
          </a:p>
        </p:txBody>
      </p:sp>
      <p:sp>
        <p:nvSpPr>
          <p:cNvPr id="2" name="22">
            <a:extLst>
              <a:ext uri="{FF2B5EF4-FFF2-40B4-BE49-F238E27FC236}">
                <a16:creationId xmlns:a16="http://schemas.microsoft.com/office/drawing/2014/main" id="{EE08F11D-7994-413E-8497-B4D014B6E75F}"/>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22</a:t>
            </a:r>
          </a:p>
        </p:txBody>
      </p:sp>
      <p:graphicFrame>
        <p:nvGraphicFramePr>
          <p:cNvPr id="3" name="表格 2">
            <a:extLst>
              <a:ext uri="{FF2B5EF4-FFF2-40B4-BE49-F238E27FC236}">
                <a16:creationId xmlns:a16="http://schemas.microsoft.com/office/drawing/2014/main" id="{89FB9881-8DE1-4F27-AD66-1A0BB9257292}"/>
              </a:ext>
            </a:extLst>
          </p:cNvPr>
          <p:cNvGraphicFramePr/>
          <p:nvPr/>
        </p:nvGraphicFramePr>
        <p:xfrm>
          <a:off x="552450" y="1438275"/>
          <a:ext cx="11087100" cy="2419350"/>
        </p:xfrm>
        <a:graphic>
          <a:graphicData uri="http://schemas.openxmlformats.org/drawingml/2006/table">
            <a:tbl>
              <a:tblPr/>
              <a:tblGrid>
                <a:gridCol w="5905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2324100">
                  <a:extLst>
                    <a:ext uri="{9D8B030D-6E8A-4147-A177-3AD203B41FA5}">
                      <a16:colId xmlns:a16="http://schemas.microsoft.com/office/drawing/2014/main" val="20002"/>
                    </a:ext>
                  </a:extLst>
                </a:gridCol>
              </a:tblGrid>
              <a:tr h="604838">
                <a:tc>
                  <a:txBody>
                    <a:bodyPr/>
                    <a:lstStyle/>
                    <a:p>
                      <a:r>
                        <a:rPr sz="1875" b="1">
                          <a:solidFill>
                            <a:srgbClr val="FFFFFF"/>
                          </a:solidFill>
                          <a:latin typeface="Arial"/>
                          <a:ea typeface="Arial"/>
                          <a:cs typeface="Arial"/>
                        </a:rPr>
                        <a:t>Signal to branch</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75" b="1">
                          <a:solidFill>
                            <a:srgbClr val="FFFFFF"/>
                          </a:solidFill>
                          <a:latin typeface="Arial"/>
                          <a:ea typeface="Arial"/>
                          <a:cs typeface="Arial"/>
                        </a:rPr>
                        <a:t>Variable name</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75" b="1">
                          <a:solidFill>
                            <a:srgbClr val="FFFFFF"/>
                          </a:solidFill>
                          <a:latin typeface="Arial"/>
                          <a:ea typeface="Arial"/>
                          <a:cs typeface="Arial"/>
                        </a:rPr>
                        <a:t>Stored unit</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604838">
                <a:tc>
                  <a:txBody>
                    <a:bodyPr/>
                    <a:lstStyle/>
                    <a:p>
                      <a:r>
                        <a:rPr sz="1875" b="0">
                          <a:solidFill>
                            <a:srgbClr val="172F46"/>
                          </a:solidFill>
                          <a:latin typeface="Arial"/>
                          <a:ea typeface="Arial"/>
                          <a:cs typeface="Arial"/>
                        </a:rPr>
                        <a:t>Switch output</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a_mps2</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m/s²</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604838">
                <a:tc>
                  <a:txBody>
                    <a:bodyPr/>
                    <a:lstStyle/>
                    <a:p>
                      <a:r>
                        <a:rPr sz="1875" b="0">
                          <a:solidFill>
                            <a:srgbClr val="172F46"/>
                          </a:solidFill>
                          <a:latin typeface="Arial"/>
                          <a:ea typeface="Arial"/>
                          <a:cs typeface="Arial"/>
                        </a:rPr>
                        <a:t>Transfer Fcn output, before Gain</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75" b="0">
                          <a:solidFill>
                            <a:srgbClr val="172F46"/>
                          </a:solidFill>
                          <a:latin typeface="Arial"/>
                          <a:ea typeface="Arial"/>
                          <a:cs typeface="Arial"/>
                        </a:rPr>
                        <a:t>x_tf_m</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75" b="0">
                          <a:solidFill>
                            <a:srgbClr val="172F46"/>
                          </a:solidFill>
                          <a:latin typeface="Arial"/>
                          <a:ea typeface="Arial"/>
                          <a:cs typeface="Arial"/>
                        </a:rPr>
                        <a:t>m</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r h="604838">
                <a:tc>
                  <a:txBody>
                    <a:bodyPr/>
                    <a:lstStyle/>
                    <a:p>
                      <a:r>
                        <a:rPr sz="1875" b="0">
                          <a:solidFill>
                            <a:srgbClr val="172F46"/>
                          </a:solidFill>
                          <a:latin typeface="Arial"/>
                          <a:ea typeface="Arial"/>
                          <a:cs typeface="Arial"/>
                        </a:rPr>
                        <a:t>Second Integrator output, before Gain</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x_ode_m</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m</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4" name="Each To Workspace: Save format = Timeseries">
            <a:extLst>
              <a:ext uri="{FF2B5EF4-FFF2-40B4-BE49-F238E27FC236}">
                <a16:creationId xmlns:a16="http://schemas.microsoft.com/office/drawing/2014/main" id="{62862C47-7EFA-4BBB-B934-A8DD8C4A03F1}"/>
              </a:ext>
            </a:extLst>
          </p:cNvPr>
          <p:cNvSpPr>
            <a:spLocks noGrp="1"/>
          </p:cNvSpPr>
          <p:nvPr/>
        </p:nvSpPr>
        <p:spPr>
          <a:xfrm>
            <a:off x="552450" y="4219575"/>
            <a:ext cx="11087100" cy="476250"/>
          </a:xfrm>
          <a:prstGeom prst="rect">
            <a:avLst/>
          </a:prstGeom>
          <a:noFill/>
          <a:ln w="0">
            <a:noFill/>
          </a:ln>
        </p:spPr>
        <p:txBody>
          <a:bodyPr wrap="square" lIns="0" tIns="0" rIns="0" bIns="0" anchor="t">
            <a:noAutofit/>
          </a:bodyPr>
          <a:lstStyle>
            <a:defPPr>
              <a:defRPr sz="2175" b="1">
                <a:solidFill>
                  <a:srgbClr val="245B9B"/>
                </a:solidFill>
                <a:latin typeface="Arial"/>
                <a:ea typeface="Arial"/>
                <a:cs typeface="Arial"/>
              </a:defRPr>
            </a:defPPr>
          </a:lstStyle>
          <a:p>
            <a:pPr>
              <a:defRPr sz="2175" b="1">
                <a:solidFill>
                  <a:srgbClr val="245B9B"/>
                </a:solidFill>
                <a:latin typeface="Arial"/>
                <a:ea typeface="Arial"/>
                <a:cs typeface="Arial"/>
              </a:defRPr>
            </a:pPr>
            <a:r>
              <a:rPr sz="2175" b="1">
                <a:solidFill>
                  <a:srgbClr val="245B9B"/>
                </a:solidFill>
                <a:latin typeface="Arial"/>
                <a:ea typeface="Arial"/>
                <a:cs typeface="Arial"/>
              </a:rPr>
              <a:t>Each To Workspace: Save format = Timeseries</a:t>
            </a:r>
          </a:p>
        </p:txBody>
      </p:sp>
      <p:sp>
        <p:nvSpPr>
          <p:cNvPr id="5" name="Model Settings: Data Import/Export, Single simulation o">
            <a:extLst>
              <a:ext uri="{FF2B5EF4-FFF2-40B4-BE49-F238E27FC236}">
                <a16:creationId xmlns:a16="http://schemas.microsoft.com/office/drawing/2014/main" id="{09E0EFAA-7F59-4809-A541-89BB59982763}"/>
              </a:ext>
            </a:extLst>
          </p:cNvPr>
          <p:cNvSpPr>
            <a:spLocks noGrp="1"/>
          </p:cNvSpPr>
          <p:nvPr/>
        </p:nvSpPr>
        <p:spPr>
          <a:xfrm>
            <a:off x="552450" y="4876800"/>
            <a:ext cx="11087100" cy="742950"/>
          </a:xfrm>
          <a:prstGeom prst="rect">
            <a:avLst/>
          </a:prstGeom>
          <a:noFill/>
          <a:ln w="0">
            <a:noFill/>
          </a:ln>
        </p:spPr>
        <p:txBody>
          <a:bodyPr wrap="square" lIns="0" tIns="0" rIns="0" bIns="0" anchor="t">
            <a:noAutofit/>
          </a:bodyPr>
          <a:lstStyle>
            <a:defPPr>
              <a:defRPr sz="1950" b="0">
                <a:solidFill>
                  <a:srgbClr val="172F46"/>
                </a:solidFill>
                <a:latin typeface="Arial"/>
                <a:ea typeface="Arial"/>
                <a:cs typeface="Arial"/>
              </a:defRPr>
            </a:defPPr>
          </a:lstStyle>
          <a:p>
            <a:pPr>
              <a:defRPr sz="1950" b="0">
                <a:solidFill>
                  <a:srgbClr val="172F46"/>
                </a:solidFill>
                <a:latin typeface="Arial"/>
                <a:ea typeface="Arial"/>
                <a:cs typeface="Arial"/>
              </a:defRPr>
            </a:pPr>
            <a:r>
              <a:rPr sz="1950" b="0">
                <a:solidFill>
                  <a:srgbClr val="172F46"/>
                </a:solidFill>
                <a:latin typeface="Arial"/>
                <a:ea typeface="Arial"/>
                <a:cs typeface="Arial"/>
              </a:rPr>
              <a:t>Model Settings: Data Import/Export, Single simulation output enabled.</a:t>
            </a:r>
          </a:p>
        </p:txBody>
      </p:sp>
      <p:sp>
        <p:nvSpPr>
          <p:cNvPr id="6" name="out.a_mps2      out.x_tf_m      out.x_ode_m">
            <a:extLst>
              <a:ext uri="{FF2B5EF4-FFF2-40B4-BE49-F238E27FC236}">
                <a16:creationId xmlns:a16="http://schemas.microsoft.com/office/drawing/2014/main" id="{E9242439-5B3A-4370-ADB2-B8F80708C37C}"/>
              </a:ext>
            </a:extLst>
          </p:cNvPr>
          <p:cNvSpPr>
            <a:spLocks noGrp="1"/>
          </p:cNvSpPr>
          <p:nvPr/>
        </p:nvSpPr>
        <p:spPr>
          <a:xfrm>
            <a:off x="552450" y="5857875"/>
            <a:ext cx="11087100" cy="428625"/>
          </a:xfrm>
          <a:prstGeom prst="rect">
            <a:avLst/>
          </a:prstGeom>
          <a:noFill/>
          <a:ln w="0">
            <a:noFill/>
          </a:ln>
        </p:spPr>
        <p:txBody>
          <a:bodyPr wrap="square" lIns="0" tIns="0" rIns="0" bIns="0" anchor="t">
            <a:noAutofit/>
          </a:bodyPr>
          <a:lstStyle>
            <a:defPPr>
              <a:defRPr sz="2175" b="0">
                <a:solidFill>
                  <a:srgbClr val="172F46"/>
                </a:solidFill>
                <a:latin typeface="Consolas"/>
                <a:ea typeface="Consolas"/>
                <a:cs typeface="Consolas"/>
              </a:defRPr>
            </a:defPPr>
          </a:lstStyle>
          <a:p>
            <a:pPr>
              <a:defRPr sz="2175" b="0">
                <a:solidFill>
                  <a:srgbClr val="172F46"/>
                </a:solidFill>
                <a:latin typeface="Consolas"/>
                <a:ea typeface="Consolas"/>
                <a:cs typeface="Consolas"/>
              </a:defRPr>
            </a:pPr>
            <a:r>
              <a:rPr sz="2175" b="0">
                <a:solidFill>
                  <a:srgbClr val="172F46"/>
                </a:solidFill>
                <a:latin typeface="Consolas"/>
                <a:ea typeface="Consolas"/>
                <a:cs typeface="Consolas"/>
              </a:rPr>
              <a:t>out.a_mps2      out.x_tf_m      out.x_ode_m</a:t>
            </a:r>
          </a:p>
        </p:txBody>
      </p:sp>
    </p:spTree>
    <p:extLst>
      <p:ext uri="{BB962C8B-B14F-4D97-AF65-F5344CB8AC3E}">
        <p14:creationId xmlns:p14="http://schemas.microsoft.com/office/powerpoint/2010/main" val="9036686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Completed Simulink model">
            <a:extLst>
              <a:ext uri="{FF2B5EF4-FFF2-40B4-BE49-F238E27FC236}">
                <a16:creationId xmlns:a16="http://schemas.microsoft.com/office/drawing/2014/main" id="{BF96F9C6-0455-4883-8C75-BFB419B8AF20}"/>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Completed Simulink model</a:t>
            </a:r>
          </a:p>
        </p:txBody>
      </p:sp>
      <p:sp>
        <p:nvSpPr>
          <p:cNvPr id="2" name="23">
            <a:extLst>
              <a:ext uri="{FF2B5EF4-FFF2-40B4-BE49-F238E27FC236}">
                <a16:creationId xmlns:a16="http://schemas.microsoft.com/office/drawing/2014/main" id="{BACA0F78-A5CA-4C41-AD39-81D3A216B4B4}"/>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23</a:t>
            </a:r>
          </a:p>
        </p:txBody>
      </p:sp>
      <p:pic>
        <p:nvPicPr>
          <p:cNvPr id="3" name="图片 2">
            <a:extLst>
              <a:ext uri="{FF2B5EF4-FFF2-40B4-BE49-F238E27FC236}">
                <a16:creationId xmlns:a16="http://schemas.microsoft.com/office/drawing/2014/main" id="{B483760C-18F4-474E-95ED-C27E482C66C3}"/>
              </a:ext>
            </a:extLst>
          </p:cNvPr>
          <p:cNvPicPr>
            <a:picLocks noChangeAspect="1"/>
          </p:cNvPicPr>
          <p:nvPr/>
        </p:nvPicPr>
        <p:blipFill>
          <a:blip r:embed="rId3"/>
          <a:stretch/>
        </p:blipFill>
        <p:spPr>
          <a:xfrm>
            <a:off x="1554055" y="1209675"/>
            <a:ext cx="9083889" cy="4762500"/>
          </a:xfrm>
          <a:prstGeom prst="rect">
            <a:avLst/>
          </a:prstGeom>
        </p:spPr>
      </p:pic>
      <p:sp>
        <p:nvSpPr>
          <p:cNvPr id="4" name="One input, two mechanical realizations, a shared Scope ">
            <a:extLst>
              <a:ext uri="{FF2B5EF4-FFF2-40B4-BE49-F238E27FC236}">
                <a16:creationId xmlns:a16="http://schemas.microsoft.com/office/drawing/2014/main" id="{E8D37DFD-24D7-462A-A6B1-D2483EC01AB2}"/>
              </a:ext>
            </a:extLst>
          </p:cNvPr>
          <p:cNvSpPr>
            <a:spLocks noGrp="1"/>
          </p:cNvSpPr>
          <p:nvPr/>
        </p:nvSpPr>
        <p:spPr>
          <a:xfrm>
            <a:off x="552450" y="6076950"/>
            <a:ext cx="11087100" cy="323850"/>
          </a:xfrm>
          <a:prstGeom prst="rect">
            <a:avLst/>
          </a:prstGeom>
          <a:noFill/>
          <a:ln w="0">
            <a:noFill/>
          </a:ln>
        </p:spPr>
        <p:txBody>
          <a:bodyPr wrap="square" lIns="0" tIns="0" rIns="0" bIns="0" anchor="t">
            <a:noAutofit/>
          </a:bodyPr>
          <a:lstStyle>
            <a:defPPr>
              <a:defRPr sz="1875" b="0">
                <a:solidFill>
                  <a:srgbClr val="245B9B"/>
                </a:solidFill>
                <a:latin typeface="Arial"/>
                <a:ea typeface="Arial"/>
                <a:cs typeface="Arial"/>
              </a:defRPr>
            </a:defPPr>
          </a:lstStyle>
          <a:p>
            <a:pPr>
              <a:defRPr sz="1875" b="0">
                <a:solidFill>
                  <a:srgbClr val="245B9B"/>
                </a:solidFill>
                <a:latin typeface="Arial"/>
                <a:ea typeface="Arial"/>
                <a:cs typeface="Arial"/>
              </a:defRPr>
            </a:pPr>
            <a:r>
              <a:rPr sz="1875" b="0">
                <a:solidFill>
                  <a:srgbClr val="245B9B"/>
                </a:solidFill>
                <a:latin typeface="Arial"/>
                <a:ea typeface="Arial"/>
                <a:cs typeface="Arial"/>
              </a:rPr>
              <a:t>One input, two mechanical realizations, a shared Scope and three data logs.</a:t>
            </a:r>
          </a:p>
        </p:txBody>
      </p:sp>
    </p:spTree>
    <p:extLst>
      <p:ext uri="{BB962C8B-B14F-4D97-AF65-F5344CB8AC3E}">
        <p14:creationId xmlns:p14="http://schemas.microsoft.com/office/powerpoint/2010/main" val="9824399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Step 15: Final run and acceptance checks">
            <a:extLst>
              <a:ext uri="{FF2B5EF4-FFF2-40B4-BE49-F238E27FC236}">
                <a16:creationId xmlns:a16="http://schemas.microsoft.com/office/drawing/2014/main" id="{610A4979-A2CE-4A7B-99F4-0A105CF78565}"/>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Step 15: Final run and acceptance checks</a:t>
            </a:r>
          </a:p>
        </p:txBody>
      </p:sp>
      <p:sp>
        <p:nvSpPr>
          <p:cNvPr id="2" name="24">
            <a:extLst>
              <a:ext uri="{FF2B5EF4-FFF2-40B4-BE49-F238E27FC236}">
                <a16:creationId xmlns:a16="http://schemas.microsoft.com/office/drawing/2014/main" id="{51D0B829-9888-4ED3-A04E-D3EAAC848E70}"/>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24</a:t>
            </a:r>
          </a:p>
        </p:txBody>
      </p:sp>
      <p:graphicFrame>
        <p:nvGraphicFramePr>
          <p:cNvPr id="3" name="表格 2">
            <a:extLst>
              <a:ext uri="{FF2B5EF4-FFF2-40B4-BE49-F238E27FC236}">
                <a16:creationId xmlns:a16="http://schemas.microsoft.com/office/drawing/2014/main" id="{3393503C-3E97-4E77-AF7E-CB911C571986}"/>
              </a:ext>
            </a:extLst>
          </p:cNvPr>
          <p:cNvGraphicFramePr/>
          <p:nvPr/>
        </p:nvGraphicFramePr>
        <p:xfrm>
          <a:off x="552450" y="1457325"/>
          <a:ext cx="11087100" cy="3343275"/>
        </p:xfrm>
        <a:graphic>
          <a:graphicData uri="http://schemas.openxmlformats.org/drawingml/2006/table">
            <a:tbl>
              <a:tblPr/>
              <a:tblGrid>
                <a:gridCol w="1714500">
                  <a:extLst>
                    <a:ext uri="{9D8B030D-6E8A-4147-A177-3AD203B41FA5}">
                      <a16:colId xmlns:a16="http://schemas.microsoft.com/office/drawing/2014/main" val="20000"/>
                    </a:ext>
                  </a:extLst>
                </a:gridCol>
                <a:gridCol w="5381625">
                  <a:extLst>
                    <a:ext uri="{9D8B030D-6E8A-4147-A177-3AD203B41FA5}">
                      <a16:colId xmlns:a16="http://schemas.microsoft.com/office/drawing/2014/main" val="20001"/>
                    </a:ext>
                  </a:extLst>
                </a:gridCol>
                <a:gridCol w="3990975">
                  <a:extLst>
                    <a:ext uri="{9D8B030D-6E8A-4147-A177-3AD203B41FA5}">
                      <a16:colId xmlns:a16="http://schemas.microsoft.com/office/drawing/2014/main" val="20002"/>
                    </a:ext>
                  </a:extLst>
                </a:gridCol>
              </a:tblGrid>
              <a:tr h="668655">
                <a:tc>
                  <a:txBody>
                    <a:bodyPr/>
                    <a:lstStyle/>
                    <a:p>
                      <a:r>
                        <a:rPr sz="1725" b="1">
                          <a:solidFill>
                            <a:srgbClr val="FFFFFF"/>
                          </a:solidFill>
                          <a:latin typeface="Arial"/>
                          <a:ea typeface="Arial"/>
                          <a:cs typeface="Arial"/>
                        </a:rPr>
                        <a:t>Run</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725" b="1">
                          <a:solidFill>
                            <a:srgbClr val="FFFFFF"/>
                          </a:solidFill>
                          <a:latin typeface="Arial"/>
                          <a:ea typeface="Arial"/>
                          <a:cs typeface="Arial"/>
                        </a:rPr>
                        <a:t>Model Workspace / setting</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725" b="1">
                          <a:solidFill>
                            <a:srgbClr val="FFFFFF"/>
                          </a:solidFill>
                          <a:latin typeface="Arial"/>
                          <a:ea typeface="Arial"/>
                          <a:cs typeface="Arial"/>
                        </a:rPr>
                        <a:t>Expected result</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668655">
                <a:tc>
                  <a:txBody>
                    <a:bodyPr/>
                    <a:lstStyle/>
                    <a:p>
                      <a:r>
                        <a:rPr sz="1725" b="0">
                          <a:solidFill>
                            <a:srgbClr val="172F46"/>
                          </a:solidFill>
                          <a:latin typeface="Arial"/>
                          <a:ea typeface="Arial"/>
                          <a:cs typeface="Arial"/>
                        </a:rPr>
                        <a:t>Step</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725" b="0">
                          <a:solidFill>
                            <a:srgbClr val="172F46"/>
                          </a:solidFill>
                          <a:latin typeface="Arial"/>
                          <a:ea typeface="Arial"/>
                          <a:cs typeface="Arial"/>
                        </a:rPr>
                        <a:t>input_mode = 0, Stop time = 0.03</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725" b="0">
                          <a:solidFill>
                            <a:srgbClr val="172F46"/>
                          </a:solidFill>
                          <a:latin typeface="Arial"/>
                          <a:ea typeface="Arial"/>
                          <a:cs typeface="Arial"/>
                        </a:rPr>
                        <a:t>Final displacement 0.2484 um</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668655">
                <a:tc>
                  <a:txBody>
                    <a:bodyPr/>
                    <a:lstStyle/>
                    <a:p>
                      <a:r>
                        <a:rPr sz="1725" b="0">
                          <a:solidFill>
                            <a:srgbClr val="172F46"/>
                          </a:solidFill>
                          <a:latin typeface="Arial"/>
                          <a:ea typeface="Arial"/>
                          <a:cs typeface="Arial"/>
                        </a:rPr>
                        <a:t>Sine at 100 Hz</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725" b="0">
                          <a:solidFill>
                            <a:srgbClr val="172F46"/>
                          </a:solidFill>
                          <a:latin typeface="Arial"/>
                          <a:ea typeface="Arial"/>
                          <a:cs typeface="Arial"/>
                        </a:rPr>
                        <a:t>input_mode = 1, freq_hz = 100, Stop time = 0.08</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725" b="0">
                          <a:solidFill>
                            <a:srgbClr val="172F46"/>
                          </a:solidFill>
                          <a:latin typeface="Arial"/>
                          <a:ea typeface="Arial"/>
                          <a:cs typeface="Arial"/>
                        </a:rPr>
                        <a:t>Relative gain 1.00015</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r h="668655">
                <a:tc>
                  <a:txBody>
                    <a:bodyPr/>
                    <a:lstStyle/>
                    <a:p>
                      <a:r>
                        <a:rPr sz="1725" b="0">
                          <a:solidFill>
                            <a:srgbClr val="172F46"/>
                          </a:solidFill>
                          <a:latin typeface="Arial"/>
                          <a:ea typeface="Arial"/>
                          <a:cs typeface="Arial"/>
                        </a:rPr>
                        <a:t>Sine at 1000 Hz</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725" b="0">
                          <a:solidFill>
                            <a:srgbClr val="172F46"/>
                          </a:solidFill>
                          <a:latin typeface="Arial"/>
                          <a:ea typeface="Arial"/>
                          <a:cs typeface="Arial"/>
                        </a:rPr>
                        <a:t>freq_hz = 1000, Stop time = 0.03</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725" b="0">
                          <a:solidFill>
                            <a:srgbClr val="172F46"/>
                          </a:solidFill>
                          <a:latin typeface="Arial"/>
                          <a:ea typeface="Arial"/>
                          <a:cs typeface="Arial"/>
                        </a:rPr>
                        <a:t>Relative gain 0.71429</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3"/>
                  </a:ext>
                </a:extLst>
              </a:tr>
              <a:tr h="668655">
                <a:tc>
                  <a:txBody>
                    <a:bodyPr/>
                    <a:lstStyle/>
                    <a:p>
                      <a:r>
                        <a:rPr sz="1725" b="0">
                          <a:solidFill>
                            <a:srgbClr val="172F46"/>
                          </a:solidFill>
                          <a:latin typeface="Arial"/>
                          <a:ea typeface="Arial"/>
                          <a:cs typeface="Arial"/>
                        </a:rPr>
                        <a:t>Sine at 5000 Hz</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725" b="0">
                          <a:solidFill>
                            <a:srgbClr val="172F46"/>
                          </a:solidFill>
                          <a:latin typeface="Arial"/>
                          <a:ea typeface="Arial"/>
                          <a:cs typeface="Arial"/>
                        </a:rPr>
                        <a:t>freq_hz = 5000, Stop time = 0.03</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725" b="0">
                          <a:solidFill>
                            <a:srgbClr val="172F46"/>
                          </a:solidFill>
                          <a:latin typeface="Arial"/>
                          <a:ea typeface="Arial"/>
                          <a:cs typeface="Arial"/>
                        </a:rPr>
                        <a:t>Relative gain 0.04000</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4"/>
                  </a:ext>
                </a:extLst>
              </a:tr>
            </a:tbl>
          </a:graphicData>
        </a:graphic>
      </p:graphicFrame>
      <p:sp>
        <p:nvSpPr>
          <p:cNvPr id="4" name="Relative gain = sine displacement amplitude / static di">
            <a:extLst>
              <a:ext uri="{FF2B5EF4-FFF2-40B4-BE49-F238E27FC236}">
                <a16:creationId xmlns:a16="http://schemas.microsoft.com/office/drawing/2014/main" id="{000DF0D2-6089-442D-B46F-80935C6990B5}"/>
              </a:ext>
            </a:extLst>
          </p:cNvPr>
          <p:cNvSpPr>
            <a:spLocks noGrp="1"/>
          </p:cNvSpPr>
          <p:nvPr/>
        </p:nvSpPr>
        <p:spPr>
          <a:xfrm>
            <a:off x="552450" y="5200650"/>
            <a:ext cx="11087100" cy="857250"/>
          </a:xfrm>
          <a:prstGeom prst="rect">
            <a:avLst/>
          </a:prstGeom>
          <a:noFill/>
          <a:ln w="0">
            <a:noFill/>
          </a:ln>
        </p:spPr>
        <p:txBody>
          <a:bodyPr wrap="square" lIns="0" tIns="0" rIns="0" bIns="0" anchor="t">
            <a:noAutofit/>
          </a:bodyPr>
          <a:lstStyle>
            <a:defPPr>
              <a:defRPr sz="2025" b="0">
                <a:solidFill>
                  <a:srgbClr val="245B9B"/>
                </a:solidFill>
                <a:latin typeface="Arial"/>
                <a:ea typeface="Arial"/>
                <a:cs typeface="Arial"/>
              </a:defRPr>
            </a:defPPr>
          </a:lstStyle>
          <a:p>
            <a:pPr>
              <a:defRPr sz="2025" b="0">
                <a:solidFill>
                  <a:srgbClr val="245B9B"/>
                </a:solidFill>
                <a:latin typeface="Arial"/>
                <a:ea typeface="Arial"/>
                <a:cs typeface="Arial"/>
              </a:defRPr>
            </a:pPr>
            <a:r>
              <a:rPr sz="2025" b="0">
                <a:solidFill>
                  <a:srgbClr val="245B9B"/>
                </a:solidFill>
                <a:latin typeface="Arial"/>
                <a:ea typeface="Arial"/>
                <a:cs typeface="Arial"/>
              </a:rPr>
              <a:t>Relative gain = sine displacement amplitude / static displacement at 1g.</a:t>
            </a:r>
          </a:p>
        </p:txBody>
      </p:sp>
    </p:spTree>
    <p:extLst>
      <p:ext uri="{BB962C8B-B14F-4D97-AF65-F5344CB8AC3E}">
        <p14:creationId xmlns:p14="http://schemas.microsoft.com/office/powerpoint/2010/main" val="5590073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Common setup errors">
            <a:extLst>
              <a:ext uri="{FF2B5EF4-FFF2-40B4-BE49-F238E27FC236}">
                <a16:creationId xmlns:a16="http://schemas.microsoft.com/office/drawing/2014/main" id="{E4ECE619-C23D-4186-8C50-B669CA442A1B}"/>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Common setup errors</a:t>
            </a:r>
          </a:p>
        </p:txBody>
      </p:sp>
      <p:sp>
        <p:nvSpPr>
          <p:cNvPr id="2" name="25">
            <a:extLst>
              <a:ext uri="{FF2B5EF4-FFF2-40B4-BE49-F238E27FC236}">
                <a16:creationId xmlns:a16="http://schemas.microsoft.com/office/drawing/2014/main" id="{818E7B17-68ED-4D8C-9C04-CFFFF765FA3C}"/>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25</a:t>
            </a:r>
          </a:p>
        </p:txBody>
      </p:sp>
      <p:graphicFrame>
        <p:nvGraphicFramePr>
          <p:cNvPr id="3" name="表格 2">
            <a:extLst>
              <a:ext uri="{FF2B5EF4-FFF2-40B4-BE49-F238E27FC236}">
                <a16:creationId xmlns:a16="http://schemas.microsoft.com/office/drawing/2014/main" id="{410BBDB0-6C01-40AA-8901-69DDBD344AD0}"/>
              </a:ext>
            </a:extLst>
          </p:cNvPr>
          <p:cNvGraphicFramePr/>
          <p:nvPr/>
        </p:nvGraphicFramePr>
        <p:xfrm>
          <a:off x="552450" y="1419225"/>
          <a:ext cx="11087100" cy="3971925"/>
        </p:xfrm>
        <a:graphic>
          <a:graphicData uri="http://schemas.openxmlformats.org/drawingml/2006/table">
            <a:tbl>
              <a:tblPr/>
              <a:tblGrid>
                <a:gridCol w="4095750">
                  <a:extLst>
                    <a:ext uri="{9D8B030D-6E8A-4147-A177-3AD203B41FA5}">
                      <a16:colId xmlns:a16="http://schemas.microsoft.com/office/drawing/2014/main" val="20000"/>
                    </a:ext>
                  </a:extLst>
                </a:gridCol>
                <a:gridCol w="6991350">
                  <a:extLst>
                    <a:ext uri="{9D8B030D-6E8A-4147-A177-3AD203B41FA5}">
                      <a16:colId xmlns:a16="http://schemas.microsoft.com/office/drawing/2014/main" val="20001"/>
                    </a:ext>
                  </a:extLst>
                </a:gridCol>
              </a:tblGrid>
              <a:tr h="567418">
                <a:tc>
                  <a:txBody>
                    <a:bodyPr/>
                    <a:lstStyle/>
                    <a:p>
                      <a:r>
                        <a:rPr sz="1800" b="1">
                          <a:solidFill>
                            <a:srgbClr val="FFFFFF"/>
                          </a:solidFill>
                          <a:latin typeface="Arial"/>
                          <a:ea typeface="Arial"/>
                          <a:cs typeface="Arial"/>
                        </a:rPr>
                        <a:t>Symptom</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00" b="1">
                          <a:solidFill>
                            <a:srgbClr val="FFFFFF"/>
                          </a:solidFill>
                          <a:latin typeface="Arial"/>
                          <a:ea typeface="Arial"/>
                          <a:cs typeface="Arial"/>
                        </a:rPr>
                        <a:t>Check</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567418">
                <a:tc>
                  <a:txBody>
                    <a:bodyPr/>
                    <a:lstStyle/>
                    <a:p>
                      <a:r>
                        <a:rPr sz="1800" b="0">
                          <a:solidFill>
                            <a:srgbClr val="172F46"/>
                          </a:solidFill>
                          <a:latin typeface="Arial"/>
                          <a:ea typeface="Arial"/>
                          <a:cs typeface="Arial"/>
                        </a:rPr>
                        <a:t>Undefined m, b, k or input variable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Model Workspace initialization and exact variable names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567418">
                <a:tc>
                  <a:txBody>
                    <a:bodyPr/>
                    <a:lstStyle/>
                    <a:p>
                      <a:r>
                        <a:rPr sz="1800" b="0">
                          <a:solidFill>
                            <a:srgbClr val="172F46"/>
                          </a:solidFill>
                          <a:latin typeface="Arial"/>
                          <a:ea typeface="Arial"/>
                          <a:cs typeface="Arial"/>
                        </a:rPr>
                        <a:t>Wrong oscillation or instability</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00" b="0">
                          <a:solidFill>
                            <a:srgbClr val="172F46"/>
                          </a:solidFill>
                          <a:latin typeface="Arial"/>
                          <a:ea typeface="Arial"/>
                          <a:cs typeface="Arial"/>
                        </a:rPr>
                        <a:t>Sum signs +--, positive Gains b/m and k/m</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r h="567418">
                <a:tc>
                  <a:txBody>
                    <a:bodyPr/>
                    <a:lstStyle/>
                    <a:p>
                      <a:r>
                        <a:rPr sz="1800" b="0">
                          <a:solidFill>
                            <a:srgbClr val="172F46"/>
                          </a:solidFill>
                          <a:latin typeface="Arial"/>
                          <a:ea typeface="Arial"/>
                          <a:cs typeface="Arial"/>
                        </a:rPr>
                        <a:t>Displacement is too large or small</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Acceleration in m/s², 1e6 Gain only for Scope display</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3"/>
                  </a:ext>
                </a:extLst>
              </a:tr>
              <a:tr h="567418">
                <a:tc>
                  <a:txBody>
                    <a:bodyPr/>
                    <a:lstStyle/>
                    <a:p>
                      <a:r>
                        <a:rPr sz="1800" b="0">
                          <a:solidFill>
                            <a:srgbClr val="172F46"/>
                          </a:solidFill>
                          <a:latin typeface="Arial"/>
                          <a:ea typeface="Arial"/>
                          <a:cs typeface="Arial"/>
                        </a:rPr>
                        <a:t>Sine frequency is incorrect</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00" b="0">
                          <a:solidFill>
                            <a:srgbClr val="172F46"/>
                          </a:solidFill>
                          <a:latin typeface="Arial"/>
                          <a:ea typeface="Arial"/>
                          <a:cs typeface="Arial"/>
                        </a:rPr>
                        <a:t>Sine Wave Frequency uses 2*pi*freq_hz in rad/s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4"/>
                  </a:ext>
                </a:extLst>
              </a:tr>
              <a:tr h="567418">
                <a:tc>
                  <a:txBody>
                    <a:bodyPr/>
                    <a:lstStyle/>
                    <a:p>
                      <a:r>
                        <a:rPr sz="1800" b="0">
                          <a:solidFill>
                            <a:srgbClr val="172F46"/>
                          </a:solidFill>
                          <a:latin typeface="Arial"/>
                          <a:ea typeface="Arial"/>
                          <a:cs typeface="Arial"/>
                        </a:rPr>
                        <a:t>Wrong input appears</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Sine top, control middle, Step bottom, threshold 0.5</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5"/>
                  </a:ext>
                </a:extLst>
              </a:tr>
              <a:tr h="567418">
                <a:tc>
                  <a:txBody>
                    <a:bodyPr/>
                    <a:lstStyle/>
                    <a:p>
                      <a:r>
                        <a:rPr sz="1800" b="0">
                          <a:solidFill>
                            <a:srgbClr val="172F46"/>
                          </a:solidFill>
                          <a:latin typeface="Arial"/>
                          <a:ea typeface="Arial"/>
                          <a:cs typeface="Arial"/>
                        </a:rPr>
                        <a:t>Parameter edits have no effect</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00" b="0">
                          <a:solidFill>
                            <a:srgbClr val="172F46"/>
                          </a:solidFill>
                          <a:latin typeface="Arial"/>
                          <a:ea typeface="Arial"/>
                          <a:cs typeface="Arial"/>
                        </a:rPr>
                        <a:t>Edit the Model Workspace and reinitialize its source</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6"/>
                  </a:ext>
                </a:extLst>
              </a:tr>
            </a:tbl>
          </a:graphicData>
        </a:graphic>
      </p:graphicFrame>
      <p:sp>
        <p:nvSpPr>
          <p:cNvPr id="4" name="For your own experiment, replace assumed values with a ">
            <a:extLst>
              <a:ext uri="{FF2B5EF4-FFF2-40B4-BE49-F238E27FC236}">
                <a16:creationId xmlns:a16="http://schemas.microsoft.com/office/drawing/2014/main" id="{A6EF5E7D-6CF5-43CF-BFE4-1F954EF03F88}"/>
              </a:ext>
            </a:extLst>
          </p:cNvPr>
          <p:cNvSpPr>
            <a:spLocks noGrp="1"/>
          </p:cNvSpPr>
          <p:nvPr/>
        </p:nvSpPr>
        <p:spPr>
          <a:xfrm>
            <a:off x="552450" y="5743575"/>
            <a:ext cx="11087100" cy="619125"/>
          </a:xfrm>
          <a:prstGeom prst="rect">
            <a:avLst/>
          </a:prstGeom>
          <a:noFill/>
          <a:ln w="0">
            <a:noFill/>
          </a:ln>
        </p:spPr>
        <p:txBody>
          <a:bodyPr wrap="square" lIns="0" tIns="0" rIns="0" bIns="0" anchor="t">
            <a:noAutofit/>
          </a:bodyPr>
          <a:lstStyle>
            <a:defPPr>
              <a:defRPr sz="1950" b="1">
                <a:solidFill>
                  <a:srgbClr val="245B9B"/>
                </a:solidFill>
                <a:latin typeface="Arial"/>
                <a:ea typeface="Arial"/>
                <a:cs typeface="Arial"/>
              </a:defRPr>
            </a:defPPr>
          </a:lstStyle>
          <a:p>
            <a:pPr>
              <a:defRPr sz="1950" b="1">
                <a:solidFill>
                  <a:srgbClr val="245B9B"/>
                </a:solidFill>
                <a:latin typeface="Arial"/>
                <a:ea typeface="Arial"/>
                <a:cs typeface="Arial"/>
              </a:defRPr>
            </a:pPr>
            <a:r>
              <a:rPr sz="1950" b="1">
                <a:solidFill>
                  <a:srgbClr val="245B9B"/>
                </a:solidFill>
                <a:latin typeface="Arial"/>
                <a:ea typeface="Arial"/>
                <a:cs typeface="Arial"/>
              </a:rPr>
              <a:t>For your own experiment, replace assumed values with a cited, consistent literature set.</a:t>
            </a:r>
          </a:p>
        </p:txBody>
      </p:sp>
    </p:spTree>
    <p:extLst>
      <p:ext uri="{BB962C8B-B14F-4D97-AF65-F5344CB8AC3E}">
        <p14:creationId xmlns:p14="http://schemas.microsoft.com/office/powerpoint/2010/main" val="12764259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imulation results: 1g step response">
            <a:extLst>
              <a:ext uri="{FF2B5EF4-FFF2-40B4-BE49-F238E27FC236}">
                <a16:creationId xmlns:a16="http://schemas.microsoft.com/office/drawing/2014/main" id="{23306397-E29E-438B-B114-CC097095E8AF}"/>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Simulation results: 1g step response</a:t>
            </a:r>
          </a:p>
        </p:txBody>
      </p:sp>
      <p:sp>
        <p:nvSpPr>
          <p:cNvPr id="2" name="26">
            <a:extLst>
              <a:ext uri="{FF2B5EF4-FFF2-40B4-BE49-F238E27FC236}">
                <a16:creationId xmlns:a16="http://schemas.microsoft.com/office/drawing/2014/main" id="{811EA699-B952-4E54-94CD-07E69FB92E54}"/>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26</a:t>
            </a:r>
          </a:p>
        </p:txBody>
      </p:sp>
      <p:sp>
        <p:nvSpPr>
          <p:cNvPr id="3" name="m = 1 mg, fn = 1000 Hz, zeta = 0.7, zero initial condit">
            <a:extLst>
              <a:ext uri="{FF2B5EF4-FFF2-40B4-BE49-F238E27FC236}">
                <a16:creationId xmlns:a16="http://schemas.microsoft.com/office/drawing/2014/main" id="{65C3FF8B-7CA5-4AF1-A059-5182088FD2F6}"/>
              </a:ext>
            </a:extLst>
          </p:cNvPr>
          <p:cNvSpPr>
            <a:spLocks noGrp="1"/>
          </p:cNvSpPr>
          <p:nvPr/>
        </p:nvSpPr>
        <p:spPr>
          <a:xfrm>
            <a:off x="552450" y="1323975"/>
            <a:ext cx="11087100" cy="457200"/>
          </a:xfrm>
          <a:prstGeom prst="rect">
            <a:avLst/>
          </a:prstGeom>
          <a:noFill/>
          <a:ln w="0">
            <a:noFill/>
          </a:ln>
        </p:spPr>
        <p:txBody>
          <a:bodyPr wrap="square" lIns="0" tIns="0" rIns="0" bIns="0" anchor="t">
            <a:noAutofit/>
          </a:bodyPr>
          <a:lstStyle>
            <a:defPPr>
              <a:defRPr sz="2100" b="0">
                <a:solidFill>
                  <a:srgbClr val="172F46"/>
                </a:solidFill>
                <a:latin typeface="Arial"/>
                <a:ea typeface="Arial"/>
                <a:cs typeface="Arial"/>
              </a:defRPr>
            </a:defPPr>
          </a:lstStyle>
          <a:p>
            <a:pPr>
              <a:defRPr sz="2100" b="0">
                <a:solidFill>
                  <a:srgbClr val="172F46"/>
                </a:solidFill>
                <a:latin typeface="Arial"/>
                <a:ea typeface="Arial"/>
                <a:cs typeface="Arial"/>
              </a:defRPr>
            </a:pPr>
            <a:r>
              <a:rPr sz="2100" b="0">
                <a:solidFill>
                  <a:srgbClr val="172F46"/>
                </a:solidFill>
                <a:latin typeface="Arial"/>
                <a:ea typeface="Arial"/>
                <a:cs typeface="Arial"/>
              </a:rPr>
              <a:t>m = 1 mg, fn = 1000 Hz, zeta = 0.7, zero initial conditions</a:t>
            </a:r>
          </a:p>
        </p:txBody>
      </p:sp>
      <p:graphicFrame>
        <p:nvGraphicFramePr>
          <p:cNvPr id="4" name="Chart">
            <a:extLst>
              <a:ext uri="{FF2B5EF4-FFF2-40B4-BE49-F238E27FC236}">
                <a16:creationId xmlns:a16="http://schemas.microsoft.com/office/drawing/2014/main" id="{2C127579-8AF5-48B3-9F7F-6E2CB1725F9F}"/>
              </a:ext>
            </a:extLst>
          </p:cNvPr>
          <p:cNvGraphicFramePr/>
          <p:nvPr/>
        </p:nvGraphicFramePr>
        <p:xfrm>
          <a:off x="552450" y="1857375"/>
          <a:ext cx="1108710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5" name="Both models reach 0.2484 um after the same transient.">
            <a:extLst>
              <a:ext uri="{FF2B5EF4-FFF2-40B4-BE49-F238E27FC236}">
                <a16:creationId xmlns:a16="http://schemas.microsoft.com/office/drawing/2014/main" id="{E30F8B88-43CD-4A0A-A0A9-B342C8FEFF93}"/>
              </a:ext>
            </a:extLst>
          </p:cNvPr>
          <p:cNvSpPr>
            <a:spLocks noGrp="1"/>
          </p:cNvSpPr>
          <p:nvPr/>
        </p:nvSpPr>
        <p:spPr>
          <a:xfrm>
            <a:off x="552450" y="5895975"/>
            <a:ext cx="11087100" cy="504825"/>
          </a:xfrm>
          <a:prstGeom prst="rect">
            <a:avLst/>
          </a:prstGeom>
          <a:noFill/>
          <a:ln w="0">
            <a:noFill/>
          </a:ln>
        </p:spPr>
        <p:txBody>
          <a:bodyPr wrap="square" lIns="0" tIns="0" rIns="0" bIns="0" anchor="t">
            <a:noAutofit/>
          </a:bodyPr>
          <a:lstStyle>
            <a:defPPr>
              <a:defRPr sz="2175" b="1">
                <a:solidFill>
                  <a:srgbClr val="245B9B"/>
                </a:solidFill>
                <a:latin typeface="Arial"/>
                <a:ea typeface="Arial"/>
                <a:cs typeface="Arial"/>
              </a:defRPr>
            </a:defPPr>
          </a:lstStyle>
          <a:p>
            <a:pPr>
              <a:defRPr sz="2175" b="1">
                <a:solidFill>
                  <a:srgbClr val="245B9B"/>
                </a:solidFill>
                <a:latin typeface="Arial"/>
                <a:ea typeface="Arial"/>
                <a:cs typeface="Arial"/>
              </a:defRPr>
            </a:pPr>
            <a:r>
              <a:rPr sz="2175" b="1">
                <a:solidFill>
                  <a:srgbClr val="245B9B"/>
                </a:solidFill>
                <a:latin typeface="Arial"/>
                <a:ea typeface="Arial"/>
                <a:cs typeface="Arial"/>
              </a:rPr>
              <a:t>Both models reach 0.2484 um after the same transient.</a:t>
            </a:r>
          </a:p>
        </p:txBody>
      </p:sp>
    </p:spTree>
    <p:extLst>
      <p:ext uri="{BB962C8B-B14F-4D97-AF65-F5344CB8AC3E}">
        <p14:creationId xmlns:p14="http://schemas.microsoft.com/office/powerpoint/2010/main" val="18796623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tep-response metrics">
            <a:extLst>
              <a:ext uri="{FF2B5EF4-FFF2-40B4-BE49-F238E27FC236}">
                <a16:creationId xmlns:a16="http://schemas.microsoft.com/office/drawing/2014/main" id="{F424D96B-12DE-4DFC-8374-44654804DB29}"/>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Step-response metrics</a:t>
            </a:r>
          </a:p>
        </p:txBody>
      </p:sp>
      <p:sp>
        <p:nvSpPr>
          <p:cNvPr id="2" name="27">
            <a:extLst>
              <a:ext uri="{FF2B5EF4-FFF2-40B4-BE49-F238E27FC236}">
                <a16:creationId xmlns:a16="http://schemas.microsoft.com/office/drawing/2014/main" id="{CACD31E0-AB71-44C5-9AF5-341D93B63F51}"/>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27</a:t>
            </a:r>
          </a:p>
        </p:txBody>
      </p:sp>
      <p:graphicFrame>
        <p:nvGraphicFramePr>
          <p:cNvPr id="3" name="表格 2">
            <a:extLst>
              <a:ext uri="{FF2B5EF4-FFF2-40B4-BE49-F238E27FC236}">
                <a16:creationId xmlns:a16="http://schemas.microsoft.com/office/drawing/2014/main" id="{C7904895-BD2E-4539-B5CC-E10C34170F63}"/>
              </a:ext>
            </a:extLst>
          </p:cNvPr>
          <p:cNvGraphicFramePr/>
          <p:nvPr/>
        </p:nvGraphicFramePr>
        <p:xfrm>
          <a:off x="552450" y="1476375"/>
          <a:ext cx="11087100" cy="3352800"/>
        </p:xfrm>
        <a:graphic>
          <a:graphicData uri="http://schemas.openxmlformats.org/drawingml/2006/table">
            <a:tbl>
              <a:tblPr/>
              <a:tblGrid>
                <a:gridCol w="4000500">
                  <a:extLst>
                    <a:ext uri="{9D8B030D-6E8A-4147-A177-3AD203B41FA5}">
                      <a16:colId xmlns:a16="http://schemas.microsoft.com/office/drawing/2014/main" val="20000"/>
                    </a:ext>
                  </a:extLst>
                </a:gridCol>
                <a:gridCol w="3095625">
                  <a:extLst>
                    <a:ext uri="{9D8B030D-6E8A-4147-A177-3AD203B41FA5}">
                      <a16:colId xmlns:a16="http://schemas.microsoft.com/office/drawing/2014/main" val="20001"/>
                    </a:ext>
                  </a:extLst>
                </a:gridCol>
                <a:gridCol w="3990975">
                  <a:extLst>
                    <a:ext uri="{9D8B030D-6E8A-4147-A177-3AD203B41FA5}">
                      <a16:colId xmlns:a16="http://schemas.microsoft.com/office/drawing/2014/main" val="20002"/>
                    </a:ext>
                  </a:extLst>
                </a:gridCol>
              </a:tblGrid>
              <a:tr h="670560">
                <a:tc>
                  <a:txBody>
                    <a:bodyPr/>
                    <a:lstStyle/>
                    <a:p>
                      <a:r>
                        <a:rPr sz="1875" b="1">
                          <a:solidFill>
                            <a:srgbClr val="FFFFFF"/>
                          </a:solidFill>
                          <a:latin typeface="Arial"/>
                          <a:ea typeface="Arial"/>
                          <a:cs typeface="Arial"/>
                        </a:rPr>
                        <a:t>Metric</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75" b="1">
                          <a:solidFill>
                            <a:srgbClr val="FFFFFF"/>
                          </a:solidFill>
                          <a:latin typeface="Arial"/>
                          <a:ea typeface="Arial"/>
                          <a:cs typeface="Arial"/>
                        </a:rPr>
                        <a:t>Simulink result</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75" b="1">
                          <a:solidFill>
                            <a:srgbClr val="FFFFFF"/>
                          </a:solidFill>
                          <a:latin typeface="Arial"/>
                          <a:ea typeface="Arial"/>
                          <a:cs typeface="Arial"/>
                        </a:rPr>
                        <a:t>Theory / interpretation</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670560">
                <a:tc>
                  <a:txBody>
                    <a:bodyPr/>
                    <a:lstStyle/>
                    <a:p>
                      <a:r>
                        <a:rPr sz="1875" b="0">
                          <a:solidFill>
                            <a:srgbClr val="172F46"/>
                          </a:solidFill>
                          <a:latin typeface="Arial"/>
                          <a:ea typeface="Arial"/>
                          <a:cs typeface="Arial"/>
                        </a:rPr>
                        <a:t>Steady-state displacement</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0.248405 um</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g0 m/k = 0.248405 um</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670560">
                <a:tc>
                  <a:txBody>
                    <a:bodyPr/>
                    <a:lstStyle/>
                    <a:p>
                      <a:r>
                        <a:rPr sz="1875" b="0">
                          <a:solidFill>
                            <a:srgbClr val="172F46"/>
                          </a:solidFill>
                          <a:latin typeface="Arial"/>
                          <a:ea typeface="Arial"/>
                          <a:cs typeface="Arial"/>
                        </a:rPr>
                        <a:t>Overshoot</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75" b="0">
                          <a:solidFill>
                            <a:srgbClr val="172F46"/>
                          </a:solidFill>
                          <a:latin typeface="Arial"/>
                          <a:ea typeface="Arial"/>
                          <a:cs typeface="Arial"/>
                        </a:rPr>
                        <a:t>4.598793%</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75" b="0">
                          <a:solidFill>
                            <a:srgbClr val="172F46"/>
                          </a:solidFill>
                          <a:latin typeface="Arial"/>
                          <a:ea typeface="Arial"/>
                          <a:cs typeface="Arial"/>
                        </a:rPr>
                        <a:t>4.598791%</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r h="670560">
                <a:tc>
                  <a:txBody>
                    <a:bodyPr/>
                    <a:lstStyle/>
                    <a:p>
                      <a:r>
                        <a:rPr sz="1875" b="0">
                          <a:solidFill>
                            <a:srgbClr val="172F46"/>
                          </a:solidFill>
                          <a:latin typeface="Arial"/>
                          <a:ea typeface="Arial"/>
                          <a:cs typeface="Arial"/>
                        </a:rPr>
                        <a:t>2% settling time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0.952 ms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Approximation: 0.909457 ms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3"/>
                  </a:ext>
                </a:extLst>
              </a:tr>
              <a:tr h="670560">
                <a:tc>
                  <a:txBody>
                    <a:bodyPr/>
                    <a:lstStyle/>
                    <a:p>
                      <a:r>
                        <a:rPr sz="1875" b="0">
                          <a:solidFill>
                            <a:srgbClr val="172F46"/>
                          </a:solidFill>
                          <a:latin typeface="Arial"/>
                          <a:ea typeface="Arial"/>
                          <a:cs typeface="Arial"/>
                        </a:rPr>
                        <a:t>Maximum model difference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75" b="0">
                          <a:solidFill>
                            <a:srgbClr val="172F46"/>
                          </a:solidFill>
                          <a:latin typeface="Arial"/>
                          <a:ea typeface="Arial"/>
                          <a:cs typeface="Arial"/>
                        </a:rPr>
                        <a:t>1.29e-26 m</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75" b="0">
                          <a:solidFill>
                            <a:srgbClr val="172F46"/>
                          </a:solidFill>
                          <a:latin typeface="Arial"/>
                          <a:ea typeface="Arial"/>
                          <a:cs typeface="Arial"/>
                        </a:rPr>
                        <a:t>Floating-point agreement</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4"/>
                  </a:ext>
                </a:extLst>
              </a:tr>
            </a:tbl>
          </a:graphicData>
        </a:graphic>
      </p:graphicFrame>
      <p:sp>
        <p:nvSpPr>
          <p:cNvPr id="4" name="Settling time starts at the input step, not at simulati">
            <a:extLst>
              <a:ext uri="{FF2B5EF4-FFF2-40B4-BE49-F238E27FC236}">
                <a16:creationId xmlns:a16="http://schemas.microsoft.com/office/drawing/2014/main" id="{86E1237E-D063-40A8-8664-88E820412724}"/>
              </a:ext>
            </a:extLst>
          </p:cNvPr>
          <p:cNvSpPr>
            <a:spLocks noGrp="1"/>
          </p:cNvSpPr>
          <p:nvPr/>
        </p:nvSpPr>
        <p:spPr>
          <a:xfrm>
            <a:off x="552450" y="5238750"/>
            <a:ext cx="11087100" cy="676275"/>
          </a:xfrm>
          <a:prstGeom prst="rect">
            <a:avLst/>
          </a:prstGeom>
          <a:noFill/>
          <a:ln w="0">
            <a:noFill/>
          </a:ln>
        </p:spPr>
        <p:txBody>
          <a:bodyPr wrap="square" lIns="0" tIns="0" rIns="0" bIns="0" anchor="t">
            <a:noAutofit/>
          </a:bodyPr>
          <a:lstStyle>
            <a:defPPr>
              <a:defRPr sz="2100" b="0">
                <a:solidFill>
                  <a:srgbClr val="245B9B"/>
                </a:solidFill>
                <a:latin typeface="Arial"/>
                <a:ea typeface="Arial"/>
                <a:cs typeface="Arial"/>
              </a:defRPr>
            </a:defPPr>
          </a:lstStyle>
          <a:p>
            <a:pPr>
              <a:defRPr sz="2100" b="0">
                <a:solidFill>
                  <a:srgbClr val="245B9B"/>
                </a:solidFill>
                <a:latin typeface="Arial"/>
                <a:ea typeface="Arial"/>
                <a:cs typeface="Arial"/>
              </a:defRPr>
            </a:pPr>
            <a:r>
              <a:rPr sz="2100" b="0">
                <a:solidFill>
                  <a:srgbClr val="245B9B"/>
                </a:solidFill>
                <a:latin typeface="Arial"/>
                <a:ea typeface="Arial"/>
                <a:cs typeface="Arial"/>
              </a:rPr>
              <a:t>Settling time starts at the input step, not at simulation time zero.</a:t>
            </a:r>
          </a:p>
        </p:txBody>
      </p:sp>
      <p:sp>
        <p:nvSpPr>
          <p:cNvPr id="5" name="A tolerance band and a stated time reference make the m">
            <a:extLst>
              <a:ext uri="{FF2B5EF4-FFF2-40B4-BE49-F238E27FC236}">
                <a16:creationId xmlns:a16="http://schemas.microsoft.com/office/drawing/2014/main" id="{23740649-D942-4C66-BD8E-4A6CAD3BF2C2}"/>
              </a:ext>
            </a:extLst>
          </p:cNvPr>
          <p:cNvSpPr>
            <a:spLocks noGrp="1"/>
          </p:cNvSpPr>
          <p:nvPr/>
        </p:nvSpPr>
        <p:spPr>
          <a:xfrm>
            <a:off x="552450" y="6000750"/>
            <a:ext cx="11087100" cy="381000"/>
          </a:xfrm>
          <a:prstGeom prst="rect">
            <a:avLst/>
          </a:prstGeom>
          <a:noFill/>
          <a:ln w="0">
            <a:noFill/>
          </a:ln>
        </p:spPr>
        <p:txBody>
          <a:bodyPr wrap="square" lIns="0" tIns="0" rIns="0" bIns="0" anchor="t">
            <a:noAutofit/>
          </a:bodyPr>
          <a:lstStyle>
            <a:defPPr>
              <a:defRPr sz="1875" b="0">
                <a:solidFill>
                  <a:srgbClr val="4A5968"/>
                </a:solidFill>
                <a:latin typeface="Arial"/>
                <a:ea typeface="Arial"/>
                <a:cs typeface="Arial"/>
              </a:defRPr>
            </a:defPPr>
          </a:lstStyle>
          <a:p>
            <a:pPr>
              <a:defRPr sz="1875" b="0">
                <a:solidFill>
                  <a:srgbClr val="4A5968"/>
                </a:solidFill>
                <a:latin typeface="Arial"/>
                <a:ea typeface="Arial"/>
                <a:cs typeface="Arial"/>
              </a:defRPr>
            </a:pPr>
            <a:r>
              <a:rPr sz="1875" b="0">
                <a:solidFill>
                  <a:srgbClr val="4A5968"/>
                </a:solidFill>
                <a:latin typeface="Arial"/>
                <a:ea typeface="Arial"/>
                <a:cs typeface="Arial"/>
              </a:rPr>
              <a:t>A tolerance band and a stated time reference make the metric reproducible.</a:t>
            </a:r>
          </a:p>
        </p:txBody>
      </p:sp>
    </p:spTree>
    <p:extLst>
      <p:ext uri="{BB962C8B-B14F-4D97-AF65-F5344CB8AC3E}">
        <p14:creationId xmlns:p14="http://schemas.microsoft.com/office/powerpoint/2010/main" val="8762854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Damping comparison: step response">
            <a:extLst>
              <a:ext uri="{FF2B5EF4-FFF2-40B4-BE49-F238E27FC236}">
                <a16:creationId xmlns:a16="http://schemas.microsoft.com/office/drawing/2014/main" id="{D81D4390-7D08-4B07-AB78-D3AAF68C2FA7}"/>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Damping comparison: step response</a:t>
            </a:r>
          </a:p>
        </p:txBody>
      </p:sp>
      <p:sp>
        <p:nvSpPr>
          <p:cNvPr id="2" name="28">
            <a:extLst>
              <a:ext uri="{FF2B5EF4-FFF2-40B4-BE49-F238E27FC236}">
                <a16:creationId xmlns:a16="http://schemas.microsoft.com/office/drawing/2014/main" id="{4D9E204A-CD1C-4321-BEA8-2366B8C7C568}"/>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28</a:t>
            </a:r>
          </a:p>
        </p:txBody>
      </p:sp>
      <p:sp>
        <p:nvSpPr>
          <p:cNvPr id="3" name="Same m and k. Only b changes to set zeta = 0.1, 0.7 or ">
            <a:extLst>
              <a:ext uri="{FF2B5EF4-FFF2-40B4-BE49-F238E27FC236}">
                <a16:creationId xmlns:a16="http://schemas.microsoft.com/office/drawing/2014/main" id="{F0C154F0-8625-401E-821D-93FF40F6B531}"/>
              </a:ext>
            </a:extLst>
          </p:cNvPr>
          <p:cNvSpPr>
            <a:spLocks noGrp="1"/>
          </p:cNvSpPr>
          <p:nvPr/>
        </p:nvSpPr>
        <p:spPr>
          <a:xfrm>
            <a:off x="552450" y="1333500"/>
            <a:ext cx="11087100" cy="457200"/>
          </a:xfrm>
          <a:prstGeom prst="rect">
            <a:avLst/>
          </a:prstGeom>
          <a:noFill/>
          <a:ln w="0">
            <a:noFill/>
          </a:ln>
        </p:spPr>
        <p:txBody>
          <a:bodyPr wrap="square" lIns="0" tIns="0" rIns="0" bIns="0" anchor="t">
            <a:noAutofit/>
          </a:bodyPr>
          <a:lstStyle>
            <a:defPPr>
              <a:defRPr sz="2100" b="0">
                <a:solidFill>
                  <a:srgbClr val="172F46"/>
                </a:solidFill>
                <a:latin typeface="Arial"/>
                <a:ea typeface="Arial"/>
                <a:cs typeface="Arial"/>
              </a:defRPr>
            </a:defPPr>
          </a:lstStyle>
          <a:p>
            <a:pPr>
              <a:defRPr sz="2100" b="0">
                <a:solidFill>
                  <a:srgbClr val="172F46"/>
                </a:solidFill>
                <a:latin typeface="Arial"/>
                <a:ea typeface="Arial"/>
                <a:cs typeface="Arial"/>
              </a:defRPr>
            </a:pPr>
            <a:r>
              <a:rPr sz="2100" b="0">
                <a:solidFill>
                  <a:srgbClr val="172F46"/>
                </a:solidFill>
                <a:latin typeface="Arial"/>
                <a:ea typeface="Arial"/>
                <a:cs typeface="Arial"/>
              </a:rPr>
              <a:t>Same m and k. Only b changes to set zeta = 0.1, 0.7 or 1.5.</a:t>
            </a:r>
          </a:p>
        </p:txBody>
      </p:sp>
      <p:graphicFrame>
        <p:nvGraphicFramePr>
          <p:cNvPr id="4" name="Chart">
            <a:extLst>
              <a:ext uri="{FF2B5EF4-FFF2-40B4-BE49-F238E27FC236}">
                <a16:creationId xmlns:a16="http://schemas.microsoft.com/office/drawing/2014/main" id="{BB52547F-5B53-4365-821C-BACC47D2C4C2}"/>
              </a:ext>
            </a:extLst>
          </p:cNvPr>
          <p:cNvGraphicFramePr/>
          <p:nvPr/>
        </p:nvGraphicFramePr>
        <p:xfrm>
          <a:off x="552450" y="1857375"/>
          <a:ext cx="1108710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5" name="Damping changes the transient. Static sensitivity remai">
            <a:extLst>
              <a:ext uri="{FF2B5EF4-FFF2-40B4-BE49-F238E27FC236}">
                <a16:creationId xmlns:a16="http://schemas.microsoft.com/office/drawing/2014/main" id="{7439DA21-55CB-4F8C-B4D6-7722B6D635F5}"/>
              </a:ext>
            </a:extLst>
          </p:cNvPr>
          <p:cNvSpPr>
            <a:spLocks noGrp="1"/>
          </p:cNvSpPr>
          <p:nvPr/>
        </p:nvSpPr>
        <p:spPr>
          <a:xfrm>
            <a:off x="552450" y="5886450"/>
            <a:ext cx="11087100" cy="504825"/>
          </a:xfrm>
          <a:prstGeom prst="rect">
            <a:avLst/>
          </a:prstGeom>
          <a:noFill/>
          <a:ln w="0">
            <a:noFill/>
          </a:ln>
        </p:spPr>
        <p:txBody>
          <a:bodyPr wrap="square" lIns="0" tIns="0" rIns="0" bIns="0" anchor="t">
            <a:noAutofit/>
          </a:bodyPr>
          <a:lstStyle>
            <a:defPPr>
              <a:defRPr sz="2100" b="1">
                <a:solidFill>
                  <a:srgbClr val="245B9B"/>
                </a:solidFill>
                <a:latin typeface="Arial"/>
                <a:ea typeface="Arial"/>
                <a:cs typeface="Arial"/>
              </a:defRPr>
            </a:defPPr>
          </a:lstStyle>
          <a:p>
            <a:pPr>
              <a:defRPr sz="2100" b="1">
                <a:solidFill>
                  <a:srgbClr val="245B9B"/>
                </a:solidFill>
                <a:latin typeface="Arial"/>
                <a:ea typeface="Arial"/>
                <a:cs typeface="Arial"/>
              </a:defRPr>
            </a:pPr>
            <a:r>
              <a:rPr sz="2100" b="1">
                <a:solidFill>
                  <a:srgbClr val="245B9B"/>
                </a:solidFill>
                <a:latin typeface="Arial"/>
                <a:ea typeface="Arial"/>
                <a:cs typeface="Arial"/>
              </a:rPr>
              <a:t>Damping changes the transient. Static sensitivity remains m/k.</a:t>
            </a:r>
          </a:p>
        </p:txBody>
      </p:sp>
    </p:spTree>
    <p:extLst>
      <p:ext uri="{BB962C8B-B14F-4D97-AF65-F5344CB8AC3E}">
        <p14:creationId xmlns:p14="http://schemas.microsoft.com/office/powerpoint/2010/main" val="2956077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Damping comparison: frequency response">
            <a:extLst>
              <a:ext uri="{FF2B5EF4-FFF2-40B4-BE49-F238E27FC236}">
                <a16:creationId xmlns:a16="http://schemas.microsoft.com/office/drawing/2014/main" id="{849F440A-C6FA-4922-97BE-3EADE4AC280F}"/>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Damping comparison: frequency response</a:t>
            </a:r>
          </a:p>
        </p:txBody>
      </p:sp>
      <p:sp>
        <p:nvSpPr>
          <p:cNvPr id="2" name="29">
            <a:extLst>
              <a:ext uri="{FF2B5EF4-FFF2-40B4-BE49-F238E27FC236}">
                <a16:creationId xmlns:a16="http://schemas.microsoft.com/office/drawing/2014/main" id="{C49BBA13-DA53-4621-AC37-DDDEB6C32C81}"/>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29</a:t>
            </a:r>
          </a:p>
        </p:txBody>
      </p:sp>
      <p:sp>
        <p:nvSpPr>
          <p:cNvPr id="3" name="Analytical response of the three mechanical parameter s">
            <a:extLst>
              <a:ext uri="{FF2B5EF4-FFF2-40B4-BE49-F238E27FC236}">
                <a16:creationId xmlns:a16="http://schemas.microsoft.com/office/drawing/2014/main" id="{FA7CBFB7-7F83-4B20-9388-D9F6A32EDE66}"/>
              </a:ext>
            </a:extLst>
          </p:cNvPr>
          <p:cNvSpPr>
            <a:spLocks noGrp="1"/>
          </p:cNvSpPr>
          <p:nvPr/>
        </p:nvSpPr>
        <p:spPr>
          <a:xfrm>
            <a:off x="552450" y="1333500"/>
            <a:ext cx="11087100" cy="457200"/>
          </a:xfrm>
          <a:prstGeom prst="rect">
            <a:avLst/>
          </a:prstGeom>
          <a:noFill/>
          <a:ln w="0">
            <a:noFill/>
          </a:ln>
        </p:spPr>
        <p:txBody>
          <a:bodyPr wrap="square" lIns="0" tIns="0" rIns="0" bIns="0" anchor="t">
            <a:noAutofit/>
          </a:bodyPr>
          <a:lstStyle>
            <a:defPPr>
              <a:defRPr sz="2100" b="0">
                <a:solidFill>
                  <a:srgbClr val="172F46"/>
                </a:solidFill>
                <a:latin typeface="Arial"/>
                <a:ea typeface="Arial"/>
                <a:cs typeface="Arial"/>
              </a:defRPr>
            </a:defPPr>
          </a:lstStyle>
          <a:p>
            <a:pPr>
              <a:defRPr sz="2100" b="0">
                <a:solidFill>
                  <a:srgbClr val="172F46"/>
                </a:solidFill>
                <a:latin typeface="Arial"/>
                <a:ea typeface="Arial"/>
                <a:cs typeface="Arial"/>
              </a:defRPr>
            </a:pPr>
            <a:r>
              <a:rPr sz="2100" b="0">
                <a:solidFill>
                  <a:srgbClr val="172F46"/>
                </a:solidFill>
                <a:latin typeface="Arial"/>
                <a:ea typeface="Arial"/>
                <a:cs typeface="Arial"/>
              </a:rPr>
              <a:t>Analytical response of the three mechanical parameter sets</a:t>
            </a:r>
          </a:p>
        </p:txBody>
      </p:sp>
      <p:graphicFrame>
        <p:nvGraphicFramePr>
          <p:cNvPr id="4" name="Chart">
            <a:extLst>
              <a:ext uri="{FF2B5EF4-FFF2-40B4-BE49-F238E27FC236}">
                <a16:creationId xmlns:a16="http://schemas.microsoft.com/office/drawing/2014/main" id="{ED9963C3-7BE7-48A1-B061-FC95A4D79C95}"/>
              </a:ext>
            </a:extLst>
          </p:cNvPr>
          <p:cNvGraphicFramePr/>
          <p:nvPr/>
        </p:nvGraphicFramePr>
        <p:xfrm>
          <a:off x="552450" y="1857375"/>
          <a:ext cx="1108710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5" name="Lower damping produces a stronger resonance peak.">
            <a:extLst>
              <a:ext uri="{FF2B5EF4-FFF2-40B4-BE49-F238E27FC236}">
                <a16:creationId xmlns:a16="http://schemas.microsoft.com/office/drawing/2014/main" id="{C4033088-2F29-4149-9B62-F702B05B0D6A}"/>
              </a:ext>
            </a:extLst>
          </p:cNvPr>
          <p:cNvSpPr>
            <a:spLocks noGrp="1"/>
          </p:cNvSpPr>
          <p:nvPr/>
        </p:nvSpPr>
        <p:spPr>
          <a:xfrm>
            <a:off x="552450" y="5895975"/>
            <a:ext cx="11087100" cy="504825"/>
          </a:xfrm>
          <a:prstGeom prst="rect">
            <a:avLst/>
          </a:prstGeom>
          <a:noFill/>
          <a:ln w="0">
            <a:noFill/>
          </a:ln>
        </p:spPr>
        <p:txBody>
          <a:bodyPr wrap="square" lIns="0" tIns="0" rIns="0" bIns="0" anchor="t">
            <a:noAutofit/>
          </a:bodyPr>
          <a:lstStyle>
            <a:defPPr>
              <a:defRPr sz="2175" b="1">
                <a:solidFill>
                  <a:srgbClr val="245B9B"/>
                </a:solidFill>
                <a:latin typeface="Arial"/>
                <a:ea typeface="Arial"/>
                <a:cs typeface="Arial"/>
              </a:defRPr>
            </a:defPPr>
          </a:lstStyle>
          <a:p>
            <a:pPr>
              <a:defRPr sz="2175" b="1">
                <a:solidFill>
                  <a:srgbClr val="245B9B"/>
                </a:solidFill>
                <a:latin typeface="Arial"/>
                <a:ea typeface="Arial"/>
                <a:cs typeface="Arial"/>
              </a:defRPr>
            </a:pPr>
            <a:r>
              <a:rPr sz="2175" b="1">
                <a:solidFill>
                  <a:srgbClr val="245B9B"/>
                </a:solidFill>
                <a:latin typeface="Arial"/>
                <a:ea typeface="Arial"/>
                <a:cs typeface="Arial"/>
              </a:rPr>
              <a:t>Lower damping produces a stronger resonance peak.</a:t>
            </a:r>
          </a:p>
        </p:txBody>
      </p:sp>
    </p:spTree>
    <p:extLst>
      <p:ext uri="{BB962C8B-B14F-4D97-AF65-F5344CB8AC3E}">
        <p14:creationId xmlns:p14="http://schemas.microsoft.com/office/powerpoint/2010/main" val="21253567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inusoidal response at 100 Hz">
            <a:extLst>
              <a:ext uri="{FF2B5EF4-FFF2-40B4-BE49-F238E27FC236}">
                <a16:creationId xmlns:a16="http://schemas.microsoft.com/office/drawing/2014/main" id="{EDC94747-B5ED-4360-96D0-5E7F85D16063}"/>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Sinusoidal response at 100 Hz</a:t>
            </a:r>
          </a:p>
        </p:txBody>
      </p:sp>
      <p:sp>
        <p:nvSpPr>
          <p:cNvPr id="2" name="30">
            <a:extLst>
              <a:ext uri="{FF2B5EF4-FFF2-40B4-BE49-F238E27FC236}">
                <a16:creationId xmlns:a16="http://schemas.microsoft.com/office/drawing/2014/main" id="{5EA9F66C-9BEB-47EE-B252-25EAB202ECCC}"/>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30</a:t>
            </a:r>
          </a:p>
        </p:txBody>
      </p:sp>
      <p:sp>
        <p:nvSpPr>
          <p:cNvPr id="3" name="Last three cycles, 1g input, baseline damping ratio 0.7">
            <a:extLst>
              <a:ext uri="{FF2B5EF4-FFF2-40B4-BE49-F238E27FC236}">
                <a16:creationId xmlns:a16="http://schemas.microsoft.com/office/drawing/2014/main" id="{1FA037A9-0F7D-44DB-A60B-66C6A2EC4879}"/>
              </a:ext>
            </a:extLst>
          </p:cNvPr>
          <p:cNvSpPr>
            <a:spLocks noGrp="1"/>
          </p:cNvSpPr>
          <p:nvPr/>
        </p:nvSpPr>
        <p:spPr>
          <a:xfrm>
            <a:off x="552450" y="1323975"/>
            <a:ext cx="11087100" cy="457200"/>
          </a:xfrm>
          <a:prstGeom prst="rect">
            <a:avLst/>
          </a:prstGeom>
          <a:noFill/>
          <a:ln w="0">
            <a:noFill/>
          </a:ln>
        </p:spPr>
        <p:txBody>
          <a:bodyPr wrap="square" lIns="0" tIns="0" rIns="0" bIns="0" anchor="t">
            <a:noAutofit/>
          </a:bodyPr>
          <a:lstStyle>
            <a:defPPr>
              <a:defRPr sz="2100" b="0">
                <a:solidFill>
                  <a:srgbClr val="172F46"/>
                </a:solidFill>
                <a:latin typeface="Arial"/>
                <a:ea typeface="Arial"/>
                <a:cs typeface="Arial"/>
              </a:defRPr>
            </a:defPPr>
          </a:lstStyle>
          <a:p>
            <a:pPr>
              <a:defRPr sz="2100" b="0">
                <a:solidFill>
                  <a:srgbClr val="172F46"/>
                </a:solidFill>
                <a:latin typeface="Arial"/>
                <a:ea typeface="Arial"/>
                <a:cs typeface="Arial"/>
              </a:defRPr>
            </a:pPr>
            <a:r>
              <a:rPr sz="2100" b="0">
                <a:solidFill>
                  <a:srgbClr val="172F46"/>
                </a:solidFill>
                <a:latin typeface="Arial"/>
                <a:ea typeface="Arial"/>
                <a:cs typeface="Arial"/>
              </a:rPr>
              <a:t>Last three cycles, 1g input, baseline damping ratio 0.7</a:t>
            </a:r>
          </a:p>
        </p:txBody>
      </p:sp>
      <p:graphicFrame>
        <p:nvGraphicFramePr>
          <p:cNvPr id="4" name="Chart">
            <a:extLst>
              <a:ext uri="{FF2B5EF4-FFF2-40B4-BE49-F238E27FC236}">
                <a16:creationId xmlns:a16="http://schemas.microsoft.com/office/drawing/2014/main" id="{3423E1B8-40F7-42FD-AD71-B376785930E7}"/>
              </a:ext>
            </a:extLst>
          </p:cNvPr>
          <p:cNvGraphicFramePr/>
          <p:nvPr/>
        </p:nvGraphicFramePr>
        <p:xfrm>
          <a:off x="552450" y="1857375"/>
          <a:ext cx="1108710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5" name="Relative gain 1.00015     Phase -8.049 deg">
            <a:extLst>
              <a:ext uri="{FF2B5EF4-FFF2-40B4-BE49-F238E27FC236}">
                <a16:creationId xmlns:a16="http://schemas.microsoft.com/office/drawing/2014/main" id="{C0345C11-E19C-4374-BB95-7D60074AD48E}"/>
              </a:ext>
            </a:extLst>
          </p:cNvPr>
          <p:cNvSpPr>
            <a:spLocks noGrp="1"/>
          </p:cNvSpPr>
          <p:nvPr/>
        </p:nvSpPr>
        <p:spPr>
          <a:xfrm>
            <a:off x="552450" y="5895975"/>
            <a:ext cx="11087100" cy="504825"/>
          </a:xfrm>
          <a:prstGeom prst="rect">
            <a:avLst/>
          </a:prstGeom>
          <a:noFill/>
          <a:ln w="0">
            <a:noFill/>
          </a:ln>
        </p:spPr>
        <p:txBody>
          <a:bodyPr wrap="square" lIns="0" tIns="0" rIns="0" bIns="0" anchor="t">
            <a:noAutofit/>
          </a:bodyPr>
          <a:lstStyle>
            <a:defPPr>
              <a:defRPr sz="2175" b="1">
                <a:solidFill>
                  <a:srgbClr val="245B9B"/>
                </a:solidFill>
                <a:latin typeface="Arial"/>
                <a:ea typeface="Arial"/>
                <a:cs typeface="Arial"/>
              </a:defRPr>
            </a:defPPr>
          </a:lstStyle>
          <a:p>
            <a:pPr>
              <a:defRPr sz="2175" b="1">
                <a:solidFill>
                  <a:srgbClr val="245B9B"/>
                </a:solidFill>
                <a:latin typeface="Arial"/>
                <a:ea typeface="Arial"/>
                <a:cs typeface="Arial"/>
              </a:defRPr>
            </a:pPr>
            <a:r>
              <a:rPr sz="2175" b="1">
                <a:solidFill>
                  <a:srgbClr val="245B9B"/>
                </a:solidFill>
                <a:latin typeface="Arial"/>
                <a:ea typeface="Arial"/>
                <a:cs typeface="Arial"/>
              </a:rPr>
              <a:t>Relative gain 1.00015     Phase -8.049 deg</a:t>
            </a:r>
          </a:p>
        </p:txBody>
      </p:sp>
    </p:spTree>
    <p:extLst>
      <p:ext uri="{BB962C8B-B14F-4D97-AF65-F5344CB8AC3E}">
        <p14:creationId xmlns:p14="http://schemas.microsoft.com/office/powerpoint/2010/main" val="10385266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inusoidal response at 1000 Hz">
            <a:extLst>
              <a:ext uri="{FF2B5EF4-FFF2-40B4-BE49-F238E27FC236}">
                <a16:creationId xmlns:a16="http://schemas.microsoft.com/office/drawing/2014/main" id="{B0870F6D-1DC8-496F-B971-DAAF05E9C9D1}"/>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Sinusoidal response at 1000 Hz</a:t>
            </a:r>
          </a:p>
        </p:txBody>
      </p:sp>
      <p:sp>
        <p:nvSpPr>
          <p:cNvPr id="2" name="31">
            <a:extLst>
              <a:ext uri="{FF2B5EF4-FFF2-40B4-BE49-F238E27FC236}">
                <a16:creationId xmlns:a16="http://schemas.microsoft.com/office/drawing/2014/main" id="{B8F922F0-FA30-4060-A8CA-30AF57828AAB}"/>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31</a:t>
            </a:r>
          </a:p>
        </p:txBody>
      </p:sp>
      <p:sp>
        <p:nvSpPr>
          <p:cNvPr id="3" name="Last three cycles, 1g input, baseline damping ratio 0.7">
            <a:extLst>
              <a:ext uri="{FF2B5EF4-FFF2-40B4-BE49-F238E27FC236}">
                <a16:creationId xmlns:a16="http://schemas.microsoft.com/office/drawing/2014/main" id="{29AB0C9A-703A-4388-AC2D-AADBCA7A7128}"/>
              </a:ext>
            </a:extLst>
          </p:cNvPr>
          <p:cNvSpPr>
            <a:spLocks noGrp="1"/>
          </p:cNvSpPr>
          <p:nvPr/>
        </p:nvSpPr>
        <p:spPr>
          <a:xfrm>
            <a:off x="552450" y="1323975"/>
            <a:ext cx="11087100" cy="457200"/>
          </a:xfrm>
          <a:prstGeom prst="rect">
            <a:avLst/>
          </a:prstGeom>
          <a:noFill/>
          <a:ln w="0">
            <a:noFill/>
          </a:ln>
        </p:spPr>
        <p:txBody>
          <a:bodyPr wrap="square" lIns="0" tIns="0" rIns="0" bIns="0" anchor="t">
            <a:noAutofit/>
          </a:bodyPr>
          <a:lstStyle>
            <a:defPPr>
              <a:defRPr sz="2100" b="0">
                <a:solidFill>
                  <a:srgbClr val="172F46"/>
                </a:solidFill>
                <a:latin typeface="Arial"/>
                <a:ea typeface="Arial"/>
                <a:cs typeface="Arial"/>
              </a:defRPr>
            </a:defPPr>
          </a:lstStyle>
          <a:p>
            <a:pPr>
              <a:defRPr sz="2100" b="0">
                <a:solidFill>
                  <a:srgbClr val="172F46"/>
                </a:solidFill>
                <a:latin typeface="Arial"/>
                <a:ea typeface="Arial"/>
                <a:cs typeface="Arial"/>
              </a:defRPr>
            </a:pPr>
            <a:r>
              <a:rPr sz="2100" b="0">
                <a:solidFill>
                  <a:srgbClr val="172F46"/>
                </a:solidFill>
                <a:latin typeface="Arial"/>
                <a:ea typeface="Arial"/>
                <a:cs typeface="Arial"/>
              </a:rPr>
              <a:t>Last three cycles, 1g input, baseline damping ratio 0.7</a:t>
            </a:r>
          </a:p>
        </p:txBody>
      </p:sp>
      <p:graphicFrame>
        <p:nvGraphicFramePr>
          <p:cNvPr id="4" name="Chart">
            <a:extLst>
              <a:ext uri="{FF2B5EF4-FFF2-40B4-BE49-F238E27FC236}">
                <a16:creationId xmlns:a16="http://schemas.microsoft.com/office/drawing/2014/main" id="{9EE682B0-32B3-41B5-817A-38AB26FF95A6}"/>
              </a:ext>
            </a:extLst>
          </p:cNvPr>
          <p:cNvGraphicFramePr/>
          <p:nvPr/>
        </p:nvGraphicFramePr>
        <p:xfrm>
          <a:off x="552450" y="1857375"/>
          <a:ext cx="1108710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5" name="Relative gain 0.71429     Phase -90.000 deg">
            <a:extLst>
              <a:ext uri="{FF2B5EF4-FFF2-40B4-BE49-F238E27FC236}">
                <a16:creationId xmlns:a16="http://schemas.microsoft.com/office/drawing/2014/main" id="{8C1949D5-2A93-423D-A336-2793BEF5FEF3}"/>
              </a:ext>
            </a:extLst>
          </p:cNvPr>
          <p:cNvSpPr>
            <a:spLocks noGrp="1"/>
          </p:cNvSpPr>
          <p:nvPr/>
        </p:nvSpPr>
        <p:spPr>
          <a:xfrm>
            <a:off x="552450" y="5895975"/>
            <a:ext cx="11087100" cy="504825"/>
          </a:xfrm>
          <a:prstGeom prst="rect">
            <a:avLst/>
          </a:prstGeom>
          <a:noFill/>
          <a:ln w="0">
            <a:noFill/>
          </a:ln>
        </p:spPr>
        <p:txBody>
          <a:bodyPr wrap="square" lIns="0" tIns="0" rIns="0" bIns="0" anchor="t">
            <a:noAutofit/>
          </a:bodyPr>
          <a:lstStyle>
            <a:defPPr>
              <a:defRPr sz="2175" b="1">
                <a:solidFill>
                  <a:srgbClr val="245B9B"/>
                </a:solidFill>
                <a:latin typeface="Arial"/>
                <a:ea typeface="Arial"/>
                <a:cs typeface="Arial"/>
              </a:defRPr>
            </a:defPPr>
          </a:lstStyle>
          <a:p>
            <a:pPr>
              <a:defRPr sz="2175" b="1">
                <a:solidFill>
                  <a:srgbClr val="245B9B"/>
                </a:solidFill>
                <a:latin typeface="Arial"/>
                <a:ea typeface="Arial"/>
                <a:cs typeface="Arial"/>
              </a:defRPr>
            </a:pPr>
            <a:r>
              <a:rPr sz="2175" b="1">
                <a:solidFill>
                  <a:srgbClr val="245B9B"/>
                </a:solidFill>
                <a:latin typeface="Arial"/>
                <a:ea typeface="Arial"/>
                <a:cs typeface="Arial"/>
              </a:rPr>
              <a:t>Relative gain 0.71429     Phase -90.000 deg</a:t>
            </a:r>
          </a:p>
        </p:txBody>
      </p:sp>
    </p:spTree>
    <p:extLst>
      <p:ext uri="{BB962C8B-B14F-4D97-AF65-F5344CB8AC3E}">
        <p14:creationId xmlns:p14="http://schemas.microsoft.com/office/powerpoint/2010/main" val="19149167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inusoidal response at 5000 Hz">
            <a:extLst>
              <a:ext uri="{FF2B5EF4-FFF2-40B4-BE49-F238E27FC236}">
                <a16:creationId xmlns:a16="http://schemas.microsoft.com/office/drawing/2014/main" id="{E98D8191-8022-4211-A38A-6881CF8DFC79}"/>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Sinusoidal response at 5000 Hz</a:t>
            </a:r>
          </a:p>
        </p:txBody>
      </p:sp>
      <p:sp>
        <p:nvSpPr>
          <p:cNvPr id="2" name="32">
            <a:extLst>
              <a:ext uri="{FF2B5EF4-FFF2-40B4-BE49-F238E27FC236}">
                <a16:creationId xmlns:a16="http://schemas.microsoft.com/office/drawing/2014/main" id="{4BDD1BE1-0A9B-4C3F-94C4-7AD9A66D32B8}"/>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32</a:t>
            </a:r>
          </a:p>
        </p:txBody>
      </p:sp>
      <p:sp>
        <p:nvSpPr>
          <p:cNvPr id="3" name="Last three cycles, 1g input, baseline damping ratio 0.7">
            <a:extLst>
              <a:ext uri="{FF2B5EF4-FFF2-40B4-BE49-F238E27FC236}">
                <a16:creationId xmlns:a16="http://schemas.microsoft.com/office/drawing/2014/main" id="{147B6C9C-BF88-4182-9E2D-32F8FA43F930}"/>
              </a:ext>
            </a:extLst>
          </p:cNvPr>
          <p:cNvSpPr>
            <a:spLocks noGrp="1"/>
          </p:cNvSpPr>
          <p:nvPr/>
        </p:nvSpPr>
        <p:spPr>
          <a:xfrm>
            <a:off x="552450" y="1323975"/>
            <a:ext cx="11087100" cy="457200"/>
          </a:xfrm>
          <a:prstGeom prst="rect">
            <a:avLst/>
          </a:prstGeom>
          <a:noFill/>
          <a:ln w="0">
            <a:noFill/>
          </a:ln>
        </p:spPr>
        <p:txBody>
          <a:bodyPr wrap="square" lIns="0" tIns="0" rIns="0" bIns="0" anchor="t">
            <a:noAutofit/>
          </a:bodyPr>
          <a:lstStyle>
            <a:defPPr>
              <a:defRPr sz="2100" b="0">
                <a:solidFill>
                  <a:srgbClr val="172F46"/>
                </a:solidFill>
                <a:latin typeface="Arial"/>
                <a:ea typeface="Arial"/>
                <a:cs typeface="Arial"/>
              </a:defRPr>
            </a:defPPr>
          </a:lstStyle>
          <a:p>
            <a:pPr>
              <a:defRPr sz="2100" b="0">
                <a:solidFill>
                  <a:srgbClr val="172F46"/>
                </a:solidFill>
                <a:latin typeface="Arial"/>
                <a:ea typeface="Arial"/>
                <a:cs typeface="Arial"/>
              </a:defRPr>
            </a:pPr>
            <a:r>
              <a:rPr sz="2100" b="0">
                <a:solidFill>
                  <a:srgbClr val="172F46"/>
                </a:solidFill>
                <a:latin typeface="Arial"/>
                <a:ea typeface="Arial"/>
                <a:cs typeface="Arial"/>
              </a:rPr>
              <a:t>Last three cycles, 1g input, baseline damping ratio 0.7</a:t>
            </a:r>
          </a:p>
        </p:txBody>
      </p:sp>
      <p:graphicFrame>
        <p:nvGraphicFramePr>
          <p:cNvPr id="4" name="Chart">
            <a:extLst>
              <a:ext uri="{FF2B5EF4-FFF2-40B4-BE49-F238E27FC236}">
                <a16:creationId xmlns:a16="http://schemas.microsoft.com/office/drawing/2014/main" id="{F42948A7-3463-4EA0-A303-55877C265D4C}"/>
              </a:ext>
            </a:extLst>
          </p:cNvPr>
          <p:cNvGraphicFramePr/>
          <p:nvPr/>
        </p:nvGraphicFramePr>
        <p:xfrm>
          <a:off x="552450" y="1762125"/>
          <a:ext cx="11087100" cy="18669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a:extLst>
              <a:ext uri="{FF2B5EF4-FFF2-40B4-BE49-F238E27FC236}">
                <a16:creationId xmlns:a16="http://schemas.microsoft.com/office/drawing/2014/main" id="{F3902586-97A4-47FF-AFD1-A0D8AFDC7F74}"/>
              </a:ext>
            </a:extLst>
          </p:cNvPr>
          <p:cNvGraphicFramePr/>
          <p:nvPr/>
        </p:nvGraphicFramePr>
        <p:xfrm>
          <a:off x="552450" y="3829050"/>
          <a:ext cx="11087100" cy="1828800"/>
        </p:xfrm>
        <a:graphic>
          <a:graphicData uri="http://schemas.openxmlformats.org/drawingml/2006/chart">
            <c:chart xmlns:c="http://schemas.openxmlformats.org/drawingml/2006/chart" xmlns:r="http://schemas.openxmlformats.org/officeDocument/2006/relationships" r:id="rId4"/>
          </a:graphicData>
        </a:graphic>
      </p:graphicFrame>
      <p:sp>
        <p:nvSpPr>
          <p:cNvPr id="6" name="Relative gain 0.04000     Output amplitude 9.936 nm    ">
            <a:extLst>
              <a:ext uri="{FF2B5EF4-FFF2-40B4-BE49-F238E27FC236}">
                <a16:creationId xmlns:a16="http://schemas.microsoft.com/office/drawing/2014/main" id="{4699BE61-423E-4517-A2D7-2A18FC940DB0}"/>
              </a:ext>
            </a:extLst>
          </p:cNvPr>
          <p:cNvSpPr>
            <a:spLocks noGrp="1"/>
          </p:cNvSpPr>
          <p:nvPr/>
        </p:nvSpPr>
        <p:spPr>
          <a:xfrm>
            <a:off x="552450" y="5943600"/>
            <a:ext cx="11087100" cy="457200"/>
          </a:xfrm>
          <a:prstGeom prst="rect">
            <a:avLst/>
          </a:prstGeom>
          <a:noFill/>
          <a:ln w="0">
            <a:noFill/>
          </a:ln>
        </p:spPr>
        <p:txBody>
          <a:bodyPr wrap="square" lIns="0" tIns="0" rIns="0" bIns="0" anchor="t">
            <a:noAutofit/>
          </a:bodyPr>
          <a:lstStyle>
            <a:defPPr>
              <a:defRPr sz="1950" b="1">
                <a:solidFill>
                  <a:srgbClr val="245B9B"/>
                </a:solidFill>
                <a:latin typeface="Arial"/>
                <a:ea typeface="Arial"/>
                <a:cs typeface="Arial"/>
              </a:defRPr>
            </a:defPPr>
          </a:lstStyle>
          <a:p>
            <a:pPr>
              <a:defRPr sz="1950" b="1">
                <a:solidFill>
                  <a:srgbClr val="245B9B"/>
                </a:solidFill>
                <a:latin typeface="Arial"/>
                <a:ea typeface="Arial"/>
                <a:cs typeface="Arial"/>
              </a:defRPr>
            </a:pPr>
            <a:r>
              <a:rPr sz="1950" b="1">
                <a:solidFill>
                  <a:srgbClr val="245B9B"/>
                </a:solidFill>
                <a:latin typeface="Arial"/>
                <a:ea typeface="Arial"/>
                <a:cs typeface="Arial"/>
              </a:rPr>
              <a:t>Relative gain 0.04000     Output amplitude 9.936 nm     Phase -163.740 deg</a:t>
            </a:r>
          </a:p>
        </p:txBody>
      </p:sp>
    </p:spTree>
    <p:extLst>
      <p:ext uri="{BB962C8B-B14F-4D97-AF65-F5344CB8AC3E}">
        <p14:creationId xmlns:p14="http://schemas.microsoft.com/office/powerpoint/2010/main" val="19744285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inusoidal response: numerical validation">
            <a:extLst>
              <a:ext uri="{FF2B5EF4-FFF2-40B4-BE49-F238E27FC236}">
                <a16:creationId xmlns:a16="http://schemas.microsoft.com/office/drawing/2014/main" id="{240518B4-BFC4-40B0-94FA-F41C229C675B}"/>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Sinusoidal response: numerical validation</a:t>
            </a:r>
          </a:p>
        </p:txBody>
      </p:sp>
      <p:sp>
        <p:nvSpPr>
          <p:cNvPr id="2" name="33">
            <a:extLst>
              <a:ext uri="{FF2B5EF4-FFF2-40B4-BE49-F238E27FC236}">
                <a16:creationId xmlns:a16="http://schemas.microsoft.com/office/drawing/2014/main" id="{6951EDE5-4ECD-4CD5-8522-39B2AA2B88E1}"/>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33</a:t>
            </a:r>
          </a:p>
        </p:txBody>
      </p:sp>
      <p:graphicFrame>
        <p:nvGraphicFramePr>
          <p:cNvPr id="3" name="表格 2">
            <a:extLst>
              <a:ext uri="{FF2B5EF4-FFF2-40B4-BE49-F238E27FC236}">
                <a16:creationId xmlns:a16="http://schemas.microsoft.com/office/drawing/2014/main" id="{DEB2AB8C-36F3-43FC-93F5-2C9269411F67}"/>
              </a:ext>
            </a:extLst>
          </p:cNvPr>
          <p:cNvGraphicFramePr/>
          <p:nvPr/>
        </p:nvGraphicFramePr>
        <p:xfrm>
          <a:off x="552450" y="1628775"/>
          <a:ext cx="11087100" cy="2781300"/>
        </p:xfrm>
        <a:graphic>
          <a:graphicData uri="http://schemas.openxmlformats.org/drawingml/2006/table">
            <a:tbl>
              <a:tblPr/>
              <a:tblGrid>
                <a:gridCol w="1714500">
                  <a:extLst>
                    <a:ext uri="{9D8B030D-6E8A-4147-A177-3AD203B41FA5}">
                      <a16:colId xmlns:a16="http://schemas.microsoft.com/office/drawing/2014/main" val="20000"/>
                    </a:ext>
                  </a:extLst>
                </a:gridCol>
                <a:gridCol w="2343150">
                  <a:extLst>
                    <a:ext uri="{9D8B030D-6E8A-4147-A177-3AD203B41FA5}">
                      <a16:colId xmlns:a16="http://schemas.microsoft.com/office/drawing/2014/main" val="20001"/>
                    </a:ext>
                  </a:extLst>
                </a:gridCol>
                <a:gridCol w="2343150">
                  <a:extLst>
                    <a:ext uri="{9D8B030D-6E8A-4147-A177-3AD203B41FA5}">
                      <a16:colId xmlns:a16="http://schemas.microsoft.com/office/drawing/2014/main" val="20002"/>
                    </a:ext>
                  </a:extLst>
                </a:gridCol>
                <a:gridCol w="2343150">
                  <a:extLst>
                    <a:ext uri="{9D8B030D-6E8A-4147-A177-3AD203B41FA5}">
                      <a16:colId xmlns:a16="http://schemas.microsoft.com/office/drawing/2014/main" val="20003"/>
                    </a:ext>
                  </a:extLst>
                </a:gridCol>
                <a:gridCol w="2343150">
                  <a:extLst>
                    <a:ext uri="{9D8B030D-6E8A-4147-A177-3AD203B41FA5}">
                      <a16:colId xmlns:a16="http://schemas.microsoft.com/office/drawing/2014/main" val="20004"/>
                    </a:ext>
                  </a:extLst>
                </a:gridCol>
              </a:tblGrid>
              <a:tr h="695325">
                <a:tc>
                  <a:txBody>
                    <a:bodyPr/>
                    <a:lstStyle/>
                    <a:p>
                      <a:r>
                        <a:rPr sz="1800" b="1">
                          <a:solidFill>
                            <a:srgbClr val="FFFFFF"/>
                          </a:solidFill>
                          <a:latin typeface="Arial"/>
                          <a:ea typeface="Arial"/>
                          <a:cs typeface="Arial"/>
                        </a:rPr>
                        <a:t>Frequency</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00" b="1">
                          <a:solidFill>
                            <a:srgbClr val="FFFFFF"/>
                          </a:solidFill>
                          <a:latin typeface="Arial"/>
                          <a:ea typeface="Arial"/>
                          <a:cs typeface="Arial"/>
                        </a:rPr>
                        <a:t>Gain: theory</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00" b="1">
                          <a:solidFill>
                            <a:srgbClr val="FFFFFF"/>
                          </a:solidFill>
                          <a:latin typeface="Arial"/>
                          <a:ea typeface="Arial"/>
                          <a:cs typeface="Arial"/>
                        </a:rPr>
                        <a:t>Gain: Simulink</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00" b="1">
                          <a:solidFill>
                            <a:srgbClr val="FFFFFF"/>
                          </a:solidFill>
                          <a:latin typeface="Arial"/>
                          <a:ea typeface="Arial"/>
                          <a:cs typeface="Arial"/>
                        </a:rPr>
                        <a:t>Phase: theory</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00" b="1">
                          <a:solidFill>
                            <a:srgbClr val="FFFFFF"/>
                          </a:solidFill>
                          <a:latin typeface="Arial"/>
                          <a:ea typeface="Arial"/>
                          <a:cs typeface="Arial"/>
                        </a:rPr>
                        <a:t>Phase: Simulink</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695325">
                <a:tc>
                  <a:txBody>
                    <a:bodyPr/>
                    <a:lstStyle/>
                    <a:p>
                      <a:r>
                        <a:rPr sz="1800" b="0">
                          <a:solidFill>
                            <a:srgbClr val="172F46"/>
                          </a:solidFill>
                          <a:latin typeface="Arial"/>
                          <a:ea typeface="Arial"/>
                          <a:cs typeface="Arial"/>
                        </a:rPr>
                        <a:t>100 Hz</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1.00015</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1.00015</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-8.049 deg</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-8.049 deg</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695325">
                <a:tc>
                  <a:txBody>
                    <a:bodyPr/>
                    <a:lstStyle/>
                    <a:p>
                      <a:r>
                        <a:rPr sz="1800" b="0">
                          <a:solidFill>
                            <a:srgbClr val="172F46"/>
                          </a:solidFill>
                          <a:latin typeface="Arial"/>
                          <a:ea typeface="Arial"/>
                          <a:cs typeface="Arial"/>
                        </a:rPr>
                        <a:t>1000 Hz</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00" b="0">
                          <a:solidFill>
                            <a:srgbClr val="172F46"/>
                          </a:solidFill>
                          <a:latin typeface="Arial"/>
                          <a:ea typeface="Arial"/>
                          <a:cs typeface="Arial"/>
                        </a:rPr>
                        <a:t>0.71429</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00" b="0">
                          <a:solidFill>
                            <a:srgbClr val="172F46"/>
                          </a:solidFill>
                          <a:latin typeface="Arial"/>
                          <a:ea typeface="Arial"/>
                          <a:cs typeface="Arial"/>
                        </a:rPr>
                        <a:t>0.71429</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00" b="0">
                          <a:solidFill>
                            <a:srgbClr val="172F46"/>
                          </a:solidFill>
                          <a:latin typeface="Arial"/>
                          <a:ea typeface="Arial"/>
                          <a:cs typeface="Arial"/>
                        </a:rPr>
                        <a:t>-90.000 deg</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00" b="0">
                          <a:solidFill>
                            <a:srgbClr val="172F46"/>
                          </a:solidFill>
                          <a:latin typeface="Arial"/>
                          <a:ea typeface="Arial"/>
                          <a:cs typeface="Arial"/>
                        </a:rPr>
                        <a:t>-90.000 deg</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r h="695325">
                <a:tc>
                  <a:txBody>
                    <a:bodyPr/>
                    <a:lstStyle/>
                    <a:p>
                      <a:r>
                        <a:rPr sz="1800" b="0">
                          <a:solidFill>
                            <a:srgbClr val="172F46"/>
                          </a:solidFill>
                          <a:latin typeface="Arial"/>
                          <a:ea typeface="Arial"/>
                          <a:cs typeface="Arial"/>
                        </a:rPr>
                        <a:t>5000 Hz</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0.04000</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0.04000</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-163.740 deg</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-163.740 deg</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4" name="All three frequencies agree with the analytic gain and ">
            <a:extLst>
              <a:ext uri="{FF2B5EF4-FFF2-40B4-BE49-F238E27FC236}">
                <a16:creationId xmlns:a16="http://schemas.microsoft.com/office/drawing/2014/main" id="{32AC591F-62A9-4F9C-9425-B38DE4CED17D}"/>
              </a:ext>
            </a:extLst>
          </p:cNvPr>
          <p:cNvSpPr>
            <a:spLocks noGrp="1"/>
          </p:cNvSpPr>
          <p:nvPr/>
        </p:nvSpPr>
        <p:spPr>
          <a:xfrm>
            <a:off x="552450" y="4905375"/>
            <a:ext cx="11087100" cy="600075"/>
          </a:xfrm>
          <a:prstGeom prst="rect">
            <a:avLst/>
          </a:prstGeom>
          <a:noFill/>
          <a:ln w="0">
            <a:noFill/>
          </a:ln>
        </p:spPr>
        <p:txBody>
          <a:bodyPr wrap="square" lIns="0" tIns="0" rIns="0" bIns="0" anchor="t">
            <a:noAutofit/>
          </a:bodyPr>
          <a:lstStyle>
            <a:defPPr>
              <a:defRPr sz="2175" b="1">
                <a:solidFill>
                  <a:srgbClr val="245B9B"/>
                </a:solidFill>
                <a:latin typeface="Arial"/>
                <a:ea typeface="Arial"/>
                <a:cs typeface="Arial"/>
              </a:defRPr>
            </a:defPPr>
          </a:lstStyle>
          <a:p>
            <a:pPr>
              <a:defRPr sz="2175" b="1">
                <a:solidFill>
                  <a:srgbClr val="245B9B"/>
                </a:solidFill>
                <a:latin typeface="Arial"/>
                <a:ea typeface="Arial"/>
                <a:cs typeface="Arial"/>
              </a:defRPr>
            </a:pPr>
            <a:r>
              <a:rPr sz="2175" b="1">
                <a:solidFill>
                  <a:srgbClr val="245B9B"/>
                </a:solidFill>
                <a:latin typeface="Arial"/>
                <a:ea typeface="Arial"/>
                <a:cs typeface="Arial"/>
              </a:rPr>
              <a:t>All three frequencies agree with the analytic gain and phase.</a:t>
            </a:r>
          </a:p>
        </p:txBody>
      </p:sp>
      <p:sp>
        <p:nvSpPr>
          <p:cNvPr id="5" name="For the baseline model: static displacement at 1g = 0.2">
            <a:extLst>
              <a:ext uri="{FF2B5EF4-FFF2-40B4-BE49-F238E27FC236}">
                <a16:creationId xmlns:a16="http://schemas.microsoft.com/office/drawing/2014/main" id="{AD42E919-6760-43A8-9107-89D366A461D8}"/>
              </a:ext>
            </a:extLst>
          </p:cNvPr>
          <p:cNvSpPr>
            <a:spLocks noGrp="1"/>
          </p:cNvSpPr>
          <p:nvPr/>
        </p:nvSpPr>
        <p:spPr>
          <a:xfrm>
            <a:off x="552450" y="5800725"/>
            <a:ext cx="11087100" cy="476250"/>
          </a:xfrm>
          <a:prstGeom prst="rect">
            <a:avLst/>
          </a:prstGeom>
          <a:noFill/>
          <a:ln w="0">
            <a:noFill/>
          </a:ln>
        </p:spPr>
        <p:txBody>
          <a:bodyPr wrap="square" lIns="0" tIns="0" rIns="0" bIns="0" anchor="t">
            <a:noAutofit/>
          </a:bodyPr>
          <a:lstStyle>
            <a:defPPr>
              <a:defRPr sz="1950" b="0">
                <a:solidFill>
                  <a:srgbClr val="4A5968"/>
                </a:solidFill>
                <a:latin typeface="Arial"/>
                <a:ea typeface="Arial"/>
                <a:cs typeface="Arial"/>
              </a:defRPr>
            </a:defPPr>
          </a:lstStyle>
          <a:p>
            <a:pPr>
              <a:defRPr sz="1950" b="0">
                <a:solidFill>
                  <a:srgbClr val="4A5968"/>
                </a:solidFill>
                <a:latin typeface="Arial"/>
                <a:ea typeface="Arial"/>
                <a:cs typeface="Arial"/>
              </a:defRPr>
            </a:pPr>
            <a:r>
              <a:rPr sz="1950" b="0">
                <a:solidFill>
                  <a:srgbClr val="4A5968"/>
                </a:solidFill>
                <a:latin typeface="Arial"/>
                <a:ea typeface="Arial"/>
                <a:cs typeface="Arial"/>
              </a:rPr>
              <a:t>For the baseline model: static displacement at 1g = 0.248405 um.</a:t>
            </a:r>
          </a:p>
        </p:txBody>
      </p:sp>
    </p:spTree>
    <p:extLst>
      <p:ext uri="{BB962C8B-B14F-4D97-AF65-F5344CB8AC3E}">
        <p14:creationId xmlns:p14="http://schemas.microsoft.com/office/powerpoint/2010/main" val="8458924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Bode magnitude: model and simulation">
            <a:extLst>
              <a:ext uri="{FF2B5EF4-FFF2-40B4-BE49-F238E27FC236}">
                <a16:creationId xmlns:a16="http://schemas.microsoft.com/office/drawing/2014/main" id="{03387BD0-775A-4D4F-AD9B-7FA69731CAA6}"/>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Bode magnitude: model and simulation</a:t>
            </a:r>
          </a:p>
        </p:txBody>
      </p:sp>
      <p:sp>
        <p:nvSpPr>
          <p:cNvPr id="2" name="34">
            <a:extLst>
              <a:ext uri="{FF2B5EF4-FFF2-40B4-BE49-F238E27FC236}">
                <a16:creationId xmlns:a16="http://schemas.microsoft.com/office/drawing/2014/main" id="{10B472EC-5873-421B-A4D8-60DD73CB4B18}"/>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34</a:t>
            </a:r>
          </a:p>
        </p:txBody>
      </p:sp>
      <p:sp>
        <p:nvSpPr>
          <p:cNvPr id="3" name="Continuous curve: analytical model. Points: Simulink si">
            <a:extLst>
              <a:ext uri="{FF2B5EF4-FFF2-40B4-BE49-F238E27FC236}">
                <a16:creationId xmlns:a16="http://schemas.microsoft.com/office/drawing/2014/main" id="{5B453CE8-8D68-4344-AB6B-CB2C276B699E}"/>
              </a:ext>
            </a:extLst>
          </p:cNvPr>
          <p:cNvSpPr>
            <a:spLocks noGrp="1"/>
          </p:cNvSpPr>
          <p:nvPr/>
        </p:nvSpPr>
        <p:spPr>
          <a:xfrm>
            <a:off x="552450" y="1323975"/>
            <a:ext cx="11087100" cy="457200"/>
          </a:xfrm>
          <a:prstGeom prst="rect">
            <a:avLst/>
          </a:prstGeom>
          <a:noFill/>
          <a:ln w="0">
            <a:noFill/>
          </a:ln>
        </p:spPr>
        <p:txBody>
          <a:bodyPr wrap="square" lIns="0" tIns="0" rIns="0" bIns="0" anchor="t">
            <a:noAutofit/>
          </a:bodyPr>
          <a:lstStyle>
            <a:defPPr>
              <a:defRPr sz="2100" b="0">
                <a:solidFill>
                  <a:srgbClr val="172F46"/>
                </a:solidFill>
                <a:latin typeface="Arial"/>
                <a:ea typeface="Arial"/>
                <a:cs typeface="Arial"/>
              </a:defRPr>
            </a:defPPr>
          </a:lstStyle>
          <a:p>
            <a:pPr>
              <a:defRPr sz="2100" b="0">
                <a:solidFill>
                  <a:srgbClr val="172F46"/>
                </a:solidFill>
                <a:latin typeface="Arial"/>
                <a:ea typeface="Arial"/>
                <a:cs typeface="Arial"/>
              </a:defRPr>
            </a:pPr>
            <a:r>
              <a:rPr sz="2100" b="0">
                <a:solidFill>
                  <a:srgbClr val="172F46"/>
                </a:solidFill>
                <a:latin typeface="Arial"/>
                <a:ea typeface="Arial"/>
                <a:cs typeface="Arial"/>
              </a:rPr>
              <a:t>Continuous curve: analytical model. Points: Simulink sine runs.</a:t>
            </a:r>
          </a:p>
        </p:txBody>
      </p:sp>
      <p:graphicFrame>
        <p:nvGraphicFramePr>
          <p:cNvPr id="4" name="Chart">
            <a:extLst>
              <a:ext uri="{FF2B5EF4-FFF2-40B4-BE49-F238E27FC236}">
                <a16:creationId xmlns:a16="http://schemas.microsoft.com/office/drawing/2014/main" id="{2C16BD4E-9295-46C8-AED3-6129B98961D3}"/>
              </a:ext>
            </a:extLst>
          </p:cNvPr>
          <p:cNvGraphicFramePr/>
          <p:nvPr/>
        </p:nvGraphicFramePr>
        <p:xfrm>
          <a:off x="552450" y="1857375"/>
          <a:ext cx="1108710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5" name="Mechanical half-power bandwidth: 1010.05 Hz">
            <a:extLst>
              <a:ext uri="{FF2B5EF4-FFF2-40B4-BE49-F238E27FC236}">
                <a16:creationId xmlns:a16="http://schemas.microsoft.com/office/drawing/2014/main" id="{86F4CC1D-F67D-48A3-BB95-A73A6C5910F1}"/>
              </a:ext>
            </a:extLst>
          </p:cNvPr>
          <p:cNvSpPr>
            <a:spLocks noGrp="1"/>
          </p:cNvSpPr>
          <p:nvPr/>
        </p:nvSpPr>
        <p:spPr>
          <a:xfrm>
            <a:off x="552450" y="5895975"/>
            <a:ext cx="11087100" cy="504825"/>
          </a:xfrm>
          <a:prstGeom prst="rect">
            <a:avLst/>
          </a:prstGeom>
          <a:noFill/>
          <a:ln w="0">
            <a:noFill/>
          </a:ln>
        </p:spPr>
        <p:txBody>
          <a:bodyPr wrap="square" lIns="0" tIns="0" rIns="0" bIns="0" anchor="t">
            <a:noAutofit/>
          </a:bodyPr>
          <a:lstStyle>
            <a:defPPr>
              <a:defRPr sz="2175" b="1">
                <a:solidFill>
                  <a:srgbClr val="245B9B"/>
                </a:solidFill>
                <a:latin typeface="Arial"/>
                <a:ea typeface="Arial"/>
                <a:cs typeface="Arial"/>
              </a:defRPr>
            </a:defPPr>
          </a:lstStyle>
          <a:p>
            <a:pPr>
              <a:defRPr sz="2175" b="1">
                <a:solidFill>
                  <a:srgbClr val="245B9B"/>
                </a:solidFill>
                <a:latin typeface="Arial"/>
                <a:ea typeface="Arial"/>
                <a:cs typeface="Arial"/>
              </a:defRPr>
            </a:pPr>
            <a:r>
              <a:rPr sz="2175" b="1">
                <a:solidFill>
                  <a:srgbClr val="245B9B"/>
                </a:solidFill>
                <a:latin typeface="Arial"/>
                <a:ea typeface="Arial"/>
                <a:cs typeface="Arial"/>
              </a:rPr>
              <a:t>Mechanical half-power bandwidth: 1010.05 Hz</a:t>
            </a:r>
          </a:p>
        </p:txBody>
      </p:sp>
    </p:spTree>
    <p:extLst>
      <p:ext uri="{BB962C8B-B14F-4D97-AF65-F5344CB8AC3E}">
        <p14:creationId xmlns:p14="http://schemas.microsoft.com/office/powerpoint/2010/main" val="12848560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Bode phase: model and simulation">
            <a:extLst>
              <a:ext uri="{FF2B5EF4-FFF2-40B4-BE49-F238E27FC236}">
                <a16:creationId xmlns:a16="http://schemas.microsoft.com/office/drawing/2014/main" id="{B5622831-D671-4E1D-88A4-9F00D2CE4B1B}"/>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Bode phase: model and simulation</a:t>
            </a:r>
          </a:p>
        </p:txBody>
      </p:sp>
      <p:sp>
        <p:nvSpPr>
          <p:cNvPr id="2" name="35">
            <a:extLst>
              <a:ext uri="{FF2B5EF4-FFF2-40B4-BE49-F238E27FC236}">
                <a16:creationId xmlns:a16="http://schemas.microsoft.com/office/drawing/2014/main" id="{F8EBDD76-EA41-407E-997F-4EF3B03B827A}"/>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35</a:t>
            </a:r>
          </a:p>
        </p:txBody>
      </p:sp>
      <p:sp>
        <p:nvSpPr>
          <p:cNvPr id="3" name="Baseline mechanical response, zeta = 0.7">
            <a:extLst>
              <a:ext uri="{FF2B5EF4-FFF2-40B4-BE49-F238E27FC236}">
                <a16:creationId xmlns:a16="http://schemas.microsoft.com/office/drawing/2014/main" id="{653BD12E-C151-4F0E-B4EA-06ED8CA2CAB4}"/>
              </a:ext>
            </a:extLst>
          </p:cNvPr>
          <p:cNvSpPr>
            <a:spLocks noGrp="1"/>
          </p:cNvSpPr>
          <p:nvPr/>
        </p:nvSpPr>
        <p:spPr>
          <a:xfrm>
            <a:off x="552450" y="1323975"/>
            <a:ext cx="11087100" cy="457200"/>
          </a:xfrm>
          <a:prstGeom prst="rect">
            <a:avLst/>
          </a:prstGeom>
          <a:noFill/>
          <a:ln w="0">
            <a:noFill/>
          </a:ln>
        </p:spPr>
        <p:txBody>
          <a:bodyPr wrap="square" lIns="0" tIns="0" rIns="0" bIns="0" anchor="t">
            <a:noAutofit/>
          </a:bodyPr>
          <a:lstStyle>
            <a:defPPr>
              <a:defRPr sz="2100" b="0">
                <a:solidFill>
                  <a:srgbClr val="172F46"/>
                </a:solidFill>
                <a:latin typeface="Arial"/>
                <a:ea typeface="Arial"/>
                <a:cs typeface="Arial"/>
              </a:defRPr>
            </a:defPPr>
          </a:lstStyle>
          <a:p>
            <a:pPr>
              <a:defRPr sz="2100" b="0">
                <a:solidFill>
                  <a:srgbClr val="172F46"/>
                </a:solidFill>
                <a:latin typeface="Arial"/>
                <a:ea typeface="Arial"/>
                <a:cs typeface="Arial"/>
              </a:defRPr>
            </a:pPr>
            <a:r>
              <a:rPr sz="2100" b="0">
                <a:solidFill>
                  <a:srgbClr val="172F46"/>
                </a:solidFill>
                <a:latin typeface="Arial"/>
                <a:ea typeface="Arial"/>
                <a:cs typeface="Arial"/>
              </a:rPr>
              <a:t>Baseline mechanical response, zeta = 0.7</a:t>
            </a:r>
          </a:p>
        </p:txBody>
      </p:sp>
      <p:graphicFrame>
        <p:nvGraphicFramePr>
          <p:cNvPr id="4" name="Chart">
            <a:extLst>
              <a:ext uri="{FF2B5EF4-FFF2-40B4-BE49-F238E27FC236}">
                <a16:creationId xmlns:a16="http://schemas.microsoft.com/office/drawing/2014/main" id="{6C0B0A54-830B-4FDC-9129-BF38CB13BC31}"/>
              </a:ext>
            </a:extLst>
          </p:cNvPr>
          <p:cNvGraphicFramePr/>
          <p:nvPr/>
        </p:nvGraphicFramePr>
        <p:xfrm>
          <a:off x="552450" y="1857375"/>
          <a:ext cx="1108710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5" name="Phase at 1000 Hz: -90 deg. High-frequency lag approache">
            <a:extLst>
              <a:ext uri="{FF2B5EF4-FFF2-40B4-BE49-F238E27FC236}">
                <a16:creationId xmlns:a16="http://schemas.microsoft.com/office/drawing/2014/main" id="{A9F63663-D48E-4C29-96F5-345BB57937C8}"/>
              </a:ext>
            </a:extLst>
          </p:cNvPr>
          <p:cNvSpPr>
            <a:spLocks noGrp="1"/>
          </p:cNvSpPr>
          <p:nvPr/>
        </p:nvSpPr>
        <p:spPr>
          <a:xfrm>
            <a:off x="552450" y="5895975"/>
            <a:ext cx="11087100" cy="504825"/>
          </a:xfrm>
          <a:prstGeom prst="rect">
            <a:avLst/>
          </a:prstGeom>
          <a:noFill/>
          <a:ln w="0">
            <a:noFill/>
          </a:ln>
        </p:spPr>
        <p:txBody>
          <a:bodyPr wrap="square" lIns="0" tIns="0" rIns="0" bIns="0" anchor="t">
            <a:noAutofit/>
          </a:bodyPr>
          <a:lstStyle>
            <a:defPPr>
              <a:defRPr sz="2025" b="1">
                <a:solidFill>
                  <a:srgbClr val="245B9B"/>
                </a:solidFill>
                <a:latin typeface="Arial"/>
                <a:ea typeface="Arial"/>
                <a:cs typeface="Arial"/>
              </a:defRPr>
            </a:defPPr>
          </a:lstStyle>
          <a:p>
            <a:pPr>
              <a:defRPr sz="2025" b="1">
                <a:solidFill>
                  <a:srgbClr val="245B9B"/>
                </a:solidFill>
                <a:latin typeface="Arial"/>
                <a:ea typeface="Arial"/>
                <a:cs typeface="Arial"/>
              </a:defRPr>
            </a:pPr>
            <a:r>
              <a:rPr sz="2025" b="1">
                <a:solidFill>
                  <a:srgbClr val="245B9B"/>
                </a:solidFill>
                <a:latin typeface="Arial"/>
                <a:ea typeface="Arial"/>
                <a:cs typeface="Arial"/>
              </a:rPr>
              <a:t>Phase at 1000 Hz: -90 deg. High-frequency lag approaches -180 deg.</a:t>
            </a:r>
          </a:p>
        </p:txBody>
      </p:sp>
    </p:spTree>
    <p:extLst>
      <p:ext uri="{BB962C8B-B14F-4D97-AF65-F5344CB8AC3E}">
        <p14:creationId xmlns:p14="http://schemas.microsoft.com/office/powerpoint/2010/main" val="18123868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Sensitivity and bandwidth interpretation">
            <a:extLst>
              <a:ext uri="{FF2B5EF4-FFF2-40B4-BE49-F238E27FC236}">
                <a16:creationId xmlns:a16="http://schemas.microsoft.com/office/drawing/2014/main" id="{C07F0F3B-DD7D-4AE1-A1A2-CD293443D620}"/>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Sensitivity and bandwidth interpretation</a:t>
            </a:r>
          </a:p>
        </p:txBody>
      </p:sp>
      <p:sp>
        <p:nvSpPr>
          <p:cNvPr id="2" name="36">
            <a:extLst>
              <a:ext uri="{FF2B5EF4-FFF2-40B4-BE49-F238E27FC236}">
                <a16:creationId xmlns:a16="http://schemas.microsoft.com/office/drawing/2014/main" id="{24DD2B29-D88C-47F1-BDA2-F60EDBCDDC34}"/>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36</a:t>
            </a:r>
          </a:p>
        </p:txBody>
      </p:sp>
      <p:graphicFrame>
        <p:nvGraphicFramePr>
          <p:cNvPr id="3" name="表格 2">
            <a:extLst>
              <a:ext uri="{FF2B5EF4-FFF2-40B4-BE49-F238E27FC236}">
                <a16:creationId xmlns:a16="http://schemas.microsoft.com/office/drawing/2014/main" id="{32E1B3FC-0EAF-436A-A76E-4A80D2A1ACD4}"/>
              </a:ext>
            </a:extLst>
          </p:cNvPr>
          <p:cNvGraphicFramePr/>
          <p:nvPr/>
        </p:nvGraphicFramePr>
        <p:xfrm>
          <a:off x="552450" y="1428750"/>
          <a:ext cx="11087100" cy="3857625"/>
        </p:xfrm>
        <a:graphic>
          <a:graphicData uri="http://schemas.openxmlformats.org/drawingml/2006/table">
            <a:tbl>
              <a:tblPr/>
              <a:tblGrid>
                <a:gridCol w="3952875">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4181475">
                  <a:extLst>
                    <a:ext uri="{9D8B030D-6E8A-4147-A177-3AD203B41FA5}">
                      <a16:colId xmlns:a16="http://schemas.microsoft.com/office/drawing/2014/main" val="20002"/>
                    </a:ext>
                  </a:extLst>
                </a:gridCol>
              </a:tblGrid>
              <a:tr h="642938">
                <a:tc>
                  <a:txBody>
                    <a:bodyPr/>
                    <a:lstStyle/>
                    <a:p>
                      <a:r>
                        <a:rPr sz="1800" b="1">
                          <a:solidFill>
                            <a:srgbClr val="FFFFFF"/>
                          </a:solidFill>
                          <a:latin typeface="Arial"/>
                          <a:ea typeface="Arial"/>
                          <a:cs typeface="Arial"/>
                        </a:rPr>
                        <a:t>Quantity</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00" b="1">
                          <a:solidFill>
                            <a:srgbClr val="FFFFFF"/>
                          </a:solidFill>
                          <a:latin typeface="Arial"/>
                          <a:ea typeface="Arial"/>
                          <a:cs typeface="Arial"/>
                        </a:rPr>
                        <a:t>Baseline value</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00" b="1">
                          <a:solidFill>
                            <a:srgbClr val="FFFFFF"/>
                          </a:solidFill>
                          <a:latin typeface="Arial"/>
                          <a:ea typeface="Arial"/>
                          <a:cs typeface="Arial"/>
                        </a:rPr>
                        <a:t>Definition</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642938">
                <a:tc>
                  <a:txBody>
                    <a:bodyPr/>
                    <a:lstStyle/>
                    <a:p>
                      <a:r>
                        <a:rPr sz="1800" b="0">
                          <a:solidFill>
                            <a:srgbClr val="172F46"/>
                          </a:solidFill>
                          <a:latin typeface="Arial"/>
                          <a:ea typeface="Arial"/>
                          <a:cs typeface="Arial"/>
                        </a:rPr>
                        <a:t>Static sensitivity</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0.248405 um/g</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Mechanical displacement per 1g</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642938">
                <a:tc>
                  <a:txBody>
                    <a:bodyPr/>
                    <a:lstStyle/>
                    <a:p>
                      <a:r>
                        <a:rPr sz="1800" b="0">
                          <a:solidFill>
                            <a:srgbClr val="172F46"/>
                          </a:solidFill>
                          <a:latin typeface="Arial"/>
                          <a:ea typeface="Arial"/>
                          <a:cs typeface="Arial"/>
                        </a:rPr>
                        <a:t>Displacement at 2g</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00" b="0">
                          <a:solidFill>
                            <a:srgbClr val="172F46"/>
                          </a:solidFill>
                          <a:latin typeface="Arial"/>
                          <a:ea typeface="Arial"/>
                          <a:cs typeface="Arial"/>
                        </a:rPr>
                        <a:t>0.496811 um</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00" b="0">
                          <a:solidFill>
                            <a:srgbClr val="172F46"/>
                          </a:solidFill>
                          <a:latin typeface="Arial"/>
                          <a:ea typeface="Arial"/>
                          <a:cs typeface="Arial"/>
                        </a:rPr>
                        <a:t>Linear-model prediction</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r h="642938">
                <a:tc>
                  <a:txBody>
                    <a:bodyPr/>
                    <a:lstStyle/>
                    <a:p>
                      <a:r>
                        <a:rPr sz="1800" b="0">
                          <a:solidFill>
                            <a:srgbClr val="172F46"/>
                          </a:solidFill>
                          <a:latin typeface="Arial"/>
                          <a:ea typeface="Arial"/>
                          <a:cs typeface="Arial"/>
                        </a:rPr>
                        <a:t>Undamped natural frequency</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1000 Hz</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sqrt(k/m) / (2 pi)</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3"/>
                  </a:ext>
                </a:extLst>
              </a:tr>
              <a:tr h="642938">
                <a:tc>
                  <a:txBody>
                    <a:bodyPr/>
                    <a:lstStyle/>
                    <a:p>
                      <a:r>
                        <a:rPr sz="1800" b="0">
                          <a:solidFill>
                            <a:srgbClr val="172F46"/>
                          </a:solidFill>
                          <a:latin typeface="Arial"/>
                          <a:ea typeface="Arial"/>
                          <a:cs typeface="Arial"/>
                        </a:rPr>
                        <a:t>Half-power bandwidth</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00" b="0">
                          <a:solidFill>
                            <a:srgbClr val="172F46"/>
                          </a:solidFill>
                          <a:latin typeface="Arial"/>
                          <a:ea typeface="Arial"/>
                          <a:cs typeface="Arial"/>
                        </a:rPr>
                        <a:t>1010.05 Hz</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00" b="0">
                          <a:solidFill>
                            <a:srgbClr val="172F46"/>
                          </a:solidFill>
                          <a:latin typeface="Arial"/>
                          <a:ea typeface="Arial"/>
                          <a:cs typeface="Arial"/>
                        </a:rPr>
                        <a:t>Gain relative to DC = 1/sqrt(2)</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4"/>
                  </a:ext>
                </a:extLst>
              </a:tr>
              <a:tr h="642938">
                <a:tc>
                  <a:txBody>
                    <a:bodyPr/>
                    <a:lstStyle/>
                    <a:p>
                      <a:r>
                        <a:rPr sz="1800" b="0">
                          <a:solidFill>
                            <a:srgbClr val="172F46"/>
                          </a:solidFill>
                          <a:latin typeface="Arial"/>
                          <a:ea typeface="Arial"/>
                          <a:cs typeface="Arial"/>
                        </a:rPr>
                        <a:t>Example 1% amplitude band</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About 405 Hz</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Amplitude error &lt;= 1%, no phase limit</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4" name="Measurement bandwidth requires stated amplitude and pha">
            <a:extLst>
              <a:ext uri="{FF2B5EF4-FFF2-40B4-BE49-F238E27FC236}">
                <a16:creationId xmlns:a16="http://schemas.microsoft.com/office/drawing/2014/main" id="{934EF6DA-93E5-4BEA-A947-37BE09DD1891}"/>
              </a:ext>
            </a:extLst>
          </p:cNvPr>
          <p:cNvSpPr>
            <a:spLocks noGrp="1"/>
          </p:cNvSpPr>
          <p:nvPr/>
        </p:nvSpPr>
        <p:spPr>
          <a:xfrm>
            <a:off x="552450" y="5734050"/>
            <a:ext cx="11087100" cy="647700"/>
          </a:xfrm>
          <a:prstGeom prst="rect">
            <a:avLst/>
          </a:prstGeom>
          <a:noFill/>
          <a:ln w="0">
            <a:noFill/>
          </a:ln>
        </p:spPr>
        <p:txBody>
          <a:bodyPr wrap="square" lIns="0" tIns="0" rIns="0" bIns="0" anchor="t">
            <a:noAutofit/>
          </a:bodyPr>
          <a:lstStyle>
            <a:defPPr>
              <a:defRPr sz="2025" b="1">
                <a:solidFill>
                  <a:srgbClr val="245B9B"/>
                </a:solidFill>
                <a:latin typeface="Arial"/>
                <a:ea typeface="Arial"/>
                <a:cs typeface="Arial"/>
              </a:defRPr>
            </a:defPPr>
          </a:lstStyle>
          <a:p>
            <a:pPr>
              <a:defRPr sz="2025" b="1">
                <a:solidFill>
                  <a:srgbClr val="245B9B"/>
                </a:solidFill>
                <a:latin typeface="Arial"/>
                <a:ea typeface="Arial"/>
                <a:cs typeface="Arial"/>
              </a:defRPr>
            </a:pPr>
            <a:r>
              <a:rPr sz="2025" b="1">
                <a:solidFill>
                  <a:srgbClr val="245B9B"/>
                </a:solidFill>
                <a:latin typeface="Arial"/>
                <a:ea typeface="Arial"/>
                <a:cs typeface="Arial"/>
              </a:rPr>
              <a:t>Measurement bandwidth requires stated amplitude and phase tolerances.</a:t>
            </a:r>
          </a:p>
        </p:txBody>
      </p:sp>
    </p:spTree>
    <p:extLst>
      <p:ext uri="{BB962C8B-B14F-4D97-AF65-F5344CB8AC3E}">
        <p14:creationId xmlns:p14="http://schemas.microsoft.com/office/powerpoint/2010/main" val="1392528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sults for the student experiment report">
            <a:extLst>
              <a:ext uri="{FF2B5EF4-FFF2-40B4-BE49-F238E27FC236}">
                <a16:creationId xmlns:a16="http://schemas.microsoft.com/office/drawing/2014/main" id="{FA13574C-49E0-4BF6-BDA5-6ADB50CC072C}"/>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Results for the student experiment report</a:t>
            </a:r>
          </a:p>
        </p:txBody>
      </p:sp>
      <p:sp>
        <p:nvSpPr>
          <p:cNvPr id="2" name="37">
            <a:extLst>
              <a:ext uri="{FF2B5EF4-FFF2-40B4-BE49-F238E27FC236}">
                <a16:creationId xmlns:a16="http://schemas.microsoft.com/office/drawing/2014/main" id="{B9437BDA-660A-41AA-8243-161580155F92}"/>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37</a:t>
            </a:r>
          </a:p>
        </p:txBody>
      </p:sp>
      <p:graphicFrame>
        <p:nvGraphicFramePr>
          <p:cNvPr id="3" name="表格 2">
            <a:extLst>
              <a:ext uri="{FF2B5EF4-FFF2-40B4-BE49-F238E27FC236}">
                <a16:creationId xmlns:a16="http://schemas.microsoft.com/office/drawing/2014/main" id="{C54B2FFA-64ED-4B8D-A918-706C598663FF}"/>
              </a:ext>
            </a:extLst>
          </p:cNvPr>
          <p:cNvGraphicFramePr/>
          <p:nvPr/>
        </p:nvGraphicFramePr>
        <p:xfrm>
          <a:off x="552450" y="1476375"/>
          <a:ext cx="11087100" cy="3600450"/>
        </p:xfrm>
        <a:graphic>
          <a:graphicData uri="http://schemas.openxmlformats.org/drawingml/2006/table">
            <a:tbl>
              <a:tblPr/>
              <a:tblGrid>
                <a:gridCol w="3952875">
                  <a:extLst>
                    <a:ext uri="{9D8B030D-6E8A-4147-A177-3AD203B41FA5}">
                      <a16:colId xmlns:a16="http://schemas.microsoft.com/office/drawing/2014/main" val="20000"/>
                    </a:ext>
                  </a:extLst>
                </a:gridCol>
                <a:gridCol w="7134225">
                  <a:extLst>
                    <a:ext uri="{9D8B030D-6E8A-4147-A177-3AD203B41FA5}">
                      <a16:colId xmlns:a16="http://schemas.microsoft.com/office/drawing/2014/main" val="20001"/>
                    </a:ext>
                  </a:extLst>
                </a:gridCol>
              </a:tblGrid>
              <a:tr h="600075">
                <a:tc>
                  <a:txBody>
                    <a:bodyPr/>
                    <a:lstStyle/>
                    <a:p>
                      <a:r>
                        <a:rPr sz="1875" b="1">
                          <a:solidFill>
                            <a:srgbClr val="FFFFFF"/>
                          </a:solidFill>
                          <a:latin typeface="Arial"/>
                          <a:ea typeface="Arial"/>
                          <a:cs typeface="Arial"/>
                        </a:rPr>
                        <a:t>Include</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75" b="1">
                          <a:solidFill>
                            <a:srgbClr val="FFFFFF"/>
                          </a:solidFill>
                          <a:latin typeface="Arial"/>
                          <a:ea typeface="Arial"/>
                          <a:cs typeface="Arial"/>
                        </a:rPr>
                        <a:t>Explain</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600075">
                <a:tc>
                  <a:txBody>
                    <a:bodyPr/>
                    <a:lstStyle/>
                    <a:p>
                      <a:r>
                        <a:rPr sz="1875" b="0">
                          <a:solidFill>
                            <a:srgbClr val="172F46"/>
                          </a:solidFill>
                          <a:latin typeface="Arial"/>
                          <a:ea typeface="Arial"/>
                          <a:cs typeface="Arial"/>
                        </a:rPr>
                        <a:t>Parameter provenance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Paper citation, units, coordinate and assumptions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600075">
                <a:tc>
                  <a:txBody>
                    <a:bodyPr/>
                    <a:lstStyle/>
                    <a:p>
                      <a:r>
                        <a:rPr sz="1875" b="0">
                          <a:solidFill>
                            <a:srgbClr val="172F46"/>
                          </a:solidFill>
                          <a:latin typeface="Arial"/>
                          <a:ea typeface="Arial"/>
                          <a:cs typeface="Arial"/>
                        </a:rPr>
                        <a:t>Step-response plot</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75" b="0">
                          <a:solidFill>
                            <a:srgbClr val="172F46"/>
                          </a:solidFill>
                          <a:latin typeface="Arial"/>
                          <a:ea typeface="Arial"/>
                          <a:cs typeface="Arial"/>
                        </a:rPr>
                        <a:t>Static sensitivity, overshoot and settling definition</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r h="600075">
                <a:tc>
                  <a:txBody>
                    <a:bodyPr/>
                    <a:lstStyle/>
                    <a:p>
                      <a:r>
                        <a:rPr sz="1875" b="0">
                          <a:solidFill>
                            <a:srgbClr val="172F46"/>
                          </a:solidFill>
                          <a:latin typeface="Arial"/>
                          <a:ea typeface="Arial"/>
                          <a:cs typeface="Arial"/>
                        </a:rPr>
                        <a:t>Damping comparison</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What changes when b changes at fixed m and k?</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3"/>
                  </a:ext>
                </a:extLst>
              </a:tr>
              <a:tr h="600075">
                <a:tc>
                  <a:txBody>
                    <a:bodyPr/>
                    <a:lstStyle/>
                    <a:p>
                      <a:r>
                        <a:rPr sz="1875" b="0">
                          <a:solidFill>
                            <a:srgbClr val="172F46"/>
                          </a:solidFill>
                          <a:latin typeface="Arial"/>
                          <a:ea typeface="Arial"/>
                          <a:cs typeface="Arial"/>
                        </a:rPr>
                        <a:t>Sine response and Bode plots</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75" b="0">
                          <a:solidFill>
                            <a:srgbClr val="172F46"/>
                          </a:solidFill>
                          <a:latin typeface="Arial"/>
                          <a:ea typeface="Arial"/>
                          <a:cs typeface="Arial"/>
                        </a:rPr>
                        <a:t>Measured gain and phase against model predictions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4"/>
                  </a:ext>
                </a:extLst>
              </a:tr>
              <a:tr h="600075">
                <a:tc>
                  <a:txBody>
                    <a:bodyPr/>
                    <a:lstStyle/>
                    <a:p>
                      <a:r>
                        <a:rPr sz="1875" b="0">
                          <a:solidFill>
                            <a:srgbClr val="172F46"/>
                          </a:solidFill>
                          <a:latin typeface="Arial"/>
                          <a:ea typeface="Arial"/>
                          <a:cs typeface="Arial"/>
                        </a:rPr>
                        <a:t>Performance interpretation</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Measurement accuracy criterion and model scope</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4" name="Compare your literature-based device with the demonstra">
            <a:extLst>
              <a:ext uri="{FF2B5EF4-FFF2-40B4-BE49-F238E27FC236}">
                <a16:creationId xmlns:a16="http://schemas.microsoft.com/office/drawing/2014/main" id="{C1B944AB-93E4-406C-8A6B-E65AA0E7EAD8}"/>
              </a:ext>
            </a:extLst>
          </p:cNvPr>
          <p:cNvSpPr>
            <a:spLocks noGrp="1"/>
          </p:cNvSpPr>
          <p:nvPr/>
        </p:nvSpPr>
        <p:spPr>
          <a:xfrm>
            <a:off x="552450" y="5581650"/>
            <a:ext cx="11087100" cy="723900"/>
          </a:xfrm>
          <a:prstGeom prst="rect">
            <a:avLst/>
          </a:prstGeom>
          <a:noFill/>
          <a:ln w="0">
            <a:noFill/>
          </a:ln>
        </p:spPr>
        <p:txBody>
          <a:bodyPr wrap="square" lIns="0" tIns="0" rIns="0" bIns="0" anchor="t">
            <a:noAutofit/>
          </a:bodyPr>
          <a:lstStyle>
            <a:defPPr>
              <a:defRPr sz="2175" b="1">
                <a:solidFill>
                  <a:srgbClr val="245B9B"/>
                </a:solidFill>
                <a:latin typeface="Arial"/>
                <a:ea typeface="Arial"/>
                <a:cs typeface="Arial"/>
              </a:defRPr>
            </a:defPPr>
          </a:lstStyle>
          <a:p>
            <a:pPr>
              <a:defRPr sz="2175" b="1">
                <a:solidFill>
                  <a:srgbClr val="245B9B"/>
                </a:solidFill>
                <a:latin typeface="Arial"/>
                <a:ea typeface="Arial"/>
                <a:cs typeface="Arial"/>
              </a:defRPr>
            </a:pPr>
            <a:r>
              <a:rPr sz="2175" b="1">
                <a:solidFill>
                  <a:srgbClr val="245B9B"/>
                </a:solidFill>
                <a:latin typeface="Arial"/>
                <a:ea typeface="Arial"/>
                <a:cs typeface="Arial"/>
              </a:rPr>
              <a:t>Compare your literature-based device with the demonstration model.</a:t>
            </a:r>
          </a:p>
        </p:txBody>
      </p:sp>
    </p:spTree>
    <p:extLst>
      <p:ext uri="{BB962C8B-B14F-4D97-AF65-F5344CB8AC3E}">
        <p14:creationId xmlns:p14="http://schemas.microsoft.com/office/powerpoint/2010/main" val="16459151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AI use in this course">
            <a:extLst>
              <a:ext uri="{FF2B5EF4-FFF2-40B4-BE49-F238E27FC236}">
                <a16:creationId xmlns:a16="http://schemas.microsoft.com/office/drawing/2014/main" id="{FD2EB7D8-5117-4DA8-85DC-958BD5F4E592}"/>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AI use in this course</a:t>
            </a:r>
          </a:p>
        </p:txBody>
      </p:sp>
      <p:sp>
        <p:nvSpPr>
          <p:cNvPr id="2" name="38">
            <a:extLst>
              <a:ext uri="{FF2B5EF4-FFF2-40B4-BE49-F238E27FC236}">
                <a16:creationId xmlns:a16="http://schemas.microsoft.com/office/drawing/2014/main" id="{91ADC3C4-3DF8-4F92-924E-320A29207A13}"/>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38</a:t>
            </a:r>
          </a:p>
        </p:txBody>
      </p:sp>
      <p:sp>
        <p:nvSpPr>
          <p:cNvPr id="3" name="AI is optional">
            <a:extLst>
              <a:ext uri="{FF2B5EF4-FFF2-40B4-BE49-F238E27FC236}">
                <a16:creationId xmlns:a16="http://schemas.microsoft.com/office/drawing/2014/main" id="{9603DE1D-EA8F-4C1F-ACA3-D6E8F377CABE}"/>
              </a:ext>
            </a:extLst>
          </p:cNvPr>
          <p:cNvSpPr>
            <a:spLocks noGrp="1"/>
          </p:cNvSpPr>
          <p:nvPr/>
        </p:nvSpPr>
        <p:spPr>
          <a:xfrm>
            <a:off x="552450" y="1438275"/>
            <a:ext cx="5238750" cy="571500"/>
          </a:xfrm>
          <a:prstGeom prst="rect">
            <a:avLst/>
          </a:prstGeom>
          <a:noFill/>
          <a:ln w="0">
            <a:noFill/>
          </a:ln>
        </p:spPr>
        <p:txBody>
          <a:bodyPr wrap="square" lIns="0" tIns="0" rIns="0" bIns="0" anchor="t">
            <a:noAutofit/>
          </a:bodyPr>
          <a:lstStyle>
            <a:defPPr>
              <a:defRPr sz="2850" b="1">
                <a:solidFill>
                  <a:srgbClr val="245B9B"/>
                </a:solidFill>
                <a:latin typeface="Arial"/>
                <a:ea typeface="Arial"/>
                <a:cs typeface="Arial"/>
              </a:defRPr>
            </a:defPPr>
          </a:lstStyle>
          <a:p>
            <a:pPr>
              <a:defRPr sz="2850" b="1">
                <a:solidFill>
                  <a:srgbClr val="245B9B"/>
                </a:solidFill>
                <a:latin typeface="Arial"/>
                <a:ea typeface="Arial"/>
                <a:cs typeface="Arial"/>
              </a:defRPr>
            </a:pPr>
            <a:r>
              <a:rPr sz="2850" b="1">
                <a:solidFill>
                  <a:srgbClr val="245B9B"/>
                </a:solidFill>
                <a:latin typeface="Arial"/>
                <a:ea typeface="Arial"/>
                <a:cs typeface="Arial"/>
              </a:rPr>
              <a:t>AI is optional</a:t>
            </a:r>
          </a:p>
        </p:txBody>
      </p:sp>
      <p:sp>
        <p:nvSpPr>
          <p:cNvPr id="4" name="100 / 100">
            <a:extLst>
              <a:ext uri="{FF2B5EF4-FFF2-40B4-BE49-F238E27FC236}">
                <a16:creationId xmlns:a16="http://schemas.microsoft.com/office/drawing/2014/main" id="{4358C418-D8A7-460F-BC0C-1C0216F02FEB}"/>
              </a:ext>
            </a:extLst>
          </p:cNvPr>
          <p:cNvSpPr>
            <a:spLocks noGrp="1"/>
          </p:cNvSpPr>
          <p:nvPr/>
        </p:nvSpPr>
        <p:spPr>
          <a:xfrm>
            <a:off x="552450" y="2276475"/>
            <a:ext cx="5238750" cy="1143000"/>
          </a:xfrm>
          <a:prstGeom prst="rect">
            <a:avLst/>
          </a:prstGeom>
          <a:noFill/>
          <a:ln w="0">
            <a:noFill/>
          </a:ln>
        </p:spPr>
        <p:txBody>
          <a:bodyPr wrap="square" lIns="0" tIns="0" rIns="0" bIns="0" anchor="t">
            <a:noAutofit/>
          </a:bodyPr>
          <a:lstStyle>
            <a:defPPr>
              <a:defRPr sz="6300" b="1">
                <a:solidFill>
                  <a:srgbClr val="245B9B"/>
                </a:solidFill>
                <a:latin typeface="Arial"/>
                <a:ea typeface="Arial"/>
                <a:cs typeface="Arial"/>
              </a:defRPr>
            </a:defPPr>
          </a:lstStyle>
          <a:p>
            <a:pPr>
              <a:defRPr sz="6300" b="1">
                <a:solidFill>
                  <a:srgbClr val="245B9B"/>
                </a:solidFill>
                <a:latin typeface="Arial"/>
                <a:ea typeface="Arial"/>
                <a:cs typeface="Arial"/>
              </a:defRPr>
            </a:pPr>
            <a:r>
              <a:rPr sz="6300" b="1">
                <a:solidFill>
                  <a:srgbClr val="245B9B"/>
                </a:solidFill>
                <a:latin typeface="Arial"/>
                <a:ea typeface="Arial"/>
                <a:cs typeface="Arial"/>
              </a:rPr>
              <a:t>100 / 100</a:t>
            </a:r>
          </a:p>
        </p:txBody>
      </p:sp>
      <p:sp>
        <p:nvSpPr>
          <p:cNvPr id="5" name="Excellent AI-free work can earn full marks.">
            <a:extLst>
              <a:ext uri="{FF2B5EF4-FFF2-40B4-BE49-F238E27FC236}">
                <a16:creationId xmlns:a16="http://schemas.microsoft.com/office/drawing/2014/main" id="{0B82B2F7-BDCB-4B0B-A96B-A637C7D0A770}"/>
              </a:ext>
            </a:extLst>
          </p:cNvPr>
          <p:cNvSpPr>
            <a:spLocks noGrp="1"/>
          </p:cNvSpPr>
          <p:nvPr/>
        </p:nvSpPr>
        <p:spPr>
          <a:xfrm>
            <a:off x="552450" y="3571875"/>
            <a:ext cx="5238750" cy="904875"/>
          </a:xfrm>
          <a:prstGeom prst="rect">
            <a:avLst/>
          </a:prstGeom>
          <a:noFill/>
          <a:ln w="0">
            <a:noFill/>
          </a:ln>
        </p:spPr>
        <p:txBody>
          <a:bodyPr wrap="square" lIns="0" tIns="0" rIns="0" bIns="0" anchor="t">
            <a:noAutofit/>
          </a:bodyPr>
          <a:lstStyle>
            <a:defPPr>
              <a:defRPr sz="2325" b="1">
                <a:solidFill>
                  <a:srgbClr val="172F46"/>
                </a:solidFill>
                <a:latin typeface="Arial"/>
                <a:ea typeface="Arial"/>
                <a:cs typeface="Arial"/>
              </a:defRPr>
            </a:defPPr>
          </a:lstStyle>
          <a:p>
            <a:pPr>
              <a:defRPr sz="2325" b="1">
                <a:solidFill>
                  <a:srgbClr val="172F46"/>
                </a:solidFill>
                <a:latin typeface="Arial"/>
                <a:ea typeface="Arial"/>
                <a:cs typeface="Arial"/>
              </a:defRPr>
            </a:pPr>
            <a:r>
              <a:rPr sz="2325" b="1">
                <a:solidFill>
                  <a:srgbClr val="172F46"/>
                </a:solidFill>
                <a:latin typeface="Arial"/>
                <a:ea typeface="Arial"/>
                <a:cs typeface="Arial"/>
              </a:rPr>
              <a:t>Excellent AI-free work can earn full marks.</a:t>
            </a:r>
          </a:p>
        </p:txBody>
      </p:sp>
      <p:sp>
        <p:nvSpPr>
          <p:cNvPr id="6" name="The university does not provide free AI access.">
            <a:extLst>
              <a:ext uri="{FF2B5EF4-FFF2-40B4-BE49-F238E27FC236}">
                <a16:creationId xmlns:a16="http://schemas.microsoft.com/office/drawing/2014/main" id="{7773F7D5-88C7-4C5F-992C-194896C63946}"/>
              </a:ext>
            </a:extLst>
          </p:cNvPr>
          <p:cNvSpPr>
            <a:spLocks noGrp="1"/>
          </p:cNvSpPr>
          <p:nvPr/>
        </p:nvSpPr>
        <p:spPr>
          <a:xfrm>
            <a:off x="552450" y="4810125"/>
            <a:ext cx="5238750" cy="762000"/>
          </a:xfrm>
          <a:prstGeom prst="rect">
            <a:avLst/>
          </a:prstGeom>
          <a:noFill/>
          <a:ln w="0">
            <a:noFill/>
          </a:ln>
        </p:spPr>
        <p:txBody>
          <a:bodyPr wrap="square" lIns="0" tIns="0" rIns="0" bIns="0" anchor="t">
            <a:noAutofit/>
          </a:bodyPr>
          <a:lstStyle>
            <a:defPPr>
              <a:defRPr sz="2025" b="0">
                <a:solidFill>
                  <a:srgbClr val="4A5968"/>
                </a:solidFill>
                <a:latin typeface="Arial"/>
                <a:ea typeface="Arial"/>
                <a:cs typeface="Arial"/>
              </a:defRPr>
            </a:defPPr>
          </a:lstStyle>
          <a:p>
            <a:pPr>
              <a:defRPr sz="2025" b="0">
                <a:solidFill>
                  <a:srgbClr val="4A5968"/>
                </a:solidFill>
                <a:latin typeface="Arial"/>
                <a:ea typeface="Arial"/>
                <a:cs typeface="Arial"/>
              </a:defRPr>
            </a:pPr>
            <a:r>
              <a:rPr sz="2025" b="0">
                <a:solidFill>
                  <a:srgbClr val="4A5968"/>
                </a:solidFill>
                <a:latin typeface="Arial"/>
                <a:ea typeface="Arial"/>
                <a:cs typeface="Arial"/>
              </a:rPr>
              <a:t>The university does not provide free AI access.</a:t>
            </a:r>
          </a:p>
        </p:txBody>
      </p:sp>
      <p:sp>
        <p:nvSpPr>
          <p:cNvPr id="7" name="You are not required to purchase or use an AI tool.">
            <a:extLst>
              <a:ext uri="{FF2B5EF4-FFF2-40B4-BE49-F238E27FC236}">
                <a16:creationId xmlns:a16="http://schemas.microsoft.com/office/drawing/2014/main" id="{B88993D5-44A3-42A5-8210-7537D2BD3877}"/>
              </a:ext>
            </a:extLst>
          </p:cNvPr>
          <p:cNvSpPr>
            <a:spLocks noGrp="1"/>
          </p:cNvSpPr>
          <p:nvPr/>
        </p:nvSpPr>
        <p:spPr>
          <a:xfrm>
            <a:off x="552450" y="5715000"/>
            <a:ext cx="5238750" cy="600075"/>
          </a:xfrm>
          <a:prstGeom prst="rect">
            <a:avLst/>
          </a:prstGeom>
          <a:noFill/>
          <a:ln w="0">
            <a:noFill/>
          </a:ln>
        </p:spPr>
        <p:txBody>
          <a:bodyPr wrap="square" lIns="0" tIns="0" rIns="0" bIns="0" anchor="t">
            <a:noAutofit/>
          </a:bodyPr>
          <a:lstStyle>
            <a:defPPr>
              <a:defRPr sz="1875" b="0">
                <a:solidFill>
                  <a:srgbClr val="4A5968"/>
                </a:solidFill>
                <a:latin typeface="Arial"/>
                <a:ea typeface="Arial"/>
                <a:cs typeface="Arial"/>
              </a:defRPr>
            </a:defPPr>
          </a:lstStyle>
          <a:p>
            <a:pPr>
              <a:defRPr sz="1875" b="0">
                <a:solidFill>
                  <a:srgbClr val="4A5968"/>
                </a:solidFill>
                <a:latin typeface="Arial"/>
                <a:ea typeface="Arial"/>
                <a:cs typeface="Arial"/>
              </a:defRPr>
            </a:pPr>
            <a:r>
              <a:rPr sz="1875" b="0">
                <a:solidFill>
                  <a:srgbClr val="4A5968"/>
                </a:solidFill>
                <a:latin typeface="Arial"/>
                <a:ea typeface="Arial"/>
                <a:cs typeface="Arial"/>
              </a:rPr>
              <a:t>You are not required to purchase or use an AI tool.</a:t>
            </a:r>
          </a:p>
        </p:txBody>
      </p:sp>
      <p:sp>
        <p:nvSpPr>
          <p:cNvPr id="8" name="Responsible AI use is encouraged">
            <a:extLst>
              <a:ext uri="{FF2B5EF4-FFF2-40B4-BE49-F238E27FC236}">
                <a16:creationId xmlns:a16="http://schemas.microsoft.com/office/drawing/2014/main" id="{849525ED-9379-40FC-BC40-675DA5338B54}"/>
              </a:ext>
            </a:extLst>
          </p:cNvPr>
          <p:cNvSpPr>
            <a:spLocks noGrp="1"/>
          </p:cNvSpPr>
          <p:nvPr/>
        </p:nvSpPr>
        <p:spPr>
          <a:xfrm>
            <a:off x="6477000" y="1466850"/>
            <a:ext cx="5095875" cy="1000125"/>
          </a:xfrm>
          <a:prstGeom prst="rect">
            <a:avLst/>
          </a:prstGeom>
          <a:noFill/>
          <a:ln w="0">
            <a:noFill/>
          </a:ln>
        </p:spPr>
        <p:txBody>
          <a:bodyPr wrap="square" lIns="0" tIns="0" rIns="0" bIns="0" anchor="t">
            <a:noAutofit/>
          </a:bodyPr>
          <a:lstStyle>
            <a:defPPr>
              <a:defRPr sz="2475" b="1">
                <a:solidFill>
                  <a:srgbClr val="245B9B"/>
                </a:solidFill>
                <a:latin typeface="Arial"/>
                <a:ea typeface="Arial"/>
                <a:cs typeface="Arial"/>
              </a:defRPr>
            </a:defPPr>
          </a:lstStyle>
          <a:p>
            <a:pPr>
              <a:defRPr sz="2475" b="1">
                <a:solidFill>
                  <a:srgbClr val="245B9B"/>
                </a:solidFill>
                <a:latin typeface="Arial"/>
                <a:ea typeface="Arial"/>
                <a:cs typeface="Arial"/>
              </a:defRPr>
            </a:pPr>
            <a:r>
              <a:rPr sz="2475" b="1">
                <a:solidFill>
                  <a:srgbClr val="245B9B"/>
                </a:solidFill>
                <a:latin typeface="Arial"/>
                <a:ea typeface="Arial"/>
                <a:cs typeface="Arial"/>
              </a:rPr>
              <a:t>Responsible AI use is encouraged</a:t>
            </a:r>
          </a:p>
        </p:txBody>
      </p:sp>
      <p:sp>
        <p:nvSpPr>
          <p:cNvPr id="9" name="AI may assist literature searches, modeling, code, simu">
            <a:extLst>
              <a:ext uri="{FF2B5EF4-FFF2-40B4-BE49-F238E27FC236}">
                <a16:creationId xmlns:a16="http://schemas.microsoft.com/office/drawing/2014/main" id="{E4CC35D8-5C88-4552-B655-D1ACCDD62598}"/>
              </a:ext>
            </a:extLst>
          </p:cNvPr>
          <p:cNvSpPr>
            <a:spLocks noGrp="1"/>
          </p:cNvSpPr>
          <p:nvPr/>
        </p:nvSpPr>
        <p:spPr>
          <a:xfrm>
            <a:off x="6477000" y="2762250"/>
            <a:ext cx="5095875" cy="1095375"/>
          </a:xfrm>
          <a:prstGeom prst="rect">
            <a:avLst/>
          </a:prstGeom>
          <a:noFill/>
          <a:ln w="0">
            <a:noFill/>
          </a:ln>
        </p:spPr>
        <p:txBody>
          <a:bodyPr wrap="square" lIns="0" tIns="0" rIns="0" bIns="0" anchor="t">
            <a:noAutofit/>
          </a:bodyPr>
          <a:lstStyle>
            <a:defPPr>
              <a:defRPr sz="2100" b="0">
                <a:solidFill>
                  <a:srgbClr val="172F46"/>
                </a:solidFill>
                <a:latin typeface="Arial"/>
                <a:ea typeface="Arial"/>
                <a:cs typeface="Arial"/>
              </a:defRPr>
            </a:defPPr>
          </a:lstStyle>
          <a:p>
            <a:pPr>
              <a:defRPr sz="2100" b="0">
                <a:solidFill>
                  <a:srgbClr val="172F46"/>
                </a:solidFill>
                <a:latin typeface="Arial"/>
                <a:ea typeface="Arial"/>
                <a:cs typeface="Arial"/>
              </a:defRPr>
            </a:pPr>
            <a:r>
              <a:rPr sz="2100" b="0">
                <a:solidFill>
                  <a:srgbClr val="172F46"/>
                </a:solidFill>
                <a:latin typeface="Arial"/>
                <a:ea typeface="Arial"/>
                <a:cs typeface="Arial"/>
              </a:rPr>
              <a:t>AI may assist literature searches, modeling, code, simulation, figures and writing.</a:t>
            </a:r>
          </a:p>
        </p:txBody>
      </p:sp>
      <p:sp>
        <p:nvSpPr>
          <p:cNvPr id="10" name="The same academic standards apply to every student.">
            <a:extLst>
              <a:ext uri="{FF2B5EF4-FFF2-40B4-BE49-F238E27FC236}">
                <a16:creationId xmlns:a16="http://schemas.microsoft.com/office/drawing/2014/main" id="{D3041444-F787-4BC2-9CC5-60AD40438BB0}"/>
              </a:ext>
            </a:extLst>
          </p:cNvPr>
          <p:cNvSpPr>
            <a:spLocks noGrp="1"/>
          </p:cNvSpPr>
          <p:nvPr/>
        </p:nvSpPr>
        <p:spPr>
          <a:xfrm>
            <a:off x="6477000" y="4162425"/>
            <a:ext cx="5095875" cy="933450"/>
          </a:xfrm>
          <a:prstGeom prst="rect">
            <a:avLst/>
          </a:prstGeom>
          <a:noFill/>
          <a:ln w="0">
            <a:noFill/>
          </a:ln>
        </p:spPr>
        <p:txBody>
          <a:bodyPr wrap="square" lIns="0" tIns="0" rIns="0" bIns="0" anchor="t">
            <a:noAutofit/>
          </a:bodyPr>
          <a:lstStyle>
            <a:defPPr>
              <a:defRPr sz="2175" b="1">
                <a:solidFill>
                  <a:srgbClr val="172F46"/>
                </a:solidFill>
                <a:latin typeface="Arial"/>
                <a:ea typeface="Arial"/>
                <a:cs typeface="Arial"/>
              </a:defRPr>
            </a:defPPr>
          </a:lstStyle>
          <a:p>
            <a:pPr>
              <a:defRPr sz="2175" b="1">
                <a:solidFill>
                  <a:srgbClr val="172F46"/>
                </a:solidFill>
                <a:latin typeface="Arial"/>
                <a:ea typeface="Arial"/>
                <a:cs typeface="Arial"/>
              </a:defRPr>
            </a:pPr>
            <a:r>
              <a:rPr sz="2175" b="1">
                <a:solidFill>
                  <a:srgbClr val="172F46"/>
                </a:solidFill>
                <a:latin typeface="Arial"/>
                <a:ea typeface="Arial"/>
                <a:cs typeface="Arial"/>
              </a:rPr>
              <a:t>The same academic standards apply to every student.</a:t>
            </a:r>
          </a:p>
        </p:txBody>
      </p:sp>
      <p:sp>
        <p:nvSpPr>
          <p:cNvPr id="11" name="There is no bonus simply for using AI.">
            <a:extLst>
              <a:ext uri="{FF2B5EF4-FFF2-40B4-BE49-F238E27FC236}">
                <a16:creationId xmlns:a16="http://schemas.microsoft.com/office/drawing/2014/main" id="{1A7EC2A8-017E-4C53-ACA9-DE9C9F84B7C1}"/>
              </a:ext>
            </a:extLst>
          </p:cNvPr>
          <p:cNvSpPr>
            <a:spLocks noGrp="1"/>
          </p:cNvSpPr>
          <p:nvPr/>
        </p:nvSpPr>
        <p:spPr>
          <a:xfrm>
            <a:off x="6477000" y="5572125"/>
            <a:ext cx="5095875" cy="619125"/>
          </a:xfrm>
          <a:prstGeom prst="rect">
            <a:avLst/>
          </a:prstGeom>
          <a:noFill/>
          <a:ln w="0">
            <a:noFill/>
          </a:ln>
        </p:spPr>
        <p:txBody>
          <a:bodyPr wrap="square" lIns="0" tIns="0" rIns="0" bIns="0" anchor="t">
            <a:noAutofit/>
          </a:bodyPr>
          <a:lstStyle>
            <a:defPPr>
              <a:defRPr sz="1875" b="0">
                <a:solidFill>
                  <a:srgbClr val="4A5968"/>
                </a:solidFill>
                <a:latin typeface="Arial"/>
                <a:ea typeface="Arial"/>
                <a:cs typeface="Arial"/>
              </a:defRPr>
            </a:defPPr>
          </a:lstStyle>
          <a:p>
            <a:pPr>
              <a:defRPr sz="1875" b="0">
                <a:solidFill>
                  <a:srgbClr val="4A5968"/>
                </a:solidFill>
                <a:latin typeface="Arial"/>
                <a:ea typeface="Arial"/>
                <a:cs typeface="Arial"/>
              </a:defRPr>
            </a:pPr>
            <a:r>
              <a:rPr sz="1875" b="0">
                <a:solidFill>
                  <a:srgbClr val="4A5968"/>
                </a:solidFill>
                <a:latin typeface="Arial"/>
                <a:ea typeface="Arial"/>
                <a:cs typeface="Arial"/>
              </a:rPr>
              <a:t>There is no bonus simply for using AI.</a:t>
            </a:r>
          </a:p>
        </p:txBody>
      </p:sp>
    </p:spTree>
    <p:extLst>
      <p:ext uri="{BB962C8B-B14F-4D97-AF65-F5344CB8AC3E}">
        <p14:creationId xmlns:p14="http://schemas.microsoft.com/office/powerpoint/2010/main" val="21112146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quirements for AI-assisted reports">
            <a:extLst>
              <a:ext uri="{FF2B5EF4-FFF2-40B4-BE49-F238E27FC236}">
                <a16:creationId xmlns:a16="http://schemas.microsoft.com/office/drawing/2014/main" id="{AB25576F-E319-4EAD-B638-7A5708D60690}"/>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Requirements for AI-assisted reports</a:t>
            </a:r>
          </a:p>
        </p:txBody>
      </p:sp>
      <p:sp>
        <p:nvSpPr>
          <p:cNvPr id="2" name="39">
            <a:extLst>
              <a:ext uri="{FF2B5EF4-FFF2-40B4-BE49-F238E27FC236}">
                <a16:creationId xmlns:a16="http://schemas.microsoft.com/office/drawing/2014/main" id="{7C6D8CA5-4EEF-4AA2-969D-3F47C1481FDF}"/>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39</a:t>
            </a:r>
          </a:p>
        </p:txBody>
      </p:sp>
      <p:graphicFrame>
        <p:nvGraphicFramePr>
          <p:cNvPr id="3" name="表格 2">
            <a:extLst>
              <a:ext uri="{FF2B5EF4-FFF2-40B4-BE49-F238E27FC236}">
                <a16:creationId xmlns:a16="http://schemas.microsoft.com/office/drawing/2014/main" id="{7131A4F6-0CC0-47B3-8575-BF929ABB81A6}"/>
              </a:ext>
            </a:extLst>
          </p:cNvPr>
          <p:cNvGraphicFramePr/>
          <p:nvPr/>
        </p:nvGraphicFramePr>
        <p:xfrm>
          <a:off x="552450" y="1438275"/>
          <a:ext cx="11087100" cy="4000500"/>
        </p:xfrm>
        <a:graphic>
          <a:graphicData uri="http://schemas.openxmlformats.org/drawingml/2006/table">
            <a:tbl>
              <a:tblPr/>
              <a:tblGrid>
                <a:gridCol w="3476625">
                  <a:extLst>
                    <a:ext uri="{9D8B030D-6E8A-4147-A177-3AD203B41FA5}">
                      <a16:colId xmlns:a16="http://schemas.microsoft.com/office/drawing/2014/main" val="20000"/>
                    </a:ext>
                  </a:extLst>
                </a:gridCol>
                <a:gridCol w="7610475">
                  <a:extLst>
                    <a:ext uri="{9D8B030D-6E8A-4147-A177-3AD203B41FA5}">
                      <a16:colId xmlns:a16="http://schemas.microsoft.com/office/drawing/2014/main" val="20001"/>
                    </a:ext>
                  </a:extLst>
                </a:gridCol>
              </a:tblGrid>
              <a:tr h="1000125">
                <a:tc>
                  <a:txBody>
                    <a:bodyPr/>
                    <a:lstStyle/>
                    <a:p>
                      <a:r>
                        <a:rPr sz="1800" b="1">
                          <a:solidFill>
                            <a:srgbClr val="FFFFFF"/>
                          </a:solidFill>
                          <a:latin typeface="Arial"/>
                          <a:ea typeface="Arial"/>
                          <a:cs typeface="Arial"/>
                        </a:rPr>
                        <a:t>Requirement</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00" b="1">
                          <a:solidFill>
                            <a:srgbClr val="FFFFFF"/>
                          </a:solidFill>
                          <a:latin typeface="Arial"/>
                          <a:ea typeface="Arial"/>
                          <a:cs typeface="Arial"/>
                        </a:rPr>
                        <a:t>What the report must show</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1000125">
                <a:tc>
                  <a:txBody>
                    <a:bodyPr/>
                    <a:lstStyle/>
                    <a:p>
                      <a:r>
                        <a:rPr sz="1800" b="0">
                          <a:solidFill>
                            <a:srgbClr val="172F46"/>
                          </a:solidFill>
                          <a:latin typeface="Arial"/>
                          <a:ea typeface="Arial"/>
                          <a:cs typeface="Arial"/>
                        </a:rPr>
                        <a:t>1. Responsibility and verification</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Check original sources, units, assumptions, settings and results against theory. You are responsible for the final report.</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1000125">
                <a:tc>
                  <a:txBody>
                    <a:bodyPr/>
                    <a:lstStyle/>
                    <a:p>
                      <a:r>
                        <a:rPr sz="1800" b="0">
                          <a:solidFill>
                            <a:srgbClr val="172F46"/>
                          </a:solidFill>
                          <a:latin typeface="Arial"/>
                          <a:ea typeface="Arial"/>
                          <a:cs typeface="Arial"/>
                        </a:rPr>
                        <a:t>2. AI assistance and verification record</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00" b="0">
                          <a:solidFill>
                            <a:srgbClr val="172F46"/>
                          </a:solidFill>
                          <a:latin typeface="Arial"/>
                          <a:ea typeface="Arial"/>
                          <a:cs typeface="Arial"/>
                        </a:rPr>
                        <a:t>Record 2–3 important contributions or decisions: AI input, your check, and what you adopted, modified or rejected.</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r h="1000125">
                <a:tc>
                  <a:txBody>
                    <a:bodyPr/>
                    <a:lstStyle/>
                    <a:p>
                      <a:r>
                        <a:rPr sz="1800" b="0">
                          <a:solidFill>
                            <a:srgbClr val="172F46"/>
                          </a:solidFill>
                          <a:latin typeface="Arial"/>
                          <a:ea typeface="Arial"/>
                          <a:cs typeface="Arial"/>
                        </a:rPr>
                        <a:t>3. Agent and model identification</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List each agent/tool, version when available, LLM provider and exact displayed model/version, and the tasks it supported.</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4" name="Failure to meet these requirements constitutes AI misus">
            <a:extLst>
              <a:ext uri="{FF2B5EF4-FFF2-40B4-BE49-F238E27FC236}">
                <a16:creationId xmlns:a16="http://schemas.microsoft.com/office/drawing/2014/main" id="{BA7FEDB3-180F-4521-82E0-13C6A979B037}"/>
              </a:ext>
            </a:extLst>
          </p:cNvPr>
          <p:cNvSpPr>
            <a:spLocks noGrp="1"/>
          </p:cNvSpPr>
          <p:nvPr/>
        </p:nvSpPr>
        <p:spPr>
          <a:xfrm>
            <a:off x="552450" y="5819775"/>
            <a:ext cx="11087100" cy="552450"/>
          </a:xfrm>
          <a:prstGeom prst="rect">
            <a:avLst/>
          </a:prstGeom>
          <a:noFill/>
          <a:ln w="0">
            <a:noFill/>
          </a:ln>
        </p:spPr>
        <p:txBody>
          <a:bodyPr wrap="square" lIns="0" tIns="0" rIns="0" bIns="0" anchor="t">
            <a:noAutofit/>
          </a:bodyPr>
          <a:lstStyle>
            <a:defPPr>
              <a:defRPr sz="2025" b="1">
                <a:solidFill>
                  <a:srgbClr val="A85511"/>
                </a:solidFill>
                <a:latin typeface="Arial"/>
                <a:ea typeface="Arial"/>
                <a:cs typeface="Arial"/>
              </a:defRPr>
            </a:defPPr>
          </a:lstStyle>
          <a:p>
            <a:pPr>
              <a:defRPr sz="2025" b="1">
                <a:solidFill>
                  <a:srgbClr val="A85511"/>
                </a:solidFill>
                <a:latin typeface="Arial"/>
                <a:ea typeface="Arial"/>
                <a:cs typeface="Arial"/>
              </a:defRPr>
            </a:pPr>
            <a:r>
              <a:rPr sz="2025" b="1">
                <a:solidFill>
                  <a:srgbClr val="A85511"/>
                </a:solidFill>
                <a:latin typeface="Arial"/>
                <a:ea typeface="Arial"/>
                <a:cs typeface="Arial"/>
              </a:rPr>
              <a:t>Failure to meet these requirements constitutes AI misuse in this course.</a:t>
            </a:r>
          </a:p>
        </p:txBody>
      </p:sp>
    </p:spTree>
    <p:extLst>
      <p:ext uri="{BB962C8B-B14F-4D97-AF65-F5344CB8AC3E}">
        <p14:creationId xmlns:p14="http://schemas.microsoft.com/office/powerpoint/2010/main" val="17227256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AI disclosure inside the report">
            <a:extLst>
              <a:ext uri="{FF2B5EF4-FFF2-40B4-BE49-F238E27FC236}">
                <a16:creationId xmlns:a16="http://schemas.microsoft.com/office/drawing/2014/main" id="{550CFEAC-F05B-421D-8987-73FA37738C03}"/>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AI disclosure inside the report</a:t>
            </a:r>
          </a:p>
        </p:txBody>
      </p:sp>
      <p:sp>
        <p:nvSpPr>
          <p:cNvPr id="2" name="40">
            <a:extLst>
              <a:ext uri="{FF2B5EF4-FFF2-40B4-BE49-F238E27FC236}">
                <a16:creationId xmlns:a16="http://schemas.microsoft.com/office/drawing/2014/main" id="{A70A5F82-DF68-48E2-A2FF-CACB908D825F}"/>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40</a:t>
            </a:r>
          </a:p>
        </p:txBody>
      </p:sp>
      <p:graphicFrame>
        <p:nvGraphicFramePr>
          <p:cNvPr id="3" name="表格 2">
            <a:extLst>
              <a:ext uri="{FF2B5EF4-FFF2-40B4-BE49-F238E27FC236}">
                <a16:creationId xmlns:a16="http://schemas.microsoft.com/office/drawing/2014/main" id="{49170A53-7EE4-4DDB-BFC1-B200E7ABEDEB}"/>
              </a:ext>
            </a:extLst>
          </p:cNvPr>
          <p:cNvGraphicFramePr/>
          <p:nvPr/>
        </p:nvGraphicFramePr>
        <p:xfrm>
          <a:off x="552450" y="1438275"/>
          <a:ext cx="11087100" cy="3429000"/>
        </p:xfrm>
        <a:graphic>
          <a:graphicData uri="http://schemas.openxmlformats.org/drawingml/2006/table">
            <a:tbl>
              <a:tblPr/>
              <a:tblGrid>
                <a:gridCol w="3524250">
                  <a:extLst>
                    <a:ext uri="{9D8B030D-6E8A-4147-A177-3AD203B41FA5}">
                      <a16:colId xmlns:a16="http://schemas.microsoft.com/office/drawing/2014/main" val="20000"/>
                    </a:ext>
                  </a:extLst>
                </a:gridCol>
                <a:gridCol w="7562850">
                  <a:extLst>
                    <a:ext uri="{9D8B030D-6E8A-4147-A177-3AD203B41FA5}">
                      <a16:colId xmlns:a16="http://schemas.microsoft.com/office/drawing/2014/main" val="20001"/>
                    </a:ext>
                  </a:extLst>
                </a:gridCol>
              </a:tblGrid>
              <a:tr h="685800">
                <a:tc>
                  <a:txBody>
                    <a:bodyPr/>
                    <a:lstStyle/>
                    <a:p>
                      <a:r>
                        <a:rPr sz="1875" b="1">
                          <a:solidFill>
                            <a:srgbClr val="FFFFFF"/>
                          </a:solidFill>
                          <a:latin typeface="Arial"/>
                          <a:ea typeface="Arial"/>
                          <a:cs typeface="Arial"/>
                        </a:rPr>
                        <a:t>Disclosure field</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75" b="1">
                          <a:solidFill>
                            <a:srgbClr val="FFFFFF"/>
                          </a:solidFill>
                          <a:latin typeface="Arial"/>
                          <a:ea typeface="Arial"/>
                          <a:cs typeface="Arial"/>
                        </a:rPr>
                        <a:t>Required content</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685800">
                <a:tc>
                  <a:txBody>
                    <a:bodyPr/>
                    <a:lstStyle/>
                    <a:p>
                      <a:r>
                        <a:rPr sz="1875" b="0">
                          <a:solidFill>
                            <a:srgbClr val="172F46"/>
                          </a:solidFill>
                          <a:latin typeface="Arial"/>
                          <a:ea typeface="Arial"/>
                          <a:cs typeface="Arial"/>
                        </a:rPr>
                        <a:t>Agent / tool</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Each product or agent name, plus its version when available</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685800">
                <a:tc>
                  <a:txBody>
                    <a:bodyPr/>
                    <a:lstStyle/>
                    <a:p>
                      <a:r>
                        <a:rPr sz="1875" b="0">
                          <a:solidFill>
                            <a:srgbClr val="172F46"/>
                          </a:solidFill>
                          <a:latin typeface="Arial"/>
                          <a:ea typeface="Arial"/>
                          <a:cs typeface="Arial"/>
                        </a:rPr>
                        <a:t>Large language model</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75" b="0">
                          <a:solidFill>
                            <a:srgbClr val="172F46"/>
                          </a:solidFill>
                          <a:latin typeface="Arial"/>
                          <a:ea typeface="Arial"/>
                          <a:cs typeface="Arial"/>
                        </a:rPr>
                        <a:t>Provider and exact displayed model name / version</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r h="685800">
                <a:tc>
                  <a:txBody>
                    <a:bodyPr/>
                    <a:lstStyle/>
                    <a:p>
                      <a:r>
                        <a:rPr sz="1875" b="0">
                          <a:solidFill>
                            <a:srgbClr val="172F46"/>
                          </a:solidFill>
                          <a:latin typeface="Arial"/>
                          <a:ea typeface="Arial"/>
                          <a:cs typeface="Arial"/>
                        </a:rPr>
                        <a:t>Role in the work</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Which parts of the report or experiment it assisted</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3"/>
                  </a:ext>
                </a:extLst>
              </a:tr>
              <a:tr h="685800">
                <a:tc>
                  <a:txBody>
                    <a:bodyPr/>
                    <a:lstStyle/>
                    <a:p>
                      <a:r>
                        <a:rPr sz="1875" b="0">
                          <a:solidFill>
                            <a:srgbClr val="172F46"/>
                          </a:solidFill>
                          <a:latin typeface="Arial"/>
                          <a:ea typeface="Arial"/>
                          <a:cs typeface="Arial"/>
                        </a:rPr>
                        <a:t>Verification and decisions</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75" b="0">
                          <a:solidFill>
                            <a:srgbClr val="172F46"/>
                          </a:solidFill>
                          <a:latin typeface="Arial"/>
                          <a:ea typeface="Arial"/>
                          <a:cs typeface="Arial"/>
                        </a:rPr>
                        <a:t>2–3 entries: AI contribution, your check, final decision and evidence</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4"/>
                  </a:ext>
                </a:extLst>
              </a:tr>
            </a:tbl>
          </a:graphicData>
        </a:graphic>
      </p:graphicFrame>
      <p:sp>
        <p:nvSpPr>
          <p:cNvPr id="4" name="If no AI was used: a brief declaration is sufficient. N">
            <a:extLst>
              <a:ext uri="{FF2B5EF4-FFF2-40B4-BE49-F238E27FC236}">
                <a16:creationId xmlns:a16="http://schemas.microsoft.com/office/drawing/2014/main" id="{64A6447F-3F97-4BAF-952E-DA685EFDD43C}"/>
              </a:ext>
            </a:extLst>
          </p:cNvPr>
          <p:cNvSpPr>
            <a:spLocks noGrp="1"/>
          </p:cNvSpPr>
          <p:nvPr/>
        </p:nvSpPr>
        <p:spPr>
          <a:xfrm>
            <a:off x="552450" y="5257800"/>
            <a:ext cx="11087100" cy="714375"/>
          </a:xfrm>
          <a:prstGeom prst="rect">
            <a:avLst/>
          </a:prstGeom>
          <a:noFill/>
          <a:ln w="0">
            <a:noFill/>
          </a:ln>
        </p:spPr>
        <p:txBody>
          <a:bodyPr wrap="square" lIns="0" tIns="0" rIns="0" bIns="0" anchor="t">
            <a:noAutofit/>
          </a:bodyPr>
          <a:lstStyle>
            <a:defPPr>
              <a:defRPr sz="1950" b="1">
                <a:solidFill>
                  <a:srgbClr val="245B9B"/>
                </a:solidFill>
                <a:latin typeface="Arial"/>
                <a:ea typeface="Arial"/>
                <a:cs typeface="Arial"/>
              </a:defRPr>
            </a:defPPr>
          </a:lstStyle>
          <a:p>
            <a:pPr>
              <a:defRPr sz="1950" b="1">
                <a:solidFill>
                  <a:srgbClr val="245B9B"/>
                </a:solidFill>
                <a:latin typeface="Arial"/>
                <a:ea typeface="Arial"/>
                <a:cs typeface="Arial"/>
              </a:defRPr>
            </a:pPr>
            <a:r>
              <a:rPr sz="1950" b="1">
                <a:solidFill>
                  <a:srgbClr val="245B9B"/>
                </a:solidFill>
                <a:latin typeface="Arial"/>
                <a:ea typeface="Arial"/>
                <a:cs typeface="Arial"/>
              </a:rPr>
              <a:t>If no AI was used: a brief declaration is sufficient. No AI decision log is required.</a:t>
            </a:r>
          </a:p>
        </p:txBody>
      </p:sp>
      <p:sp>
        <p:nvSpPr>
          <p:cNvPr id="5" name="If a tool hides its model identity, ask the instructor ">
            <a:extLst>
              <a:ext uri="{FF2B5EF4-FFF2-40B4-BE49-F238E27FC236}">
                <a16:creationId xmlns:a16="http://schemas.microsoft.com/office/drawing/2014/main" id="{86163FEF-978E-4894-99BD-3936F46070D5}"/>
              </a:ext>
            </a:extLst>
          </p:cNvPr>
          <p:cNvSpPr>
            <a:spLocks noGrp="1"/>
          </p:cNvSpPr>
          <p:nvPr/>
        </p:nvSpPr>
        <p:spPr>
          <a:xfrm>
            <a:off x="552450" y="6048375"/>
            <a:ext cx="11087100" cy="361950"/>
          </a:xfrm>
          <a:prstGeom prst="rect">
            <a:avLst/>
          </a:prstGeom>
          <a:noFill/>
          <a:ln w="0">
            <a:noFill/>
          </a:ln>
        </p:spPr>
        <p:txBody>
          <a:bodyPr wrap="square" lIns="0" tIns="0" rIns="0" bIns="0" anchor="t">
            <a:noAutofit/>
          </a:bodyPr>
          <a:lstStyle>
            <a:defPPr>
              <a:defRPr sz="1650" b="0">
                <a:solidFill>
                  <a:srgbClr val="4A5968"/>
                </a:solidFill>
                <a:latin typeface="Arial"/>
                <a:ea typeface="Arial"/>
                <a:cs typeface="Arial"/>
              </a:defRPr>
            </a:defPPr>
          </a:lstStyle>
          <a:p>
            <a:pPr>
              <a:defRPr sz="1650" b="0">
                <a:solidFill>
                  <a:srgbClr val="4A5968"/>
                </a:solidFill>
                <a:latin typeface="Arial"/>
                <a:ea typeface="Arial"/>
                <a:cs typeface="Arial"/>
              </a:defRPr>
            </a:pPr>
            <a:r>
              <a:rPr sz="1650" b="0">
                <a:solidFill>
                  <a:srgbClr val="4A5968"/>
                </a:solidFill>
                <a:latin typeface="Arial"/>
                <a:ea typeface="Arial"/>
                <a:cs typeface="Arial"/>
              </a:rPr>
              <a:t>If a tool hides its model identity, ask the instructor before assessed use. Never invent it.</a:t>
            </a:r>
          </a:p>
        </p:txBody>
      </p:sp>
    </p:spTree>
    <p:extLst>
      <p:ext uri="{BB962C8B-B14F-4D97-AF65-F5344CB8AC3E}">
        <p14:creationId xmlns:p14="http://schemas.microsoft.com/office/powerpoint/2010/main" val="14013561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ptional bonus routes">
            <a:extLst>
              <a:ext uri="{FF2B5EF4-FFF2-40B4-BE49-F238E27FC236}">
                <a16:creationId xmlns:a16="http://schemas.microsoft.com/office/drawing/2014/main" id="{23169674-64AB-4A0E-BF9E-85B651F2C5AB}"/>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Optional bonus routes</a:t>
            </a:r>
          </a:p>
        </p:txBody>
      </p:sp>
      <p:sp>
        <p:nvSpPr>
          <p:cNvPr id="2" name="41">
            <a:extLst>
              <a:ext uri="{FF2B5EF4-FFF2-40B4-BE49-F238E27FC236}">
                <a16:creationId xmlns:a16="http://schemas.microsoft.com/office/drawing/2014/main" id="{B112E81A-E41F-49E1-86B4-40F3D97C80F1}"/>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41</a:t>
            </a:r>
          </a:p>
        </p:txBody>
      </p:sp>
      <p:sp>
        <p:nvSpPr>
          <p:cNvPr id="3" name="Core experiment: 100 points. Optional extension: up to ">
            <a:extLst>
              <a:ext uri="{FF2B5EF4-FFF2-40B4-BE49-F238E27FC236}">
                <a16:creationId xmlns:a16="http://schemas.microsoft.com/office/drawing/2014/main" id="{E5EB18E4-64A1-4FC7-8D8A-EC0011421AD8}"/>
              </a:ext>
            </a:extLst>
          </p:cNvPr>
          <p:cNvSpPr>
            <a:spLocks noGrp="1"/>
          </p:cNvSpPr>
          <p:nvPr/>
        </p:nvSpPr>
        <p:spPr>
          <a:xfrm>
            <a:off x="552450" y="1390650"/>
            <a:ext cx="11087100" cy="666750"/>
          </a:xfrm>
          <a:prstGeom prst="rect">
            <a:avLst/>
          </a:prstGeom>
          <a:noFill/>
          <a:ln w="0">
            <a:noFill/>
          </a:ln>
        </p:spPr>
        <p:txBody>
          <a:bodyPr wrap="square" lIns="0" tIns="0" rIns="0" bIns="0" anchor="t">
            <a:noAutofit/>
          </a:bodyPr>
          <a:lstStyle>
            <a:defPPr>
              <a:defRPr sz="2175" b="1">
                <a:solidFill>
                  <a:srgbClr val="245B9B"/>
                </a:solidFill>
                <a:latin typeface="Arial"/>
                <a:ea typeface="Arial"/>
                <a:cs typeface="Arial"/>
              </a:defRPr>
            </a:defPPr>
          </a:lstStyle>
          <a:p>
            <a:pPr>
              <a:defRPr sz="2175" b="1">
                <a:solidFill>
                  <a:srgbClr val="245B9B"/>
                </a:solidFill>
                <a:latin typeface="Arial"/>
                <a:ea typeface="Arial"/>
                <a:cs typeface="Arial"/>
              </a:defRPr>
            </a:pPr>
            <a:r>
              <a:rPr sz="2175" b="1">
                <a:solidFill>
                  <a:srgbClr val="245B9B"/>
                </a:solidFill>
                <a:latin typeface="Arial"/>
                <a:ea typeface="Arial"/>
                <a:cs typeface="Arial"/>
              </a:rPr>
              <a:t>Core experiment: 100 points. Optional extension: up to 10 bonus points.</a:t>
            </a:r>
          </a:p>
        </p:txBody>
      </p:sp>
      <p:graphicFrame>
        <p:nvGraphicFramePr>
          <p:cNvPr id="4" name="表格 3">
            <a:extLst>
              <a:ext uri="{FF2B5EF4-FFF2-40B4-BE49-F238E27FC236}">
                <a16:creationId xmlns:a16="http://schemas.microsoft.com/office/drawing/2014/main" id="{19FE29D5-9BCC-480C-B15B-A87E25E6939A}"/>
              </a:ext>
            </a:extLst>
          </p:cNvPr>
          <p:cNvGraphicFramePr/>
          <p:nvPr/>
        </p:nvGraphicFramePr>
        <p:xfrm>
          <a:off x="552450" y="2352675"/>
          <a:ext cx="11087100" cy="2571750"/>
        </p:xfrm>
        <a:graphic>
          <a:graphicData uri="http://schemas.openxmlformats.org/drawingml/2006/table">
            <a:tbl>
              <a:tblPr/>
              <a:tblGrid>
                <a:gridCol w="4143375">
                  <a:extLst>
                    <a:ext uri="{9D8B030D-6E8A-4147-A177-3AD203B41FA5}">
                      <a16:colId xmlns:a16="http://schemas.microsoft.com/office/drawing/2014/main" val="20000"/>
                    </a:ext>
                  </a:extLst>
                </a:gridCol>
                <a:gridCol w="6943725">
                  <a:extLst>
                    <a:ext uri="{9D8B030D-6E8A-4147-A177-3AD203B41FA5}">
                      <a16:colId xmlns:a16="http://schemas.microsoft.com/office/drawing/2014/main" val="20001"/>
                    </a:ext>
                  </a:extLst>
                </a:gridCol>
              </a:tblGrid>
              <a:tr h="857250">
                <a:tc>
                  <a:txBody>
                    <a:bodyPr/>
                    <a:lstStyle/>
                    <a:p>
                      <a:r>
                        <a:rPr sz="2025" b="1">
                          <a:solidFill>
                            <a:srgbClr val="FFFFFF"/>
                          </a:solidFill>
                          <a:latin typeface="Arial"/>
                          <a:ea typeface="Arial"/>
                          <a:cs typeface="Arial"/>
                        </a:rPr>
                        <a:t>AI use in the assessed work</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2025" b="1">
                          <a:solidFill>
                            <a:srgbClr val="FFFFFF"/>
                          </a:solidFill>
                          <a:latin typeface="Arial"/>
                          <a:ea typeface="Arial"/>
                          <a:cs typeface="Arial"/>
                        </a:rPr>
                        <a:t>Eligible bonus project</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857250">
                <a:tc>
                  <a:txBody>
                    <a:bodyPr/>
                    <a:lstStyle/>
                    <a:p>
                      <a:r>
                        <a:rPr sz="2025" b="0">
                          <a:solidFill>
                            <a:srgbClr val="172F46"/>
                          </a:solidFill>
                          <a:latin typeface="Arial"/>
                          <a:ea typeface="Arial"/>
                          <a:cs typeface="Arial"/>
                        </a:rPr>
                        <a:t>No AI used anywhere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2025" b="0">
                          <a:solidFill>
                            <a:srgbClr val="172F46"/>
                          </a:solidFill>
                          <a:latin typeface="Arial"/>
                          <a:ea typeface="Arial"/>
                          <a:cs typeface="Arial"/>
                        </a:rPr>
                        <a:t>Independent COMSOL structural modeling, parameter extraction and validation</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857250">
                <a:tc>
                  <a:txBody>
                    <a:bodyPr/>
                    <a:lstStyle/>
                    <a:p>
                      <a:r>
                        <a:rPr sz="2025" b="0">
                          <a:solidFill>
                            <a:srgbClr val="172F46"/>
                          </a:solidFill>
                          <a:latin typeface="Arial"/>
                          <a:ea typeface="Arial"/>
                          <a:cs typeface="Arial"/>
                        </a:rPr>
                        <a:t>AI used in any part</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2025" b="0">
                          <a:solidFill>
                            <a:srgbClr val="172F46"/>
                          </a:solidFill>
                          <a:latin typeface="Arial"/>
                          <a:ea typeface="Arial"/>
                          <a:cs typeface="Arial"/>
                        </a:rPr>
                        <a:t>Create or improve a reusable MEMS skill and test its function</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bl>
          </a:graphicData>
        </a:graphic>
      </p:graphicFrame>
      <p:sp>
        <p:nvSpPr>
          <p:cNvPr id="5" name="For AI-assisted work, COMSOL modeling alone earns no bo">
            <a:extLst>
              <a:ext uri="{FF2B5EF4-FFF2-40B4-BE49-F238E27FC236}">
                <a16:creationId xmlns:a16="http://schemas.microsoft.com/office/drawing/2014/main" id="{3A5B59CB-9887-4925-9A7F-6D90074A1F33}"/>
              </a:ext>
            </a:extLst>
          </p:cNvPr>
          <p:cNvSpPr>
            <a:spLocks noGrp="1"/>
          </p:cNvSpPr>
          <p:nvPr/>
        </p:nvSpPr>
        <p:spPr>
          <a:xfrm>
            <a:off x="552450" y="5276850"/>
            <a:ext cx="11087100" cy="552450"/>
          </a:xfrm>
          <a:prstGeom prst="rect">
            <a:avLst/>
          </a:prstGeom>
          <a:noFill/>
          <a:ln w="0">
            <a:noFill/>
          </a:ln>
        </p:spPr>
        <p:txBody>
          <a:bodyPr wrap="square" lIns="0" tIns="0" rIns="0" bIns="0" anchor="t">
            <a:noAutofit/>
          </a:bodyPr>
          <a:lstStyle>
            <a:defPPr>
              <a:defRPr sz="2100" b="1">
                <a:solidFill>
                  <a:srgbClr val="A85511"/>
                </a:solidFill>
                <a:latin typeface="Arial"/>
                <a:ea typeface="Arial"/>
                <a:cs typeface="Arial"/>
              </a:defRPr>
            </a:defPPr>
          </a:lstStyle>
          <a:p>
            <a:pPr>
              <a:defRPr sz="2100" b="1">
                <a:solidFill>
                  <a:srgbClr val="A85511"/>
                </a:solidFill>
                <a:latin typeface="Arial"/>
                <a:ea typeface="Arial"/>
                <a:cs typeface="Arial"/>
              </a:defRPr>
            </a:pPr>
            <a:r>
              <a:rPr sz="2100" b="1">
                <a:solidFill>
                  <a:srgbClr val="A85511"/>
                </a:solidFill>
                <a:latin typeface="Arial"/>
                <a:ea typeface="Arial"/>
                <a:cs typeface="Arial"/>
              </a:rPr>
              <a:t>For AI-assisted work, COMSOL modeling alone earns no bonus.</a:t>
            </a:r>
          </a:p>
        </p:txBody>
      </p:sp>
      <p:sp>
        <p:nvSpPr>
          <p:cNvPr id="6" name="One eligible route. No stacking. Both extensions are op">
            <a:extLst>
              <a:ext uri="{FF2B5EF4-FFF2-40B4-BE49-F238E27FC236}">
                <a16:creationId xmlns:a16="http://schemas.microsoft.com/office/drawing/2014/main" id="{A659BA8E-1D6E-464C-BAD8-02BABF49E719}"/>
              </a:ext>
            </a:extLst>
          </p:cNvPr>
          <p:cNvSpPr>
            <a:spLocks noGrp="1"/>
          </p:cNvSpPr>
          <p:nvPr/>
        </p:nvSpPr>
        <p:spPr>
          <a:xfrm>
            <a:off x="552450" y="5972175"/>
            <a:ext cx="11087100" cy="390525"/>
          </a:xfrm>
          <a:prstGeom prst="rect">
            <a:avLst/>
          </a:prstGeom>
          <a:noFill/>
          <a:ln w="0">
            <a:noFill/>
          </a:ln>
        </p:spPr>
        <p:txBody>
          <a:bodyPr wrap="square" lIns="0" tIns="0" rIns="0" bIns="0" anchor="t">
            <a:noAutofit/>
          </a:bodyPr>
          <a:lstStyle>
            <a:defPPr>
              <a:defRPr sz="1875" b="0">
                <a:solidFill>
                  <a:srgbClr val="4A5968"/>
                </a:solidFill>
                <a:latin typeface="Arial"/>
                <a:ea typeface="Arial"/>
                <a:cs typeface="Arial"/>
              </a:defRPr>
            </a:defPPr>
          </a:lstStyle>
          <a:p>
            <a:pPr>
              <a:defRPr sz="1875" b="0">
                <a:solidFill>
                  <a:srgbClr val="4A5968"/>
                </a:solidFill>
                <a:latin typeface="Arial"/>
                <a:ea typeface="Arial"/>
                <a:cs typeface="Arial"/>
              </a:defRPr>
            </a:pPr>
            <a:r>
              <a:rPr sz="1875" b="0">
                <a:solidFill>
                  <a:srgbClr val="4A5968"/>
                </a:solidFill>
                <a:latin typeface="Arial"/>
                <a:ea typeface="Arial"/>
                <a:cs typeface="Arial"/>
              </a:rPr>
              <a:t>One eligible route. No stacking. Both extensions are optional.</a:t>
            </a:r>
          </a:p>
        </p:txBody>
      </p:sp>
    </p:spTree>
    <p:extLst>
      <p:ext uri="{BB962C8B-B14F-4D97-AF65-F5344CB8AC3E}">
        <p14:creationId xmlns:p14="http://schemas.microsoft.com/office/powerpoint/2010/main" val="5906859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COMSOL extension without AI">
            <a:extLst>
              <a:ext uri="{FF2B5EF4-FFF2-40B4-BE49-F238E27FC236}">
                <a16:creationId xmlns:a16="http://schemas.microsoft.com/office/drawing/2014/main" id="{D16CF1D8-8EF0-4E97-B251-1049C9288A47}"/>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COMSOL extension without AI</a:t>
            </a:r>
          </a:p>
        </p:txBody>
      </p:sp>
      <p:sp>
        <p:nvSpPr>
          <p:cNvPr id="2" name="42">
            <a:extLst>
              <a:ext uri="{FF2B5EF4-FFF2-40B4-BE49-F238E27FC236}">
                <a16:creationId xmlns:a16="http://schemas.microsoft.com/office/drawing/2014/main" id="{317CCFA1-0DB6-4DDD-8C27-032111EDC865}"/>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42</a:t>
            </a:r>
          </a:p>
        </p:txBody>
      </p:sp>
      <p:graphicFrame>
        <p:nvGraphicFramePr>
          <p:cNvPr id="3" name="表格 2">
            <a:extLst>
              <a:ext uri="{FF2B5EF4-FFF2-40B4-BE49-F238E27FC236}">
                <a16:creationId xmlns:a16="http://schemas.microsoft.com/office/drawing/2014/main" id="{0838922F-7F3A-4030-B522-48AE4927E078}"/>
              </a:ext>
            </a:extLst>
          </p:cNvPr>
          <p:cNvGraphicFramePr/>
          <p:nvPr/>
        </p:nvGraphicFramePr>
        <p:xfrm>
          <a:off x="552450" y="1457325"/>
          <a:ext cx="11087100" cy="3619500"/>
        </p:xfrm>
        <a:graphic>
          <a:graphicData uri="http://schemas.openxmlformats.org/drawingml/2006/table">
            <a:tbl>
              <a:tblPr/>
              <a:tblGrid>
                <a:gridCol w="3190875">
                  <a:extLst>
                    <a:ext uri="{9D8B030D-6E8A-4147-A177-3AD203B41FA5}">
                      <a16:colId xmlns:a16="http://schemas.microsoft.com/office/drawing/2014/main" val="20000"/>
                    </a:ext>
                  </a:extLst>
                </a:gridCol>
                <a:gridCol w="7896225">
                  <a:extLst>
                    <a:ext uri="{9D8B030D-6E8A-4147-A177-3AD203B41FA5}">
                      <a16:colId xmlns:a16="http://schemas.microsoft.com/office/drawing/2014/main" val="20001"/>
                    </a:ext>
                  </a:extLst>
                </a:gridCol>
              </a:tblGrid>
              <a:tr h="723900">
                <a:tc>
                  <a:txBody>
                    <a:bodyPr/>
                    <a:lstStyle/>
                    <a:p>
                      <a:r>
                        <a:rPr sz="1950" b="1">
                          <a:solidFill>
                            <a:srgbClr val="FFFFFF"/>
                          </a:solidFill>
                          <a:latin typeface="Arial"/>
                          <a:ea typeface="Arial"/>
                          <a:cs typeface="Arial"/>
                        </a:rPr>
                        <a:t>Report evidence</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950" b="1">
                          <a:solidFill>
                            <a:srgbClr val="FFFFFF"/>
                          </a:solidFill>
                          <a:latin typeface="Arial"/>
                          <a:ea typeface="Arial"/>
                          <a:cs typeface="Arial"/>
                        </a:rPr>
                        <a:t>What to show</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723900">
                <a:tc>
                  <a:txBody>
                    <a:bodyPr/>
                    <a:lstStyle/>
                    <a:p>
                      <a:r>
                        <a:rPr sz="1950" b="0">
                          <a:solidFill>
                            <a:srgbClr val="172F46"/>
                          </a:solidFill>
                          <a:latin typeface="Arial"/>
                          <a:ea typeface="Arial"/>
                          <a:cs typeface="Arial"/>
                        </a:rPr>
                        <a:t>Physical model</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950" b="0">
                          <a:solidFill>
                            <a:srgbClr val="172F46"/>
                          </a:solidFill>
                          <a:latin typeface="Arial"/>
                          <a:ea typeface="Arial"/>
                          <a:cs typeface="Arial"/>
                        </a:rPr>
                        <a:t>Geometry, materials, constraints, loads and assumptions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723900">
                <a:tc>
                  <a:txBody>
                    <a:bodyPr/>
                    <a:lstStyle/>
                    <a:p>
                      <a:r>
                        <a:rPr sz="1950" b="0">
                          <a:solidFill>
                            <a:srgbClr val="172F46"/>
                          </a:solidFill>
                          <a:latin typeface="Arial"/>
                          <a:ea typeface="Arial"/>
                          <a:cs typeface="Arial"/>
                        </a:rPr>
                        <a:t>Structural results</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950" b="0">
                          <a:solidFill>
                            <a:srgbClr val="172F46"/>
                          </a:solidFill>
                          <a:latin typeface="Arial"/>
                          <a:ea typeface="Arial"/>
                          <a:cs typeface="Arial"/>
                        </a:rPr>
                        <a:t>Relevant displacement or mode-shape plots and extracted parameters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r h="723900">
                <a:tc>
                  <a:txBody>
                    <a:bodyPr/>
                    <a:lstStyle/>
                    <a:p>
                      <a:r>
                        <a:rPr sz="1950" b="0">
                          <a:solidFill>
                            <a:srgbClr val="172F46"/>
                          </a:solidFill>
                          <a:latin typeface="Arial"/>
                          <a:ea typeface="Arial"/>
                          <a:cs typeface="Arial"/>
                        </a:rPr>
                        <a:t>Verification</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950" b="0">
                          <a:solidFill>
                            <a:srgbClr val="172F46"/>
                          </a:solidFill>
                          <a:latin typeface="Arial"/>
                          <a:ea typeface="Arial"/>
                          <a:cs typeface="Arial"/>
                        </a:rPr>
                        <a:t>Mesh-refinement comparison and an analytical or cited check</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3"/>
                  </a:ext>
                </a:extLst>
              </a:tr>
              <a:tr h="723900">
                <a:tc>
                  <a:txBody>
                    <a:bodyPr/>
                    <a:lstStyle/>
                    <a:p>
                      <a:r>
                        <a:rPr sz="1950" b="0">
                          <a:solidFill>
                            <a:srgbClr val="172F46"/>
                          </a:solidFill>
                          <a:latin typeface="Arial"/>
                          <a:ea typeface="Arial"/>
                          <a:cs typeface="Arial"/>
                        </a:rPr>
                        <a:t>Simulink connection</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950" b="0">
                          <a:solidFill>
                            <a:srgbClr val="172F46"/>
                          </a:solidFill>
                          <a:latin typeface="Arial"/>
                          <a:ea typeface="Arial"/>
                          <a:cs typeface="Arial"/>
                        </a:rPr>
                        <a:t>Consistent coordinate, mode and parameter definitions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4"/>
                  </a:ext>
                </a:extLst>
              </a:tr>
            </a:tbl>
          </a:graphicData>
        </a:graphic>
      </p:graphicFrame>
      <p:sp>
        <p:nvSpPr>
          <p:cNvPr id="4" name="COMSOL operation is not taught in this session.">
            <a:extLst>
              <a:ext uri="{FF2B5EF4-FFF2-40B4-BE49-F238E27FC236}">
                <a16:creationId xmlns:a16="http://schemas.microsoft.com/office/drawing/2014/main" id="{C02D0371-F87D-4A5F-88B3-7B48F30EEC45}"/>
              </a:ext>
            </a:extLst>
          </p:cNvPr>
          <p:cNvSpPr>
            <a:spLocks noGrp="1"/>
          </p:cNvSpPr>
          <p:nvPr/>
        </p:nvSpPr>
        <p:spPr>
          <a:xfrm>
            <a:off x="552450" y="5410200"/>
            <a:ext cx="11087100" cy="476250"/>
          </a:xfrm>
          <a:prstGeom prst="rect">
            <a:avLst/>
          </a:prstGeom>
          <a:noFill/>
          <a:ln w="0">
            <a:noFill/>
          </a:ln>
        </p:spPr>
        <p:txBody>
          <a:bodyPr wrap="square" lIns="0" tIns="0" rIns="0" bIns="0" anchor="t">
            <a:noAutofit/>
          </a:bodyPr>
          <a:lstStyle>
            <a:defPPr>
              <a:defRPr sz="2175" b="1">
                <a:solidFill>
                  <a:srgbClr val="245B9B"/>
                </a:solidFill>
                <a:latin typeface="Arial"/>
                <a:ea typeface="Arial"/>
                <a:cs typeface="Arial"/>
              </a:defRPr>
            </a:defPPr>
          </a:lstStyle>
          <a:p>
            <a:pPr>
              <a:defRPr sz="2175" b="1">
                <a:solidFill>
                  <a:srgbClr val="245B9B"/>
                </a:solidFill>
                <a:latin typeface="Arial"/>
                <a:ea typeface="Arial"/>
                <a:cs typeface="Arial"/>
              </a:defRPr>
            </a:pPr>
            <a:r>
              <a:rPr sz="2175" b="1">
                <a:solidFill>
                  <a:srgbClr val="245B9B"/>
                </a:solidFill>
                <a:latin typeface="Arial"/>
                <a:ea typeface="Arial"/>
                <a:cs typeface="Arial"/>
              </a:rPr>
              <a:t>COMSOL operation is not taught in this session.</a:t>
            </a:r>
          </a:p>
        </p:txBody>
      </p:sp>
      <p:sp>
        <p:nvSpPr>
          <p:cNvPr id="5" name="State damping assumptions. Include a model link and the">
            <a:extLst>
              <a:ext uri="{FF2B5EF4-FFF2-40B4-BE49-F238E27FC236}">
                <a16:creationId xmlns:a16="http://schemas.microsoft.com/office/drawing/2014/main" id="{A82D494F-BA6D-4909-8346-56067055ED3C}"/>
              </a:ext>
            </a:extLst>
          </p:cNvPr>
          <p:cNvSpPr>
            <a:spLocks noGrp="1"/>
          </p:cNvSpPr>
          <p:nvPr/>
        </p:nvSpPr>
        <p:spPr>
          <a:xfrm>
            <a:off x="552450" y="6029325"/>
            <a:ext cx="11087100" cy="381000"/>
          </a:xfrm>
          <a:prstGeom prst="rect">
            <a:avLst/>
          </a:prstGeom>
          <a:noFill/>
          <a:ln w="0">
            <a:noFill/>
          </a:ln>
        </p:spPr>
        <p:txBody>
          <a:bodyPr wrap="square" lIns="0" tIns="0" rIns="0" bIns="0" anchor="t">
            <a:noAutofit/>
          </a:bodyPr>
          <a:lstStyle>
            <a:defPPr>
              <a:defRPr sz="1725" b="0">
                <a:solidFill>
                  <a:srgbClr val="4A5968"/>
                </a:solidFill>
                <a:latin typeface="Arial"/>
                <a:ea typeface="Arial"/>
                <a:cs typeface="Arial"/>
              </a:defRPr>
            </a:defPPr>
          </a:lstStyle>
          <a:p>
            <a:pPr>
              <a:defRPr sz="1725" b="0">
                <a:solidFill>
                  <a:srgbClr val="4A5968"/>
                </a:solidFill>
                <a:latin typeface="Arial"/>
                <a:ea typeface="Arial"/>
                <a:cs typeface="Arial"/>
              </a:defRPr>
            </a:pPr>
            <a:r>
              <a:rPr sz="1725" b="0">
                <a:solidFill>
                  <a:srgbClr val="4A5968"/>
                </a:solidFill>
                <a:latin typeface="Arial"/>
                <a:ea typeface="Arial"/>
                <a:cs typeface="Arial"/>
              </a:rPr>
              <a:t>State damping assumptions. Include a model link and the tested version in the report.</a:t>
            </a:r>
          </a:p>
        </p:txBody>
      </p:sp>
    </p:spTree>
    <p:extLst>
      <p:ext uri="{BB962C8B-B14F-4D97-AF65-F5344CB8AC3E}">
        <p14:creationId xmlns:p14="http://schemas.microsoft.com/office/powerpoint/2010/main" val="20198264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A small reusable MEMS skill">
            <a:extLst>
              <a:ext uri="{FF2B5EF4-FFF2-40B4-BE49-F238E27FC236}">
                <a16:creationId xmlns:a16="http://schemas.microsoft.com/office/drawing/2014/main" id="{7E6CBBBF-3416-48A2-92DF-1068FFB3AAD6}"/>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A small reusable MEMS skill</a:t>
            </a:r>
          </a:p>
        </p:txBody>
      </p:sp>
      <p:sp>
        <p:nvSpPr>
          <p:cNvPr id="2" name="43">
            <a:extLst>
              <a:ext uri="{FF2B5EF4-FFF2-40B4-BE49-F238E27FC236}">
                <a16:creationId xmlns:a16="http://schemas.microsoft.com/office/drawing/2014/main" id="{A0497FB7-1433-407D-A3F1-1F17F4D77680}"/>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43</a:t>
            </a:r>
          </a:p>
        </p:txBody>
      </p:sp>
      <p:sp>
        <p:nvSpPr>
          <p:cNvPr id="3" name="One clear function, with a workflow another agent can f">
            <a:extLst>
              <a:ext uri="{FF2B5EF4-FFF2-40B4-BE49-F238E27FC236}">
                <a16:creationId xmlns:a16="http://schemas.microsoft.com/office/drawing/2014/main" id="{0AC9FEF5-52F4-4B11-92FC-8C2E9539A171}"/>
              </a:ext>
            </a:extLst>
          </p:cNvPr>
          <p:cNvSpPr>
            <a:spLocks noGrp="1"/>
          </p:cNvSpPr>
          <p:nvPr/>
        </p:nvSpPr>
        <p:spPr>
          <a:xfrm>
            <a:off x="552450" y="1409700"/>
            <a:ext cx="11087100" cy="695325"/>
          </a:xfrm>
          <a:prstGeom prst="rect">
            <a:avLst/>
          </a:prstGeom>
          <a:noFill/>
          <a:ln w="0">
            <a:noFill/>
          </a:ln>
        </p:spPr>
        <p:txBody>
          <a:bodyPr wrap="square" lIns="0" tIns="0" rIns="0" bIns="0" anchor="t">
            <a:noAutofit/>
          </a:bodyPr>
          <a:lstStyle>
            <a:defPPr>
              <a:defRPr sz="2325" b="1">
                <a:solidFill>
                  <a:srgbClr val="245B9B"/>
                </a:solidFill>
                <a:latin typeface="Arial"/>
                <a:ea typeface="Arial"/>
                <a:cs typeface="Arial"/>
              </a:defRPr>
            </a:defPPr>
          </a:lstStyle>
          <a:p>
            <a:pPr>
              <a:defRPr sz="2325" b="1">
                <a:solidFill>
                  <a:srgbClr val="245B9B"/>
                </a:solidFill>
                <a:latin typeface="Arial"/>
                <a:ea typeface="Arial"/>
                <a:cs typeface="Arial"/>
              </a:defRPr>
            </a:pPr>
            <a:r>
              <a:rPr sz="2325" b="1">
                <a:solidFill>
                  <a:srgbClr val="245B9B"/>
                </a:solidFill>
                <a:latin typeface="Arial"/>
                <a:ea typeface="Arial"/>
                <a:cs typeface="Arial"/>
              </a:rPr>
              <a:t>One clear function, with a workflow another agent can follow.</a:t>
            </a:r>
          </a:p>
        </p:txBody>
      </p:sp>
      <p:graphicFrame>
        <p:nvGraphicFramePr>
          <p:cNvPr id="4" name="表格 3">
            <a:extLst>
              <a:ext uri="{FF2B5EF4-FFF2-40B4-BE49-F238E27FC236}">
                <a16:creationId xmlns:a16="http://schemas.microsoft.com/office/drawing/2014/main" id="{E36906CC-D550-4C88-BBC7-538D35534F04}"/>
              </a:ext>
            </a:extLst>
          </p:cNvPr>
          <p:cNvGraphicFramePr/>
          <p:nvPr/>
        </p:nvGraphicFramePr>
        <p:xfrm>
          <a:off x="552450" y="2324100"/>
          <a:ext cx="11087100" cy="3333750"/>
        </p:xfrm>
        <a:graphic>
          <a:graphicData uri="http://schemas.openxmlformats.org/drawingml/2006/table">
            <a:tbl>
              <a:tblPr/>
              <a:tblGrid>
                <a:gridCol w="3190875">
                  <a:extLst>
                    <a:ext uri="{9D8B030D-6E8A-4147-A177-3AD203B41FA5}">
                      <a16:colId xmlns:a16="http://schemas.microsoft.com/office/drawing/2014/main" val="20000"/>
                    </a:ext>
                  </a:extLst>
                </a:gridCol>
                <a:gridCol w="7896225">
                  <a:extLst>
                    <a:ext uri="{9D8B030D-6E8A-4147-A177-3AD203B41FA5}">
                      <a16:colId xmlns:a16="http://schemas.microsoft.com/office/drawing/2014/main" val="20001"/>
                    </a:ext>
                  </a:extLst>
                </a:gridCol>
              </a:tblGrid>
              <a:tr h="666750">
                <a:tc>
                  <a:txBody>
                    <a:bodyPr/>
                    <a:lstStyle/>
                    <a:p>
                      <a:r>
                        <a:rPr sz="1875" b="1">
                          <a:solidFill>
                            <a:srgbClr val="FFFFFF"/>
                          </a:solidFill>
                          <a:latin typeface="Arial"/>
                          <a:ea typeface="Arial"/>
                          <a:cs typeface="Arial"/>
                        </a:rPr>
                        <a:t>Element</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75" b="1">
                          <a:solidFill>
                            <a:srgbClr val="FFFFFF"/>
                          </a:solidFill>
                          <a:latin typeface="Arial"/>
                          <a:ea typeface="Arial"/>
                          <a:cs typeface="Arial"/>
                        </a:rPr>
                        <a:t>What the skill specifies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666750">
                <a:tc>
                  <a:txBody>
                    <a:bodyPr/>
                    <a:lstStyle/>
                    <a:p>
                      <a:r>
                        <a:rPr sz="1875" b="0">
                          <a:solidFill>
                            <a:srgbClr val="172F46"/>
                          </a:solidFill>
                          <a:latin typeface="Arial"/>
                          <a:ea typeface="Arial"/>
                          <a:cs typeface="Arial"/>
                        </a:rPr>
                        <a:t>Purpose and interface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When to use it, required inputs, units and expected outputs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666750">
                <a:tc>
                  <a:txBody>
                    <a:bodyPr/>
                    <a:lstStyle/>
                    <a:p>
                      <a:r>
                        <a:rPr sz="1875" b="0">
                          <a:solidFill>
                            <a:srgbClr val="172F46"/>
                          </a:solidFill>
                          <a:latin typeface="Arial"/>
                          <a:ea typeface="Arial"/>
                          <a:cs typeface="Arial"/>
                        </a:rPr>
                        <a:t>Technical workflow</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75" b="0">
                          <a:solidFill>
                            <a:srgbClr val="172F46"/>
                          </a:solidFill>
                          <a:latin typeface="Arial"/>
                          <a:ea typeface="Arial"/>
                          <a:cs typeface="Arial"/>
                        </a:rPr>
                        <a:t>Sources, assumptions and actionable execution steps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r h="666750">
                <a:tc>
                  <a:txBody>
                    <a:bodyPr/>
                    <a:lstStyle/>
                    <a:p>
                      <a:r>
                        <a:rPr sz="1875" b="0">
                          <a:solidFill>
                            <a:srgbClr val="172F46"/>
                          </a:solidFill>
                          <a:latin typeface="Arial"/>
                          <a:ea typeface="Arial"/>
                          <a:cs typeface="Arial"/>
                        </a:rPr>
                        <a:t>Verification and limits</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75" b="0">
                          <a:solidFill>
                            <a:srgbClr val="172F46"/>
                          </a:solidFill>
                          <a:latin typeface="Arial"/>
                          <a:ea typeface="Arial"/>
                          <a:cs typeface="Arial"/>
                        </a:rPr>
                        <a:t>Output checks and handling of missing or unsuitable input</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3"/>
                  </a:ext>
                </a:extLst>
              </a:tr>
              <a:tr h="666750">
                <a:tc>
                  <a:txBody>
                    <a:bodyPr/>
                    <a:lstStyle/>
                    <a:p>
                      <a:r>
                        <a:rPr sz="1875" b="0">
                          <a:solidFill>
                            <a:srgbClr val="172F46"/>
                          </a:solidFill>
                          <a:latin typeface="Arial"/>
                          <a:ea typeface="Arial"/>
                          <a:cs typeface="Arial"/>
                        </a:rPr>
                        <a:t>Reusable package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75" b="0">
                          <a:solidFill>
                            <a:srgbClr val="172F46"/>
                          </a:solidFill>
                          <a:latin typeface="Arial"/>
                          <a:ea typeface="Arial"/>
                          <a:cs typeface="Arial"/>
                        </a:rPr>
                        <a:t>SKILL.md, with scripts, references or templates as needed</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4"/>
                  </a:ext>
                </a:extLst>
              </a:tr>
            </a:tbl>
          </a:graphicData>
        </a:graphic>
      </p:graphicFrame>
      <p:sp>
        <p:nvSpPr>
          <p:cNvPr id="5" name="Code is optional. Explain your own choices and improvem">
            <a:extLst>
              <a:ext uri="{FF2B5EF4-FFF2-40B4-BE49-F238E27FC236}">
                <a16:creationId xmlns:a16="http://schemas.microsoft.com/office/drawing/2014/main" id="{E0883040-57C5-4373-9E21-2CCEB9499301}"/>
              </a:ext>
            </a:extLst>
          </p:cNvPr>
          <p:cNvSpPr>
            <a:spLocks noGrp="1"/>
          </p:cNvSpPr>
          <p:nvPr/>
        </p:nvSpPr>
        <p:spPr>
          <a:xfrm>
            <a:off x="552450" y="5981700"/>
            <a:ext cx="11087100" cy="409575"/>
          </a:xfrm>
          <a:prstGeom prst="rect">
            <a:avLst/>
          </a:prstGeom>
          <a:noFill/>
          <a:ln w="0">
            <a:noFill/>
          </a:ln>
        </p:spPr>
        <p:txBody>
          <a:bodyPr wrap="square" lIns="0" tIns="0" rIns="0" bIns="0" anchor="t">
            <a:noAutofit/>
          </a:bodyPr>
          <a:lstStyle>
            <a:defPPr>
              <a:defRPr sz="2025" b="1">
                <a:solidFill>
                  <a:srgbClr val="245B9B"/>
                </a:solidFill>
                <a:latin typeface="Arial"/>
                <a:ea typeface="Arial"/>
                <a:cs typeface="Arial"/>
              </a:defRPr>
            </a:defPPr>
          </a:lstStyle>
          <a:p>
            <a:pPr>
              <a:defRPr sz="2025" b="1">
                <a:solidFill>
                  <a:srgbClr val="245B9B"/>
                </a:solidFill>
                <a:latin typeface="Arial"/>
                <a:ea typeface="Arial"/>
                <a:cs typeface="Arial"/>
              </a:defRPr>
            </a:pPr>
            <a:r>
              <a:rPr sz="2025" b="1">
                <a:solidFill>
                  <a:srgbClr val="245B9B"/>
                </a:solidFill>
                <a:latin typeface="Arial"/>
                <a:ea typeface="Arial"/>
                <a:cs typeface="Arial"/>
              </a:rPr>
              <a:t>Code is optional. Explain your own choices and improvements.</a:t>
            </a:r>
          </a:p>
        </p:txBody>
      </p:sp>
    </p:spTree>
    <p:extLst>
      <p:ext uri="{BB962C8B-B14F-4D97-AF65-F5344CB8AC3E}">
        <p14:creationId xmlns:p14="http://schemas.microsoft.com/office/powerpoint/2010/main" val="14448059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Example skill functions">
            <a:extLst>
              <a:ext uri="{FF2B5EF4-FFF2-40B4-BE49-F238E27FC236}">
                <a16:creationId xmlns:a16="http://schemas.microsoft.com/office/drawing/2014/main" id="{C31E7D2F-91E6-45A7-8370-A679CAE1C24A}"/>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Example skill functions</a:t>
            </a:r>
          </a:p>
        </p:txBody>
      </p:sp>
      <p:sp>
        <p:nvSpPr>
          <p:cNvPr id="2" name="44">
            <a:extLst>
              <a:ext uri="{FF2B5EF4-FFF2-40B4-BE49-F238E27FC236}">
                <a16:creationId xmlns:a16="http://schemas.microsoft.com/office/drawing/2014/main" id="{F51C52D4-6A4F-4A2F-91E6-DB36A2B4B368}"/>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44</a:t>
            </a:r>
          </a:p>
        </p:txBody>
      </p:sp>
      <p:graphicFrame>
        <p:nvGraphicFramePr>
          <p:cNvPr id="3" name="表格 2">
            <a:extLst>
              <a:ext uri="{FF2B5EF4-FFF2-40B4-BE49-F238E27FC236}">
                <a16:creationId xmlns:a16="http://schemas.microsoft.com/office/drawing/2014/main" id="{71FA61F7-B49F-460C-897D-F45B371F3DA8}"/>
              </a:ext>
            </a:extLst>
          </p:cNvPr>
          <p:cNvGraphicFramePr/>
          <p:nvPr/>
        </p:nvGraphicFramePr>
        <p:xfrm>
          <a:off x="552450" y="1438275"/>
          <a:ext cx="11087100" cy="4191000"/>
        </p:xfrm>
        <a:graphic>
          <a:graphicData uri="http://schemas.openxmlformats.org/drawingml/2006/table">
            <a:tbl>
              <a:tblPr/>
              <a:tblGrid>
                <a:gridCol w="4000500">
                  <a:extLst>
                    <a:ext uri="{9D8B030D-6E8A-4147-A177-3AD203B41FA5}">
                      <a16:colId xmlns:a16="http://schemas.microsoft.com/office/drawing/2014/main" val="20000"/>
                    </a:ext>
                  </a:extLst>
                </a:gridCol>
                <a:gridCol w="7086600">
                  <a:extLst>
                    <a:ext uri="{9D8B030D-6E8A-4147-A177-3AD203B41FA5}">
                      <a16:colId xmlns:a16="http://schemas.microsoft.com/office/drawing/2014/main" val="20001"/>
                    </a:ext>
                  </a:extLst>
                </a:gridCol>
              </a:tblGrid>
              <a:tr h="598714">
                <a:tc>
                  <a:txBody>
                    <a:bodyPr/>
                    <a:lstStyle/>
                    <a:p>
                      <a:r>
                        <a:rPr sz="1800" b="1">
                          <a:solidFill>
                            <a:srgbClr val="FFFFFF"/>
                          </a:solidFill>
                          <a:latin typeface="Arial"/>
                          <a:ea typeface="Arial"/>
                          <a:cs typeface="Arial"/>
                        </a:rPr>
                        <a:t>Small function</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800" b="1">
                          <a:solidFill>
                            <a:srgbClr val="FFFFFF"/>
                          </a:solidFill>
                          <a:latin typeface="Arial"/>
                          <a:ea typeface="Arial"/>
                          <a:cs typeface="Arial"/>
                        </a:rPr>
                        <a:t>Example output</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598714">
                <a:tc>
                  <a:txBody>
                    <a:bodyPr/>
                    <a:lstStyle/>
                    <a:p>
                      <a:r>
                        <a:rPr sz="1800" b="0">
                          <a:solidFill>
                            <a:srgbClr val="172F46"/>
                          </a:solidFill>
                          <a:latin typeface="Arial"/>
                          <a:ea typeface="Arial"/>
                          <a:cs typeface="Arial"/>
                        </a:rPr>
                        <a:t>Create one Simulink branch</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A second-order model, one run and exported response data</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598714">
                <a:tc>
                  <a:txBody>
                    <a:bodyPr/>
                    <a:lstStyle/>
                    <a:p>
                      <a:r>
                        <a:rPr sz="1800" b="0">
                          <a:solidFill>
                            <a:srgbClr val="172F46"/>
                          </a:solidFill>
                          <a:latin typeface="Arial"/>
                          <a:ea typeface="Arial"/>
                          <a:cs typeface="Arial"/>
                        </a:rPr>
                        <a:t>Extract paper parameters</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00" b="0">
                          <a:solidFill>
                            <a:srgbClr val="172F46"/>
                          </a:solidFill>
                          <a:latin typeface="Arial"/>
                          <a:ea typeface="Arial"/>
                          <a:cs typeface="Arial"/>
                        </a:rPr>
                        <a:t>Values, units, source locations and missing information</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r h="598714">
                <a:tc>
                  <a:txBody>
                    <a:bodyPr/>
                    <a:lstStyle/>
                    <a:p>
                      <a:r>
                        <a:rPr sz="1800" b="0">
                          <a:solidFill>
                            <a:srgbClr val="172F46"/>
                          </a:solidFill>
                          <a:latin typeface="Arial"/>
                          <a:ea typeface="Arial"/>
                          <a:cs typeface="Arial"/>
                        </a:rPr>
                        <a:t>Convert m, fn and zeta</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Consistent k and b, with unit and input checks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3"/>
                  </a:ext>
                </a:extLst>
              </a:tr>
              <a:tr h="598714">
                <a:tc>
                  <a:txBody>
                    <a:bodyPr/>
                    <a:lstStyle/>
                    <a:p>
                      <a:r>
                        <a:rPr sz="1800" b="0">
                          <a:solidFill>
                            <a:srgbClr val="172F46"/>
                          </a:solidFill>
                          <a:latin typeface="Arial"/>
                          <a:ea typeface="Arial"/>
                          <a:cs typeface="Arial"/>
                        </a:rPr>
                        <a:t>Analyze response data</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00" b="0">
                          <a:solidFill>
                            <a:srgbClr val="172F46"/>
                          </a:solidFill>
                          <a:latin typeface="Arial"/>
                          <a:ea typeface="Arial"/>
                          <a:cs typeface="Arial"/>
                        </a:rPr>
                        <a:t>Sensitivity, overshoot or settling time with definitions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4"/>
                  </a:ext>
                </a:extLst>
              </a:tr>
              <a:tr h="598714">
                <a:tc>
                  <a:txBody>
                    <a:bodyPr/>
                    <a:lstStyle/>
                    <a:p>
                      <a:r>
                        <a:rPr sz="1800" b="0">
                          <a:solidFill>
                            <a:srgbClr val="172F46"/>
                          </a:solidFill>
                          <a:latin typeface="Arial"/>
                          <a:ea typeface="Arial"/>
                          <a:cs typeface="Arial"/>
                        </a:rPr>
                        <a:t>Generate Bode plots</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800" b="0">
                          <a:solidFill>
                            <a:srgbClr val="172F46"/>
                          </a:solidFill>
                          <a:latin typeface="Arial"/>
                          <a:ea typeface="Arial"/>
                          <a:cs typeface="Arial"/>
                        </a:rPr>
                        <a:t>Magnitude and phase with stated conventions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5"/>
                  </a:ext>
                </a:extLst>
              </a:tr>
              <a:tr h="598714">
                <a:tc>
                  <a:txBody>
                    <a:bodyPr/>
                    <a:lstStyle/>
                    <a:p>
                      <a:r>
                        <a:rPr sz="1800" b="0">
                          <a:solidFill>
                            <a:srgbClr val="172F46"/>
                          </a:solidFill>
                          <a:latin typeface="Arial"/>
                          <a:ea typeface="Arial"/>
                          <a:cs typeface="Arial"/>
                        </a:rPr>
                        <a:t>Estimate capacitive readout</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800" b="0">
                          <a:solidFill>
                            <a:srgbClr val="172F46"/>
                          </a:solidFill>
                          <a:latin typeface="Arial"/>
                          <a:ea typeface="Arial"/>
                          <a:cs typeface="Arial"/>
                        </a:rPr>
                        <a:t>Displacement-to-capacitance results for a specified geometry</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6"/>
                  </a:ext>
                </a:extLst>
              </a:tr>
            </a:tbl>
          </a:graphicData>
        </a:graphic>
      </p:graphicFrame>
      <p:sp>
        <p:nvSpPr>
          <p:cNvPr id="4" name="A small, well-tested function can earn full bonus credi">
            <a:extLst>
              <a:ext uri="{FF2B5EF4-FFF2-40B4-BE49-F238E27FC236}">
                <a16:creationId xmlns:a16="http://schemas.microsoft.com/office/drawing/2014/main" id="{D98998D3-4042-4347-BCC1-8D5F19AAD456}"/>
              </a:ext>
            </a:extLst>
          </p:cNvPr>
          <p:cNvSpPr>
            <a:spLocks noGrp="1"/>
          </p:cNvSpPr>
          <p:nvPr/>
        </p:nvSpPr>
        <p:spPr>
          <a:xfrm>
            <a:off x="552450" y="5953125"/>
            <a:ext cx="11087100" cy="419100"/>
          </a:xfrm>
          <a:prstGeom prst="rect">
            <a:avLst/>
          </a:prstGeom>
          <a:noFill/>
          <a:ln w="0">
            <a:noFill/>
          </a:ln>
        </p:spPr>
        <p:txBody>
          <a:bodyPr wrap="square" lIns="0" tIns="0" rIns="0" bIns="0" anchor="t">
            <a:noAutofit/>
          </a:bodyPr>
          <a:lstStyle>
            <a:defPPr>
              <a:defRPr sz="2100" b="1">
                <a:solidFill>
                  <a:srgbClr val="245B9B"/>
                </a:solidFill>
                <a:latin typeface="Arial"/>
                <a:ea typeface="Arial"/>
                <a:cs typeface="Arial"/>
              </a:defRPr>
            </a:defPPr>
          </a:lstStyle>
          <a:p>
            <a:pPr>
              <a:defRPr sz="2100" b="1">
                <a:solidFill>
                  <a:srgbClr val="245B9B"/>
                </a:solidFill>
                <a:latin typeface="Arial"/>
                <a:ea typeface="Arial"/>
                <a:cs typeface="Arial"/>
              </a:defRPr>
            </a:pPr>
            <a:r>
              <a:rPr sz="2100" b="1">
                <a:solidFill>
                  <a:srgbClr val="245B9B"/>
                </a:solidFill>
                <a:latin typeface="Arial"/>
                <a:ea typeface="Arial"/>
                <a:cs typeface="Arial"/>
              </a:rPr>
              <a:t>A small, well-tested function can earn full bonus credit.</a:t>
            </a:r>
          </a:p>
        </p:txBody>
      </p:sp>
    </p:spTree>
    <p:extLst>
      <p:ext uri="{BB962C8B-B14F-4D97-AF65-F5344CB8AC3E}">
        <p14:creationId xmlns:p14="http://schemas.microsoft.com/office/powerpoint/2010/main" val="2962763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kill testing and report evidence">
            <a:extLst>
              <a:ext uri="{FF2B5EF4-FFF2-40B4-BE49-F238E27FC236}">
                <a16:creationId xmlns:a16="http://schemas.microsoft.com/office/drawing/2014/main" id="{781455E5-CF41-43A9-86CD-989C03E1508D}"/>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Skill testing and report evidence</a:t>
            </a:r>
          </a:p>
        </p:txBody>
      </p:sp>
      <p:sp>
        <p:nvSpPr>
          <p:cNvPr id="2" name="45">
            <a:extLst>
              <a:ext uri="{FF2B5EF4-FFF2-40B4-BE49-F238E27FC236}">
                <a16:creationId xmlns:a16="http://schemas.microsoft.com/office/drawing/2014/main" id="{D29E6206-BCD3-466D-BFAD-184FBE65D80D}"/>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45</a:t>
            </a:r>
          </a:p>
        </p:txBody>
      </p:sp>
      <p:graphicFrame>
        <p:nvGraphicFramePr>
          <p:cNvPr id="3" name="表格 2">
            <a:extLst>
              <a:ext uri="{FF2B5EF4-FFF2-40B4-BE49-F238E27FC236}">
                <a16:creationId xmlns:a16="http://schemas.microsoft.com/office/drawing/2014/main" id="{F93099E2-EC9C-4277-A551-A4EBAF283CA2}"/>
              </a:ext>
            </a:extLst>
          </p:cNvPr>
          <p:cNvGraphicFramePr/>
          <p:nvPr/>
        </p:nvGraphicFramePr>
        <p:xfrm>
          <a:off x="552450" y="1457325"/>
          <a:ext cx="11087100" cy="2857500"/>
        </p:xfrm>
        <a:graphic>
          <a:graphicData uri="http://schemas.openxmlformats.org/drawingml/2006/table">
            <a:tbl>
              <a:tblPr/>
              <a:tblGrid>
                <a:gridCol w="3286125">
                  <a:extLst>
                    <a:ext uri="{9D8B030D-6E8A-4147-A177-3AD203B41FA5}">
                      <a16:colId xmlns:a16="http://schemas.microsoft.com/office/drawing/2014/main" val="20000"/>
                    </a:ext>
                  </a:extLst>
                </a:gridCol>
                <a:gridCol w="7800975">
                  <a:extLst>
                    <a:ext uri="{9D8B030D-6E8A-4147-A177-3AD203B41FA5}">
                      <a16:colId xmlns:a16="http://schemas.microsoft.com/office/drawing/2014/main" val="20001"/>
                    </a:ext>
                  </a:extLst>
                </a:gridCol>
              </a:tblGrid>
              <a:tr h="714375">
                <a:tc>
                  <a:txBody>
                    <a:bodyPr/>
                    <a:lstStyle/>
                    <a:p>
                      <a:r>
                        <a:rPr sz="2025" b="1">
                          <a:solidFill>
                            <a:srgbClr val="FFFFFF"/>
                          </a:solidFill>
                          <a:latin typeface="Arial"/>
                          <a:ea typeface="Arial"/>
                          <a:cs typeface="Arial"/>
                        </a:rPr>
                        <a:t>Test case</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2025" b="1">
                          <a:solidFill>
                            <a:srgbClr val="FFFFFF"/>
                          </a:solidFill>
                          <a:latin typeface="Arial"/>
                          <a:ea typeface="Arial"/>
                          <a:cs typeface="Arial"/>
                        </a:rPr>
                        <a:t>What to demonstrate</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714375">
                <a:tc>
                  <a:txBody>
                    <a:bodyPr/>
                    <a:lstStyle/>
                    <a:p>
                      <a:r>
                        <a:rPr sz="2025" b="0">
                          <a:solidFill>
                            <a:srgbClr val="172F46"/>
                          </a:solidFill>
                          <a:latin typeface="Arial"/>
                          <a:ea typeface="Arial"/>
                          <a:cs typeface="Arial"/>
                        </a:rPr>
                        <a:t>1. Basic task</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2025" b="0">
                          <a:solidFill>
                            <a:srgbClr val="172F46"/>
                          </a:solidFill>
                          <a:latin typeface="Arial"/>
                          <a:ea typeface="Arial"/>
                          <a:cs typeface="Arial"/>
                        </a:rPr>
                        <a:t>The skill performs the function it claims to perform</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714375">
                <a:tc>
                  <a:txBody>
                    <a:bodyPr/>
                    <a:lstStyle/>
                    <a:p>
                      <a:r>
                        <a:rPr sz="2025" b="0">
                          <a:solidFill>
                            <a:srgbClr val="172F46"/>
                          </a:solidFill>
                          <a:latin typeface="Arial"/>
                          <a:ea typeface="Arial"/>
                          <a:cs typeface="Arial"/>
                        </a:rPr>
                        <a:t>2. Changed input</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2025" b="0">
                          <a:solidFill>
                            <a:srgbClr val="172F46"/>
                          </a:solidFill>
                          <a:latin typeface="Arial"/>
                          <a:ea typeface="Arial"/>
                          <a:cs typeface="Arial"/>
                        </a:rPr>
                        <a:t>It works with another parameter set or dataset</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r h="714375">
                <a:tc>
                  <a:txBody>
                    <a:bodyPr/>
                    <a:lstStyle/>
                    <a:p>
                      <a:r>
                        <a:rPr sz="2025" b="0">
                          <a:solidFill>
                            <a:srgbClr val="172F46"/>
                          </a:solidFill>
                          <a:latin typeface="Arial"/>
                          <a:ea typeface="Arial"/>
                          <a:cs typeface="Arial"/>
                        </a:rPr>
                        <a:t>3. Boundary case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2025" b="0">
                          <a:solidFill>
                            <a:srgbClr val="172F46"/>
                          </a:solidFill>
                          <a:latin typeface="Arial"/>
                          <a:ea typeface="Arial"/>
                          <a:cs typeface="Arial"/>
                        </a:rPr>
                        <a:t>It handles missing information or input outside its stated scope</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4" name="Each case: input, expected result and its basis, actual">
            <a:extLst>
              <a:ext uri="{FF2B5EF4-FFF2-40B4-BE49-F238E27FC236}">
                <a16:creationId xmlns:a16="http://schemas.microsoft.com/office/drawing/2014/main" id="{A7581D7A-50EF-4C82-A90A-DD736BEC01B9}"/>
              </a:ext>
            </a:extLst>
          </p:cNvPr>
          <p:cNvSpPr>
            <a:spLocks noGrp="1"/>
          </p:cNvSpPr>
          <p:nvPr/>
        </p:nvSpPr>
        <p:spPr>
          <a:xfrm>
            <a:off x="552450" y="4695825"/>
            <a:ext cx="11087100" cy="857250"/>
          </a:xfrm>
          <a:prstGeom prst="rect">
            <a:avLst/>
          </a:prstGeom>
          <a:noFill/>
          <a:ln w="0">
            <a:noFill/>
          </a:ln>
        </p:spPr>
        <p:txBody>
          <a:bodyPr wrap="square" lIns="0" tIns="0" rIns="0" bIns="0" anchor="t">
            <a:noAutofit/>
          </a:bodyPr>
          <a:lstStyle>
            <a:defPPr>
              <a:defRPr sz="2175" b="1">
                <a:solidFill>
                  <a:srgbClr val="245B9B"/>
                </a:solidFill>
                <a:latin typeface="Arial"/>
                <a:ea typeface="Arial"/>
                <a:cs typeface="Arial"/>
              </a:defRPr>
            </a:defPPr>
          </a:lstStyle>
          <a:p>
            <a:pPr>
              <a:defRPr sz="2175" b="1">
                <a:solidFill>
                  <a:srgbClr val="245B9B"/>
                </a:solidFill>
                <a:latin typeface="Arial"/>
                <a:ea typeface="Arial"/>
                <a:cs typeface="Arial"/>
              </a:defRPr>
            </a:pPr>
            <a:r>
              <a:rPr sz="2175" b="1">
                <a:solidFill>
                  <a:srgbClr val="245B9B"/>
                </a:solidFill>
                <a:latin typeface="Arial"/>
                <a:ea typeface="Arial"/>
                <a:cs typeface="Arial"/>
              </a:rPr>
              <a:t>Each case: input, expected result and its basis, actual result, conclusion.</a:t>
            </a:r>
          </a:p>
        </p:txBody>
      </p:sp>
      <p:sp>
        <p:nvSpPr>
          <p:cNvPr id="5" name="Include actual runs and independent checks. Instructors">
            <a:extLst>
              <a:ext uri="{FF2B5EF4-FFF2-40B4-BE49-F238E27FC236}">
                <a16:creationId xmlns:a16="http://schemas.microsoft.com/office/drawing/2014/main" id="{7195AF5A-4CB7-4288-B85D-30E1A50A92F7}"/>
              </a:ext>
            </a:extLst>
          </p:cNvPr>
          <p:cNvSpPr>
            <a:spLocks noGrp="1"/>
          </p:cNvSpPr>
          <p:nvPr/>
        </p:nvSpPr>
        <p:spPr>
          <a:xfrm>
            <a:off x="552450" y="5867400"/>
            <a:ext cx="11087100" cy="581025"/>
          </a:xfrm>
          <a:prstGeom prst="rect">
            <a:avLst/>
          </a:prstGeom>
          <a:noFill/>
          <a:ln w="0">
            <a:noFill/>
          </a:ln>
        </p:spPr>
        <p:txBody>
          <a:bodyPr wrap="square" lIns="0" tIns="0" rIns="0" bIns="0" anchor="t">
            <a:noAutofit/>
          </a:bodyPr>
          <a:lstStyle>
            <a:defPPr>
              <a:defRPr sz="1875" b="0">
                <a:solidFill>
                  <a:srgbClr val="4A5968"/>
                </a:solidFill>
                <a:latin typeface="Arial"/>
                <a:ea typeface="Arial"/>
                <a:cs typeface="Arial"/>
              </a:defRPr>
            </a:defPPr>
          </a:lstStyle>
          <a:p>
            <a:pPr>
              <a:defRPr sz="1875" b="0">
                <a:solidFill>
                  <a:srgbClr val="4A5968"/>
                </a:solidFill>
                <a:latin typeface="Arial"/>
                <a:ea typeface="Arial"/>
                <a:cs typeface="Arial"/>
              </a:defRPr>
            </a:pPr>
            <a:r>
              <a:rPr sz="1875" b="0">
                <a:solidFill>
                  <a:srgbClr val="4A5968"/>
                </a:solidFill>
                <a:latin typeface="Arial"/>
                <a:ea typeface="Arial"/>
                <a:cs typeface="Arial"/>
              </a:rPr>
              <a:t>Include actual runs and independent checks. Instructors will test the submitted version.</a:t>
            </a:r>
          </a:p>
        </p:txBody>
      </p:sp>
    </p:spTree>
    <p:extLst>
      <p:ext uri="{BB962C8B-B14F-4D97-AF65-F5344CB8AC3E}">
        <p14:creationId xmlns:p14="http://schemas.microsoft.com/office/powerpoint/2010/main" val="2905435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Bonus assessment and sharing">
            <a:extLst>
              <a:ext uri="{FF2B5EF4-FFF2-40B4-BE49-F238E27FC236}">
                <a16:creationId xmlns:a16="http://schemas.microsoft.com/office/drawing/2014/main" id="{DDA3CC46-68A3-4E76-8E9A-539007262A50}"/>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Bonus assessment and sharing</a:t>
            </a:r>
          </a:p>
        </p:txBody>
      </p:sp>
      <p:sp>
        <p:nvSpPr>
          <p:cNvPr id="2" name="46">
            <a:extLst>
              <a:ext uri="{FF2B5EF4-FFF2-40B4-BE49-F238E27FC236}">
                <a16:creationId xmlns:a16="http://schemas.microsoft.com/office/drawing/2014/main" id="{2A1CC8EF-9242-4AD6-92B6-F4DCE25907F8}"/>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46</a:t>
            </a:r>
          </a:p>
        </p:txBody>
      </p:sp>
      <p:sp>
        <p:nvSpPr>
          <p:cNvPr id="3" name="COMSOL route: no AI">
            <a:extLst>
              <a:ext uri="{FF2B5EF4-FFF2-40B4-BE49-F238E27FC236}">
                <a16:creationId xmlns:a16="http://schemas.microsoft.com/office/drawing/2014/main" id="{D11FEA58-1658-42AB-A59F-43D159782D50}"/>
              </a:ext>
            </a:extLst>
          </p:cNvPr>
          <p:cNvSpPr>
            <a:spLocks noGrp="1"/>
          </p:cNvSpPr>
          <p:nvPr/>
        </p:nvSpPr>
        <p:spPr>
          <a:xfrm>
            <a:off x="552450" y="1457325"/>
            <a:ext cx="5238750" cy="457200"/>
          </a:xfrm>
          <a:prstGeom prst="rect">
            <a:avLst/>
          </a:prstGeom>
          <a:noFill/>
          <a:ln w="0">
            <a:noFill/>
          </a:ln>
        </p:spPr>
        <p:txBody>
          <a:bodyPr wrap="square" lIns="0" tIns="0" rIns="0" bIns="0" anchor="t">
            <a:noAutofit/>
          </a:bodyPr>
          <a:lstStyle>
            <a:defPPr>
              <a:defRPr sz="2250" b="1">
                <a:solidFill>
                  <a:srgbClr val="245B9B"/>
                </a:solidFill>
                <a:latin typeface="Arial"/>
                <a:ea typeface="Arial"/>
                <a:cs typeface="Arial"/>
              </a:defRPr>
            </a:defPPr>
          </a:lstStyle>
          <a:p>
            <a:pPr>
              <a:defRPr sz="2250" b="1">
                <a:solidFill>
                  <a:srgbClr val="245B9B"/>
                </a:solidFill>
                <a:latin typeface="Arial"/>
                <a:ea typeface="Arial"/>
                <a:cs typeface="Arial"/>
              </a:defRPr>
            </a:pPr>
            <a:r>
              <a:rPr sz="2250" b="1">
                <a:solidFill>
                  <a:srgbClr val="245B9B"/>
                </a:solidFill>
                <a:latin typeface="Arial"/>
                <a:ea typeface="Arial"/>
                <a:cs typeface="Arial"/>
              </a:rPr>
              <a:t>COMSOL route: no AI</a:t>
            </a:r>
          </a:p>
        </p:txBody>
      </p:sp>
      <p:sp>
        <p:nvSpPr>
          <p:cNvPr id="4" name="Skill route: AI-assisted work">
            <a:extLst>
              <a:ext uri="{FF2B5EF4-FFF2-40B4-BE49-F238E27FC236}">
                <a16:creationId xmlns:a16="http://schemas.microsoft.com/office/drawing/2014/main" id="{C3CD69E3-0077-4A2B-9EC7-F51722FCCCFC}"/>
              </a:ext>
            </a:extLst>
          </p:cNvPr>
          <p:cNvSpPr>
            <a:spLocks noGrp="1"/>
          </p:cNvSpPr>
          <p:nvPr/>
        </p:nvSpPr>
        <p:spPr>
          <a:xfrm>
            <a:off x="6400800" y="1457325"/>
            <a:ext cx="5238750" cy="457200"/>
          </a:xfrm>
          <a:prstGeom prst="rect">
            <a:avLst/>
          </a:prstGeom>
          <a:noFill/>
          <a:ln w="0">
            <a:noFill/>
          </a:ln>
        </p:spPr>
        <p:txBody>
          <a:bodyPr wrap="square" lIns="0" tIns="0" rIns="0" bIns="0" anchor="t">
            <a:noAutofit/>
          </a:bodyPr>
          <a:lstStyle>
            <a:defPPr>
              <a:defRPr sz="2250" b="1">
                <a:solidFill>
                  <a:srgbClr val="245B9B"/>
                </a:solidFill>
                <a:latin typeface="Arial"/>
                <a:ea typeface="Arial"/>
                <a:cs typeface="Arial"/>
              </a:defRPr>
            </a:defPPr>
          </a:lstStyle>
          <a:p>
            <a:pPr>
              <a:defRPr sz="2250" b="1">
                <a:solidFill>
                  <a:srgbClr val="245B9B"/>
                </a:solidFill>
                <a:latin typeface="Arial"/>
                <a:ea typeface="Arial"/>
                <a:cs typeface="Arial"/>
              </a:defRPr>
            </a:pPr>
            <a:r>
              <a:rPr sz="2250" b="1">
                <a:solidFill>
                  <a:srgbClr val="245B9B"/>
                </a:solidFill>
                <a:latin typeface="Arial"/>
                <a:ea typeface="Arial"/>
                <a:cs typeface="Arial"/>
              </a:rPr>
              <a:t>Skill route: AI-assisted work</a:t>
            </a:r>
          </a:p>
        </p:txBody>
      </p:sp>
      <p:graphicFrame>
        <p:nvGraphicFramePr>
          <p:cNvPr id="5" name="表格 4">
            <a:extLst>
              <a:ext uri="{FF2B5EF4-FFF2-40B4-BE49-F238E27FC236}">
                <a16:creationId xmlns:a16="http://schemas.microsoft.com/office/drawing/2014/main" id="{A0F35115-2C32-4CA4-BD12-A5CFD92B2DF3}"/>
              </a:ext>
            </a:extLst>
          </p:cNvPr>
          <p:cNvGraphicFramePr/>
          <p:nvPr/>
        </p:nvGraphicFramePr>
        <p:xfrm>
          <a:off x="552450" y="2047875"/>
          <a:ext cx="5238750" cy="2857500"/>
        </p:xfrm>
        <a:graphic>
          <a:graphicData uri="http://schemas.openxmlformats.org/drawingml/2006/table">
            <a:tbl>
              <a:tblPr/>
              <a:tblGrid>
                <a:gridCol w="428625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tblGrid>
              <a:tr h="571500">
                <a:tc>
                  <a:txBody>
                    <a:bodyPr/>
                    <a:lstStyle/>
                    <a:p>
                      <a:r>
                        <a:rPr sz="1725" b="1">
                          <a:solidFill>
                            <a:srgbClr val="FFFFFF"/>
                          </a:solidFill>
                          <a:latin typeface="Arial"/>
                          <a:ea typeface="Arial"/>
                          <a:cs typeface="Arial"/>
                        </a:rPr>
                        <a:t>Criterion</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725" b="1">
                          <a:solidFill>
                            <a:srgbClr val="FFFFFF"/>
                          </a:solidFill>
                          <a:latin typeface="Arial"/>
                          <a:ea typeface="Arial"/>
                          <a:cs typeface="Arial"/>
                        </a:rPr>
                        <a:t>Points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571500">
                <a:tc>
                  <a:txBody>
                    <a:bodyPr/>
                    <a:lstStyle/>
                    <a:p>
                      <a:r>
                        <a:rPr sz="1725" b="0">
                          <a:solidFill>
                            <a:srgbClr val="172F46"/>
                          </a:solidFill>
                          <a:latin typeface="Arial"/>
                          <a:ea typeface="Arial"/>
                          <a:cs typeface="Arial"/>
                        </a:rPr>
                        <a:t>Model and physical assumptions</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725" b="0">
                          <a:solidFill>
                            <a:srgbClr val="172F46"/>
                          </a:solidFill>
                          <a:latin typeface="Arial"/>
                          <a:ea typeface="Arial"/>
                          <a:cs typeface="Arial"/>
                        </a:rPr>
                        <a:t>3</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725" b="0">
                          <a:solidFill>
                            <a:srgbClr val="172F46"/>
                          </a:solidFill>
                          <a:latin typeface="Arial"/>
                          <a:ea typeface="Arial"/>
                          <a:cs typeface="Arial"/>
                        </a:rPr>
                        <a:t>Mesh refinement and validation</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725" b="0">
                          <a:solidFill>
                            <a:srgbClr val="172F46"/>
                          </a:solidFill>
                          <a:latin typeface="Arial"/>
                          <a:ea typeface="Arial"/>
                          <a:cs typeface="Arial"/>
                        </a:rPr>
                        <a:t>3</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r h="571500">
                <a:tc>
                  <a:txBody>
                    <a:bodyPr/>
                    <a:lstStyle/>
                    <a:p>
                      <a:r>
                        <a:rPr sz="1725" b="0">
                          <a:solidFill>
                            <a:srgbClr val="172F46"/>
                          </a:solidFill>
                          <a:latin typeface="Arial"/>
                          <a:ea typeface="Arial"/>
                          <a:cs typeface="Arial"/>
                        </a:rPr>
                        <a:t>Parameters and Simulink connection</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725" b="0">
                          <a:solidFill>
                            <a:srgbClr val="172F46"/>
                          </a:solidFill>
                          <a:latin typeface="Arial"/>
                          <a:ea typeface="Arial"/>
                          <a:cs typeface="Arial"/>
                        </a:rPr>
                        <a:t>2</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3"/>
                  </a:ext>
                </a:extLst>
              </a:tr>
              <a:tr h="571500">
                <a:tc>
                  <a:txBody>
                    <a:bodyPr/>
                    <a:lstStyle/>
                    <a:p>
                      <a:r>
                        <a:rPr sz="1725" b="0">
                          <a:solidFill>
                            <a:srgbClr val="172F46"/>
                          </a:solidFill>
                          <a:latin typeface="Arial"/>
                          <a:ea typeface="Arial"/>
                          <a:cs typeface="Arial"/>
                        </a:rPr>
                        <a:t>Report and reproducibility</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725" b="0">
                          <a:solidFill>
                            <a:srgbClr val="172F46"/>
                          </a:solidFill>
                          <a:latin typeface="Arial"/>
                          <a:ea typeface="Arial"/>
                          <a:cs typeface="Arial"/>
                        </a:rPr>
                        <a:t>2</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4"/>
                  </a:ext>
                </a:extLst>
              </a:tr>
            </a:tbl>
          </a:graphicData>
        </a:graphic>
      </p:graphicFrame>
      <p:graphicFrame>
        <p:nvGraphicFramePr>
          <p:cNvPr id="6" name="表格 5">
            <a:extLst>
              <a:ext uri="{FF2B5EF4-FFF2-40B4-BE49-F238E27FC236}">
                <a16:creationId xmlns:a16="http://schemas.microsoft.com/office/drawing/2014/main" id="{A93B08D0-49ED-4A0E-AAA6-D01918AABF9F}"/>
              </a:ext>
            </a:extLst>
          </p:cNvPr>
          <p:cNvGraphicFramePr/>
          <p:nvPr/>
        </p:nvGraphicFramePr>
        <p:xfrm>
          <a:off x="6400800" y="2047875"/>
          <a:ext cx="5238750" cy="2857500"/>
        </p:xfrm>
        <a:graphic>
          <a:graphicData uri="http://schemas.openxmlformats.org/drawingml/2006/table">
            <a:tbl>
              <a:tblPr/>
              <a:tblGrid>
                <a:gridCol w="428625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tblGrid>
              <a:tr h="571500">
                <a:tc>
                  <a:txBody>
                    <a:bodyPr/>
                    <a:lstStyle/>
                    <a:p>
                      <a:r>
                        <a:rPr sz="1725" b="1">
                          <a:solidFill>
                            <a:srgbClr val="FFFFFF"/>
                          </a:solidFill>
                          <a:latin typeface="Arial"/>
                          <a:ea typeface="Arial"/>
                          <a:cs typeface="Arial"/>
                        </a:rPr>
                        <a:t>Criterion</a:t>
                      </a:r>
                    </a:p>
                  </a:txBody>
                  <a:tcPr marL="133350" marR="133350" marT="85725" marB="85725"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tc>
                  <a:txBody>
                    <a:bodyPr/>
                    <a:lstStyle/>
                    <a:p>
                      <a:r>
                        <a:rPr sz="1725" b="1">
                          <a:solidFill>
                            <a:srgbClr val="FFFFFF"/>
                          </a:solidFill>
                          <a:latin typeface="Arial"/>
                          <a:ea typeface="Arial"/>
                          <a:cs typeface="Arial"/>
                        </a:rPr>
                        <a:t>Points</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a:solidFill>
                        <a:srgbClr val="D9E2EC"/>
                      </a:solidFill>
                      <a:prstDash val="solid"/>
                    </a:lnT>
                    <a:lnB w="9525">
                      <a:solidFill>
                        <a:srgbClr val="D9E2EC"/>
                      </a:solidFill>
                      <a:prstDash val="solid"/>
                    </a:lnB>
                    <a:solidFill>
                      <a:srgbClr val="245B9B"/>
                    </a:solidFill>
                  </a:tcPr>
                </a:tc>
                <a:extLst>
                  <a:ext uri="{0D108BD9-81ED-4DB2-BD59-A6C34878D82A}">
                    <a16:rowId xmlns:a16="http://schemas.microsoft.com/office/drawing/2014/main" val="10000"/>
                  </a:ext>
                </a:extLst>
              </a:tr>
              <a:tr h="571500">
                <a:tc>
                  <a:txBody>
                    <a:bodyPr/>
                    <a:lstStyle/>
                    <a:p>
                      <a:r>
                        <a:rPr sz="1725" b="0">
                          <a:solidFill>
                            <a:srgbClr val="172F46"/>
                          </a:solidFill>
                          <a:latin typeface="Arial"/>
                          <a:ea typeface="Arial"/>
                          <a:cs typeface="Arial"/>
                        </a:rPr>
                        <a:t>Useful, correct function</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725" b="0">
                          <a:solidFill>
                            <a:srgbClr val="172F46"/>
                          </a:solidFill>
                          <a:latin typeface="Arial"/>
                          <a:ea typeface="Arial"/>
                          <a:cs typeface="Arial"/>
                        </a:rPr>
                        <a:t>3</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725" b="0">
                          <a:solidFill>
                            <a:srgbClr val="172F46"/>
                          </a:solidFill>
                          <a:latin typeface="Arial"/>
                          <a:ea typeface="Arial"/>
                          <a:cs typeface="Arial"/>
                        </a:rPr>
                        <a:t>Tests and independent evidence</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725" b="0">
                          <a:solidFill>
                            <a:srgbClr val="172F46"/>
                          </a:solidFill>
                          <a:latin typeface="Arial"/>
                          <a:ea typeface="Arial"/>
                          <a:cs typeface="Arial"/>
                        </a:rPr>
                        <a:t>3</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2"/>
                  </a:ext>
                </a:extLst>
              </a:tr>
              <a:tr h="571500">
                <a:tc>
                  <a:txBody>
                    <a:bodyPr/>
                    <a:lstStyle/>
                    <a:p>
                      <a:r>
                        <a:rPr sz="1725" b="0">
                          <a:solidFill>
                            <a:srgbClr val="172F46"/>
                          </a:solidFill>
                          <a:latin typeface="Arial"/>
                          <a:ea typeface="Arial"/>
                          <a:cs typeface="Arial"/>
                        </a:rPr>
                        <a:t>Instructions and reproducibility</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tc>
                  <a:txBody>
                    <a:bodyPr/>
                    <a:lstStyle/>
                    <a:p>
                      <a:r>
                        <a:rPr sz="1725" b="0">
                          <a:solidFill>
                            <a:srgbClr val="172F46"/>
                          </a:solidFill>
                          <a:latin typeface="Arial"/>
                          <a:ea typeface="Arial"/>
                          <a:cs typeface="Arial"/>
                        </a:rPr>
                        <a:t>2</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FFFFF"/>
                    </a:solidFill>
                  </a:tcPr>
                </a:tc>
                <a:extLst>
                  <a:ext uri="{0D108BD9-81ED-4DB2-BD59-A6C34878D82A}">
                    <a16:rowId xmlns:a16="http://schemas.microsoft.com/office/drawing/2014/main" val="10003"/>
                  </a:ext>
                </a:extLst>
              </a:tr>
              <a:tr h="571500">
                <a:tc>
                  <a:txBody>
                    <a:bodyPr/>
                    <a:lstStyle/>
                    <a:p>
                      <a:r>
                        <a:rPr sz="1725" b="0">
                          <a:solidFill>
                            <a:srgbClr val="172F46"/>
                          </a:solidFill>
                          <a:latin typeface="Arial"/>
                          <a:ea typeface="Arial"/>
                          <a:cs typeface="Arial"/>
                        </a:rPr>
                        <a:t>Contribution and limitations</a:t>
                      </a:r>
                    </a:p>
                  </a:txBody>
                  <a:tcPr marL="133350" marR="133350" marT="85725" marB="85725" anchor="ctr">
                    <a:lnL w="9525">
                      <a:solidFill>
                        <a:srgbClr val="D9E2EC"/>
                      </a:solidFill>
                      <a:prstDash val="soli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tc>
                  <a:txBody>
                    <a:bodyPr/>
                    <a:lstStyle/>
                    <a:p>
                      <a:r>
                        <a:rPr sz="1725" b="0">
                          <a:solidFill>
                            <a:srgbClr val="172F46"/>
                          </a:solidFill>
                          <a:latin typeface="Arial"/>
                          <a:ea typeface="Arial"/>
                          <a:cs typeface="Arial"/>
                        </a:rPr>
                        <a:t>2</a:t>
                      </a:r>
                    </a:p>
                  </a:txBody>
                  <a:tcPr marL="133350" marR="133350" marT="85725" marB="85725" anchor="ctr">
                    <a:lnL w="9525" cap="flat" cmpd="sng" algn="ctr">
                      <a:solidFill>
                        <a:srgbClr val="D9E2EC"/>
                      </a:solidFill>
                      <a:prstDash val="solid"/>
                      <a:round/>
                      <a:headEnd type="none" w="med" len="med"/>
                      <a:tailEnd type="none" w="med" len="med"/>
                    </a:lnL>
                    <a:lnR w="9525">
                      <a:solidFill>
                        <a:srgbClr val="D9E2EC"/>
                      </a:solidFill>
                      <a:prstDash val="solid"/>
                    </a:lnR>
                    <a:lnT w="9525" cap="flat" cmpd="sng" algn="ctr">
                      <a:solidFill>
                        <a:srgbClr val="D9E2EC"/>
                      </a:solidFill>
                      <a:prstDash val="solid"/>
                      <a:round/>
                      <a:headEnd type="none" w="med" len="med"/>
                      <a:tailEnd type="none" w="med" len="med"/>
                    </a:lnT>
                    <a:lnB w="9525">
                      <a:solidFill>
                        <a:srgbClr val="D9E2EC"/>
                      </a:solidFill>
                      <a:prstDash val="solid"/>
                    </a:lnB>
                    <a:solidFill>
                      <a:srgbClr val="F3F6FA"/>
                    </a:solidFill>
                  </a:tcPr>
                </a:tc>
                <a:extLst>
                  <a:ext uri="{0D108BD9-81ED-4DB2-BD59-A6C34878D82A}">
                    <a16:rowId xmlns:a16="http://schemas.microsoft.com/office/drawing/2014/main" val="10004"/>
                  </a:ext>
                </a:extLst>
              </a:tr>
            </a:tbl>
          </a:graphicData>
        </a:graphic>
      </p:graphicFrame>
      <p:sp>
        <p:nvSpPr>
          <p:cNvPr id="7" name="Open source is encouraged. Include the GitHub URL and t">
            <a:extLst>
              <a:ext uri="{FF2B5EF4-FFF2-40B4-BE49-F238E27FC236}">
                <a16:creationId xmlns:a16="http://schemas.microsoft.com/office/drawing/2014/main" id="{9D24B8E0-50D7-40FF-AC25-11CBD16252FB}"/>
              </a:ext>
            </a:extLst>
          </p:cNvPr>
          <p:cNvSpPr>
            <a:spLocks noGrp="1"/>
          </p:cNvSpPr>
          <p:nvPr/>
        </p:nvSpPr>
        <p:spPr>
          <a:xfrm>
            <a:off x="552450" y="5219700"/>
            <a:ext cx="11087100" cy="857250"/>
          </a:xfrm>
          <a:prstGeom prst="rect">
            <a:avLst/>
          </a:prstGeom>
          <a:noFill/>
          <a:ln w="0">
            <a:noFill/>
          </a:ln>
        </p:spPr>
        <p:txBody>
          <a:bodyPr wrap="square" lIns="0" tIns="0" rIns="0" bIns="0" anchor="t">
            <a:noAutofit/>
          </a:bodyPr>
          <a:lstStyle>
            <a:defPPr>
              <a:defRPr sz="2025" b="1">
                <a:solidFill>
                  <a:srgbClr val="245B9B"/>
                </a:solidFill>
                <a:latin typeface="Arial"/>
                <a:ea typeface="Arial"/>
                <a:cs typeface="Arial"/>
              </a:defRPr>
            </a:defPPr>
          </a:lstStyle>
          <a:p>
            <a:pPr>
              <a:defRPr sz="2025" b="1">
                <a:solidFill>
                  <a:srgbClr val="245B9B"/>
                </a:solidFill>
                <a:latin typeface="Arial"/>
                <a:ea typeface="Arial"/>
                <a:cs typeface="Arial"/>
              </a:defRPr>
            </a:pPr>
            <a:r>
              <a:rPr sz="2025" b="1">
                <a:solidFill>
                  <a:srgbClr val="245B9B"/>
                </a:solidFill>
                <a:latin typeface="Arial"/>
                <a:ea typeface="Arial"/>
                <a:cs typeface="Arial"/>
              </a:rPr>
              <a:t>Open source is encouraged. Include the GitHub URL and tested commit or release in the report.</a:t>
            </a:r>
          </a:p>
        </p:txBody>
      </p:sp>
      <p:sp>
        <p:nvSpPr>
          <p:cNvPr id="8" name="Teacher-accessible private links are acceptable. A repo">
            <a:extLst>
              <a:ext uri="{FF2B5EF4-FFF2-40B4-BE49-F238E27FC236}">
                <a16:creationId xmlns:a16="http://schemas.microsoft.com/office/drawing/2014/main" id="{07757718-2DC2-4BDE-8AF4-DED096CEC58E}"/>
              </a:ext>
            </a:extLst>
          </p:cNvPr>
          <p:cNvSpPr>
            <a:spLocks noGrp="1"/>
          </p:cNvSpPr>
          <p:nvPr/>
        </p:nvSpPr>
        <p:spPr>
          <a:xfrm>
            <a:off x="552450" y="6076950"/>
            <a:ext cx="11087100" cy="361950"/>
          </a:xfrm>
          <a:prstGeom prst="rect">
            <a:avLst/>
          </a:prstGeom>
          <a:noFill/>
          <a:ln w="0">
            <a:noFill/>
          </a:ln>
        </p:spPr>
        <p:txBody>
          <a:bodyPr wrap="square" lIns="0" tIns="0" rIns="0" bIns="0" anchor="t">
            <a:noAutofit/>
          </a:bodyPr>
          <a:lstStyle>
            <a:defPPr>
              <a:defRPr sz="1725" b="0">
                <a:solidFill>
                  <a:srgbClr val="4A5968"/>
                </a:solidFill>
                <a:latin typeface="Arial"/>
                <a:ea typeface="Arial"/>
                <a:cs typeface="Arial"/>
              </a:defRPr>
            </a:defPPr>
          </a:lstStyle>
          <a:p>
            <a:pPr>
              <a:defRPr sz="1725" b="0">
                <a:solidFill>
                  <a:srgbClr val="4A5968"/>
                </a:solidFill>
                <a:latin typeface="Arial"/>
                <a:ea typeface="Arial"/>
                <a:cs typeface="Arial"/>
              </a:defRPr>
            </a:pPr>
            <a:r>
              <a:rPr sz="1725" b="0">
                <a:solidFill>
                  <a:srgbClr val="4A5968"/>
                </a:solidFill>
                <a:latin typeface="Arial"/>
                <a:ea typeface="Arial"/>
                <a:cs typeface="Arial"/>
              </a:rPr>
              <a:t>Teacher-accessible private links are acceptable. A repository link alone earns no points.</a:t>
            </a:r>
          </a:p>
        </p:txBody>
      </p:sp>
    </p:spTree>
    <p:extLst>
      <p:ext uri="{BB962C8B-B14F-4D97-AF65-F5344CB8AC3E}">
        <p14:creationId xmlns:p14="http://schemas.microsoft.com/office/powerpoint/2010/main" val="14281192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MEL7011">
            <a:extLst>
              <a:ext uri="{FF2B5EF4-FFF2-40B4-BE49-F238E27FC236}">
                <a16:creationId xmlns:a16="http://schemas.microsoft.com/office/drawing/2014/main" id="{EA9BB8C2-4F4B-4E76-A90D-5451629652F1}"/>
              </a:ext>
            </a:extLst>
          </p:cNvPr>
          <p:cNvSpPr>
            <a:spLocks noGrp="1"/>
          </p:cNvSpPr>
          <p:nvPr/>
        </p:nvSpPr>
        <p:spPr>
          <a:xfrm>
            <a:off x="552450" y="381000"/>
            <a:ext cx="11087100" cy="685800"/>
          </a:xfrm>
          <a:prstGeom prst="rect">
            <a:avLst/>
          </a:prstGeom>
          <a:noFill/>
          <a:ln w="0">
            <a:noFill/>
          </a:ln>
        </p:spPr>
        <p:txBody>
          <a:bodyPr wrap="square" lIns="0" tIns="0" rIns="0" bIns="0" anchor="t">
            <a:noAutofit/>
          </a:bodyPr>
          <a:lstStyle>
            <a:defPPr>
              <a:defRPr sz="3225" b="1">
                <a:solidFill>
                  <a:srgbClr val="245B9B"/>
                </a:solidFill>
                <a:latin typeface="Arial"/>
                <a:ea typeface="Arial"/>
                <a:cs typeface="Arial"/>
              </a:defRPr>
            </a:defPPr>
          </a:lstStyle>
          <a:p>
            <a:pPr>
              <a:defRPr sz="3225" b="1">
                <a:solidFill>
                  <a:srgbClr val="245B9B"/>
                </a:solidFill>
                <a:latin typeface="Arial"/>
                <a:ea typeface="Arial"/>
                <a:cs typeface="Arial"/>
              </a:defRPr>
            </a:pPr>
            <a:r>
              <a:rPr sz="3225" b="1">
                <a:solidFill>
                  <a:srgbClr val="245B9B"/>
                </a:solidFill>
                <a:latin typeface="Arial"/>
                <a:ea typeface="Arial"/>
                <a:cs typeface="Arial"/>
              </a:rPr>
              <a:t>IMEL7011</a:t>
            </a:r>
          </a:p>
        </p:txBody>
      </p:sp>
      <p:sp>
        <p:nvSpPr>
          <p:cNvPr id="2" name="Thank you!">
            <a:extLst>
              <a:ext uri="{FF2B5EF4-FFF2-40B4-BE49-F238E27FC236}">
                <a16:creationId xmlns:a16="http://schemas.microsoft.com/office/drawing/2014/main" id="{1B28BEDB-277B-47E3-AE0A-00D0C3E00FC7}"/>
              </a:ext>
            </a:extLst>
          </p:cNvPr>
          <p:cNvSpPr>
            <a:spLocks noGrp="1"/>
          </p:cNvSpPr>
          <p:nvPr/>
        </p:nvSpPr>
        <p:spPr>
          <a:xfrm>
            <a:off x="762000" y="2286000"/>
            <a:ext cx="5238750" cy="1000125"/>
          </a:xfrm>
          <a:prstGeom prst="rect">
            <a:avLst/>
          </a:prstGeom>
          <a:noFill/>
          <a:ln w="0">
            <a:noFill/>
          </a:ln>
        </p:spPr>
        <p:txBody>
          <a:bodyPr wrap="square" lIns="0" tIns="0" rIns="0" bIns="0" anchor="t">
            <a:noAutofit/>
          </a:bodyPr>
          <a:lstStyle>
            <a:defPPr>
              <a:defRPr sz="5400" b="1">
                <a:solidFill>
                  <a:srgbClr val="245B9B"/>
                </a:solidFill>
                <a:latin typeface="Consolas"/>
                <a:ea typeface="Consolas"/>
                <a:cs typeface="Consolas"/>
              </a:defRPr>
            </a:defPPr>
          </a:lstStyle>
          <a:p>
            <a:pPr>
              <a:defRPr sz="5400" b="1">
                <a:solidFill>
                  <a:srgbClr val="245B9B"/>
                </a:solidFill>
                <a:latin typeface="Consolas"/>
                <a:ea typeface="Consolas"/>
                <a:cs typeface="Consolas"/>
              </a:defRPr>
            </a:pPr>
            <a:r>
              <a:rPr sz="5400" b="1">
                <a:solidFill>
                  <a:srgbClr val="245B9B"/>
                </a:solidFill>
                <a:latin typeface="Consolas"/>
                <a:ea typeface="Consolas"/>
                <a:cs typeface="Consolas"/>
              </a:rPr>
              <a:t>Thank you!</a:t>
            </a:r>
          </a:p>
        </p:txBody>
      </p:sp>
      <p:sp>
        <p:nvSpPr>
          <p:cNvPr id="3" name="Questions and ideas are welcome.">
            <a:extLst>
              <a:ext uri="{FF2B5EF4-FFF2-40B4-BE49-F238E27FC236}">
                <a16:creationId xmlns:a16="http://schemas.microsoft.com/office/drawing/2014/main" id="{0A54F514-78F0-4A65-AB47-4DC3CB5D47FE}"/>
              </a:ext>
            </a:extLst>
          </p:cNvPr>
          <p:cNvSpPr>
            <a:spLocks noGrp="1"/>
          </p:cNvSpPr>
          <p:nvPr/>
        </p:nvSpPr>
        <p:spPr>
          <a:xfrm>
            <a:off x="762000" y="3495675"/>
            <a:ext cx="4905375" cy="857250"/>
          </a:xfrm>
          <a:prstGeom prst="rect">
            <a:avLst/>
          </a:prstGeom>
          <a:noFill/>
          <a:ln w="0">
            <a:noFill/>
          </a:ln>
        </p:spPr>
        <p:txBody>
          <a:bodyPr wrap="square" lIns="0" tIns="0" rIns="0" bIns="0" anchor="t">
            <a:noAutofit/>
          </a:bodyPr>
          <a:lstStyle>
            <a:defPPr>
              <a:defRPr sz="2100" b="0">
                <a:solidFill>
                  <a:srgbClr val="172F46"/>
                </a:solidFill>
                <a:latin typeface="Arial"/>
                <a:ea typeface="Arial"/>
                <a:cs typeface="Arial"/>
              </a:defRPr>
            </a:defPPr>
          </a:lstStyle>
          <a:p>
            <a:pPr>
              <a:defRPr sz="2100" b="0">
                <a:solidFill>
                  <a:srgbClr val="172F46"/>
                </a:solidFill>
                <a:latin typeface="Arial"/>
                <a:ea typeface="Arial"/>
                <a:cs typeface="Arial"/>
              </a:defRPr>
            </a:pPr>
            <a:r>
              <a:rPr sz="2100" b="0">
                <a:solidFill>
                  <a:srgbClr val="172F46"/>
                </a:solidFill>
                <a:latin typeface="Arial"/>
                <a:ea typeface="Arial"/>
                <a:cs typeface="Arial"/>
              </a:rPr>
              <a:t>Questions and ideas are welcome.</a:t>
            </a:r>
          </a:p>
        </p:txBody>
      </p:sp>
      <p:sp>
        <p:nvSpPr>
          <p:cNvPr id="5" name="MEMS modeling · Simulink · Responsible AI">
            <a:extLst>
              <a:ext uri="{FF2B5EF4-FFF2-40B4-BE49-F238E27FC236}">
                <a16:creationId xmlns:a16="http://schemas.microsoft.com/office/drawing/2014/main" id="{36077162-69E6-4C9D-B22B-37F22BAFBE69}"/>
              </a:ext>
            </a:extLst>
          </p:cNvPr>
          <p:cNvSpPr>
            <a:spLocks noGrp="1"/>
          </p:cNvSpPr>
          <p:nvPr/>
        </p:nvSpPr>
        <p:spPr>
          <a:xfrm>
            <a:off x="762000" y="5857875"/>
            <a:ext cx="10477500" cy="342900"/>
          </a:xfrm>
          <a:prstGeom prst="rect">
            <a:avLst/>
          </a:prstGeom>
          <a:noFill/>
          <a:ln w="0">
            <a:noFill/>
          </a:ln>
        </p:spPr>
        <p:txBody>
          <a:bodyPr wrap="square" lIns="0" tIns="0" rIns="0" bIns="0" anchor="t">
            <a:noAutofit/>
          </a:bodyPr>
          <a:lstStyle>
            <a:defPPr>
              <a:defRPr sz="1725" b="0">
                <a:solidFill>
                  <a:srgbClr val="586979"/>
                </a:solidFill>
                <a:latin typeface="Arial"/>
                <a:ea typeface="Arial"/>
                <a:cs typeface="Arial"/>
              </a:defRPr>
            </a:defPPr>
          </a:lstStyle>
          <a:p>
            <a:pPr>
              <a:defRPr sz="1725" b="0">
                <a:solidFill>
                  <a:srgbClr val="586979"/>
                </a:solidFill>
                <a:latin typeface="Arial"/>
                <a:ea typeface="Arial"/>
                <a:cs typeface="Arial"/>
              </a:defRPr>
            </a:pPr>
            <a:r>
              <a:rPr sz="1725" b="0">
                <a:solidFill>
                  <a:srgbClr val="586979"/>
                </a:solidFill>
                <a:latin typeface="Arial"/>
                <a:ea typeface="Arial"/>
                <a:cs typeface="Arial"/>
              </a:rPr>
              <a:t>MEMS modeling · Simulink · Responsible AI</a:t>
            </a:r>
          </a:p>
        </p:txBody>
      </p:sp>
      <p:sp>
        <p:nvSpPr>
          <p:cNvPr id="6" name="47">
            <a:extLst>
              <a:ext uri="{FF2B5EF4-FFF2-40B4-BE49-F238E27FC236}">
                <a16:creationId xmlns:a16="http://schemas.microsoft.com/office/drawing/2014/main" id="{E027A09C-85CF-49B2-A484-05307DEB540C}"/>
              </a:ext>
            </a:extLst>
          </p:cNvPr>
          <p:cNvSpPr>
            <a:spLocks noGrp="1"/>
          </p:cNvSpPr>
          <p:nvPr/>
        </p:nvSpPr>
        <p:spPr>
          <a:xfrm>
            <a:off x="11258550" y="6457950"/>
            <a:ext cx="428625" cy="238125"/>
          </a:xfrm>
          <a:prstGeom prst="rect">
            <a:avLst/>
          </a:prstGeom>
          <a:noFill/>
          <a:ln w="0">
            <a:noFill/>
          </a:ln>
        </p:spPr>
        <p:txBody>
          <a:bodyPr wrap="square" lIns="0" tIns="0" rIns="0" bIns="0" anchor="t">
            <a:noAutofit/>
          </a:bodyPr>
          <a:lstStyle>
            <a:defPPr>
              <a:defRPr sz="1275" b="0">
                <a:solidFill>
                  <a:srgbClr val="4A5968"/>
                </a:solidFill>
                <a:latin typeface="Arial"/>
                <a:ea typeface="Arial"/>
                <a:cs typeface="Arial"/>
              </a:defRPr>
            </a:defPPr>
          </a:lstStyle>
          <a:p>
            <a:pPr>
              <a:defRPr sz="1275" b="0">
                <a:solidFill>
                  <a:srgbClr val="4A5968"/>
                </a:solidFill>
                <a:latin typeface="Arial"/>
                <a:ea typeface="Arial"/>
                <a:cs typeface="Arial"/>
              </a:defRPr>
            </a:pPr>
            <a:r>
              <a:rPr sz="1275" b="0">
                <a:solidFill>
                  <a:srgbClr val="4A5968"/>
                </a:solidFill>
                <a:latin typeface="Arial"/>
                <a:ea typeface="Arial"/>
                <a:cs typeface="Arial"/>
              </a:rPr>
              <a:t>47</a:t>
            </a:r>
          </a:p>
        </p:txBody>
      </p:sp>
      <p:pic>
        <p:nvPicPr>
          <p:cNvPr id="7" name="图片 6">
            <a:extLst>
              <a:ext uri="{FF2B5EF4-FFF2-40B4-BE49-F238E27FC236}">
                <a16:creationId xmlns:a16="http://schemas.microsoft.com/office/drawing/2014/main" id="{9BF93B19-84EC-4578-BEDE-9258B37A2F0F}"/>
              </a:ext>
            </a:extLst>
          </p:cNvPr>
          <p:cNvPicPr>
            <a:picLocks noChangeAspect="1"/>
          </p:cNvPicPr>
          <p:nvPr/>
        </p:nvPicPr>
        <p:blipFill>
          <a:blip r:embed="rId3"/>
          <a:stretch/>
        </p:blipFill>
        <p:spPr>
          <a:xfrm>
            <a:off x="6000750" y="1743075"/>
            <a:ext cx="5429250" cy="3619500"/>
          </a:xfrm>
          <a:prstGeom prst="rect">
            <a:avLst/>
          </a:prstGeom>
        </p:spPr>
      </p:pic>
    </p:spTree>
    <p:extLst>
      <p:ext uri="{BB962C8B-B14F-4D97-AF65-F5344CB8AC3E}">
        <p14:creationId xmlns:p14="http://schemas.microsoft.com/office/powerpoint/2010/main" val="80195500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6961</Words>
  <Application>Microsoft Office PowerPoint</Application>
  <DocSecurity>0</DocSecurity>
  <PresentationFormat>宽屏</PresentationFormat>
  <Paragraphs>658</Paragraphs>
  <Slides>47</Slides>
  <Notes>47</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47</vt:i4>
      </vt:variant>
    </vt:vector>
  </HeadingPairs>
  <TitlesOfParts>
    <vt:vector size="51" baseType="lpstr">
      <vt:lpstr>Aptos</vt:lpstr>
      <vt:lpstr>Arial</vt:lpstr>
      <vt:lpstr>Consolas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yueyang li</cp:lastModifiedBy>
  <cp:revision>2</cp:revision>
  <dcterms:created xsi:type="dcterms:W3CDTF">2026-10-12T17:56:58Z</dcterms:created>
  <dcterms:modified xsi:type="dcterms:W3CDTF">2026-10-13T07:23:35Z</dcterms:modified>
</cp:coreProperties>
</file>